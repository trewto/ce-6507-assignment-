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</p:sldIdLst>
  <p:sldSz cx="12192000" cy="6858000"/>
  <p:notesSz cx="6858000" cy="9144000"/>
  <p:defaultTextStyle>
    <a:defPPr>
      <a:defRPr lang="bn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6.4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9 460 0 0,'-6'-3'1548'0'0,"3"3"-28"0"0,-3-2-316 0 0,3 2-447 0 0,-3 0-401 0 0,3-3-380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7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390 28 888 0 0,'-1'-1'186'0'0,"1"0"0"0"0,-1 0 0 0 0,1 1 1 0 0,-1-1-1 0 0,1 0 0 0 0,-1 0 0 0 0,1 1 0 0 0,0-1 0 0 0,-1 0 0 0 0,1 0 0 0 0,0 0 0 0 0,0 0 1 0 0,-1 0-1 0 0,1 0 0 0 0,0-1 0 0 0,0 1-111 0 0,0 1 0 0 0,0-1 1 0 0,0 1-1 0 0,0-1 0 0 0,0 0 0 0 0,0 1 1 0 0,0-1-1 0 0,0 1 0 0 0,0-1 0 0 0,0 1 1 0 0,-1-1-1 0 0,1 1 0 0 0,0-1 0 0 0,0 1 1 0 0,-1-1-1 0 0,1 1 0 0 0,0 0 0 0 0,-1-1 1 0 0,1 1-1 0 0,0-1 0 0 0,-1 1 0 0 0,1 0 1 0 0,-2-2 2093 0 0,-1 8 853 0 0,0 3 2624 0 0,4-8-5611 0 0,-1-1 1 0 0,1 0-1 0 0,-1 1 1 0 0,1-1-1 0 0,-1 1 1 0 0,1-1-1 0 0,-1 0 1 0 0,1 1-1 0 0,0-1 1 0 0,-1 0-1 0 0,1 0 1 0 0,-1 0-1 0 0,1 1 1 0 0,0-1-1 0 0,-1 0 1 0 0,1 0-1 0 0,-1 0 1 0 0,1 0-1 0 0,0 0 1 0 0,-1 0-1 0 0,1 0 1 0 0,1-1-1 0 0,-1 1 8 0 0,1 1 0 0 0,-1-1-1 0 0,1 0 1 0 0,-1 0 0 0 0,1 1-1 0 0,-1-1 1 0 0,1 1 0 0 0,-1-1-1 0 0,0 1 1 0 0,1-1 0 0 0,-1 1-1 0 0,0 0 1 0 0,1 0 0 0 0,-1 0-1 0 0,0 0 1 0 0,0 0 0 0 0,0 0-1 0 0,0 0 1 0 0,1 2-1 0 0,1 0 16 0 0,-1 1-1 0 0,0-1 1 0 0,0 1-1 0 0,0 0 1 0 0,-1-1-1 0 0,1 1 1 0 0,0 5-1 0 0,1 4 98 0 0,-1 0 0 0 0,0 1 0 0 0,-1 20 0 0 0,-2 2-10 0 0,-2-1 1 0 0,-2 1-1 0 0,-1-1 0 0 0,-2 0 1 0 0,-24 64-1 0 0,-83 159 657 0 0,35-107-2067 0 0,-37 80-1523 0 0,113-222 2267 0 0,-27 52-3679 0 0,28-57 2864 0 0,1 0 0 0 0,-1 0 0 0 0,-1-1 0 0 0,1 1 0 0 0,0-1 0 0 0,-8 6 1 0 0,5-6-865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8.3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3 1296 0 0,'1'-3'6969'0'0,"1"8"-2890"0"0,4 20-1661 0 0,4 36-2336 0 0,-9-33 76 0 0,-1-1 1 0 0,-1 1-1 0 0,-10 51 1 0 0,-27 77 873 0 0,-2 12-438 0 0,39-164-595 0 0,1 0-1 0 0,-1 0 0 0 0,1 0 0 0 0,-1 0 1 0 0,1 0-1 0 0,1 0 0 0 0,-1 0 0 0 0,1 0 1 0 0,-1 0-1 0 0,1 0 0 0 0,0 0 1 0 0,3 6-1 0 0,-3-8 1 0 0,0 0 1 0 0,1-1-1 0 0,-1 1 0 0 0,1 0 1 0 0,-1-1-1 0 0,1 1 0 0 0,0-1 1 0 0,-1 1-1 0 0,1-1 0 0 0,0 0 1 0 0,0 0-1 0 0,0 0 0 0 0,0 0 1 0 0,0 0-1 0 0,0 0 0 0 0,0-1 1 0 0,0 1-1 0 0,0-1 0 0 0,1 1 1 0 0,-1-1-1 0 0,0 0 1 0 0,0 0-1 0 0,1 0 0 0 0,1 0 1 0 0,25-2 8 0 0,-1-1 1 0 0,0-1 0 0 0,0-2-1 0 0,42-14 1 0 0,-37 10-1987 0 0,0 2 0 0 0,49-7 1 0 0,-80 15 1509 0 0,0 0-1 0 0,1-1 1 0 0,-1 1 0 0 0,0 1 0 0 0,0-1 0 0 0,1 0-1 0 0,-1 0 1 0 0,0 1 0 0 0,0-1 0 0 0,0 1 0 0 0,1 0-1 0 0,-1 0 1 0 0,3 1 0 0 0,1 5-1897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8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0 120 0 0,'4'2'12765'0'0,"5"11"-10228"0"0,3 7-3939 0 0,-7-10 2665 0 0,96 211 1242 0 0,-43-63-1475 0 0,-58-158-1029 0 0,0 0 1 0 0,0 0 0 0 0,0 0-1 0 0,0 0 1 0 0,0 1 0 0 0,0-1-1 0 0,0 0 1 0 0,0 0 0 0 0,0 0-1 0 0,0 0 1 0 0,0 0 0 0 0,1 0-1 0 0,-1 0 1 0 0,0 1 0 0 0,0-1-1 0 0,0 0 1 0 0,0 0 0 0 0,0 0-1 0 0,0 0 1 0 0,0 0 0 0 0,1 0-1 0 0,-1 0 1 0 0,0 0 0 0 0,0 0-1 0 0,0 0 1 0 0,0 0 0 0 0,0 0-1 0 0,1 0 1 0 0,-1 0 0 0 0,0 0-1 0 0,0 0 1 0 0,0 0 0 0 0,0 0-1 0 0,0 0 1 0 0,1 0 0 0 0,-1 0-1 0 0,0 0 1 0 0,0 0 0 0 0,0 0-1 0 0,0 0 1 0 0,0 0 0 0 0,0 0-1 0 0,1 0 1 0 0,-1 0 0 0 0,0 0-1 0 0,0 0 1 0 0,0-1 0 0 0,0 1-1 0 0,0 0 1 0 0,0 0 0 0 0,0 0-1 0 0,1 0 1 0 0,-1 0 0 0 0,0 0-1 0 0,0 0 1 0 0,0-1 0 0 0,0 1-1 0 0,0 0 1 0 0,9-14 30 0 0,5-19-40 0 0,-13 33 8 0 0,13-42-167 0 0,15-68 0 0 0,-3 11-831 0 0,-23 89 697 0 0,0-1-226 0 0,0 0 0 0 0,1 0-1 0 0,10-19 1 0 0,7 6-2972 0 0,-18 22 2713 0 0,0 0-1 0 0,0 0 1 0 0,-1 1 0 0 0,1-1 0 0 0,1 1 0 0 0,-1 0-1 0 0,0 0 1 0 0,4-1 0 0 0,-1 1-1194 0 0,-3-2-47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9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26 167 60 0 0,'-4'71'13527'0'0,"-3"0"-9641"0"0,-4 72-2295 0 0,10-96-1141 0 0,-1-27-602 0 0,2 0 1 0 0,0 0 0 0 0,4 23 0 0 0,-4-42 48 0 0,0 1-1 0 0,0-1 1 0 0,1 0-1 0 0,-1 0 1 0 0,0 1 0 0 0,1-1-1 0 0,-1 0 1 0 0,1 0-1 0 0,-1 0 1 0 0,1 1 0 0 0,0-1-1 0 0,0 0 1 0 0,-1 0-1 0 0,1 0 1 0 0,0 0 0 0 0,1 1-1 0 0,-1-2-38 0 0,-1 0 0 0 0,1 0 0 0 0,-1 1 0 0 0,1-1 0 0 0,-1 0 0 0 0,1 0 0 0 0,0 0 0 0 0,-1 0 0 0 0,1 0 0 0 0,-1 0 0 0 0,1 0 0 0 0,0 0 0 0 0,-1 0 0 0 0,1 0 0 0 0,-1 0 0 0 0,1 0 0 0 0,-1 0 0 0 0,1-1 0 0 0,0 1 0 0 0,-1 0 0 0 0,1 0 0 0 0,-1-1-1 0 0,2 0 1 0 0,1-1-630 0 0,0 0 0 0 0,0-1 0 0 0,-1 0 0 0 0,1 1 0 0 0,-1-1 0 0 0,1 0 0 0 0,-1-1 0 0 0,3-4 0 0 0,5-17-3445 0 0,-5 6 2060 0 0</inkml:trace>
  <inkml:trace contextRef="#ctx0" brushRef="#br0" timeOffset="1">90 61 916 0 0,'-5'-16'2745'0'0,"-6"-28"3754"0"0,39 44-8890 0 0,0 0-1760 0 0,-17 0 2385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9.6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283 7 348 0 0,'-1'-1'598'0'0,"0"1"1"0"0,0-1-1 0 0,0 0 0 0 0,0 1 0 0 0,0-1 1 0 0,0 1-1 0 0,0-1 0 0 0,-1 1 1 0 0,1 0-1 0 0,0-1 0 0 0,0 1 1 0 0,0 0-1 0 0,0 0 0 0 0,-2 0 0 0 0,-20 3 2653 0 0,-23 17-3387 0 0,32-13 1020 0 0,-13 7-585 0 0,0 1-1 0 0,1 1 1 0 0,0 1 0 0 0,-41 36 0 0 0,67-52-298 0 0,-1-1-1 0 0,0 1 0 0 0,1-1 1 0 0,-1 1-1 0 0,1-1 0 0 0,-1 1 1 0 0,0-1-1 0 0,1 1 0 0 0,0 0 1 0 0,-1-1-1 0 0,1 1 0 0 0,-1 0 1 0 0,1-1-1 0 0,0 1 0 0 0,-1 0 0 0 0,1 0 1 0 0,0-1-1 0 0,0 1 0 0 0,0 0 1 0 0,-1 0-1 0 0,1-1 0 0 0,0 1 1 0 0,0 0-1 0 0,0 0 0 0 0,0 0 1 0 0,1-1-1 0 0,-1 1 0 0 0,0 1 1 0 0,1-1-6 0 0,0 1 1 0 0,0-1 0 0 0,0 0 0 0 0,0 0 0 0 0,0 0-1 0 0,0 0 1 0 0,0 0 0 0 0,0 0 0 0 0,1 0 0 0 0,-1 0-1 0 0,0 0 1 0 0,1-1 0 0 0,1 2 0 0 0,8 2-15 0 0,0 0 0 0 0,0-1 0 0 0,12 2 1 0 0,-19-5 29 0 0,15 4 20 0 0,0 1-1 0 0,1 1 1 0 0,23 10 0 0 0,-38-14 17 0 0,0 0 1 0 0,0 1 0 0 0,-1-1-1 0 0,1 1 1 0 0,-1 0 0 0 0,0 0 0 0 0,0 0-1 0 0,0 1 1 0 0,0-1 0 0 0,0 1-1 0 0,-1 0 1 0 0,0 0 0 0 0,0 0 0 0 0,0 0-1 0 0,0 1 1 0 0,-1 0 0 0 0,4 7-1 0 0,-5-6 1 0 0,0-1 0 0 0,0 0 0 0 0,-1 0 0 0 0,0 0 0 0 0,0 0 0 0 0,0 0 0 0 0,-1 1 0 0 0,0-1 0 0 0,0 0 0 0 0,0 0 0 0 0,0 0 0 0 0,-1 0 0 0 0,0-1 0 0 0,0 1 0 0 0,-5 9 0 0 0,-5 3-441 0 0,0 1 0 0 0,-21 24 0 0 0,21-29-232 0 0,-26 25-4855 0 0,34-35 4015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09.9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0 201 532 0 0,'0'0'4326'0'0,"1"7"2784"0"0,1 9-5293 0 0,3-4-1320 0 0,-2 1 0 0 0,1 0 0 0 0,-2 0 0 0 0,1 1 0 0 0,-1 20 0 0 0,0-16-616 0 0,0 0-1 0 0,5 21 1 0 0,-2-18-687 0 0,4 11-2631 0 0,4-15-3477 0 0</inkml:trace>
  <inkml:trace contextRef="#ctx0" brushRef="#br0" timeOffset="1">103 10 636 0 0,'-7'-9'7236'0'0,"6"16"-2574"0"0,9 20-3668 0 0,-6-25-1263 0 0,0 1-1 0 0,0-1 1 0 0,0 0-1 0 0,0 1 1 0 0,0-1 0 0 0,1 0-1 0 0,-1 0 1 0 0,1 0 0 0 0,-1-1-1 0 0,6 3 1 0 0,29 12-7776 0 0,-31-14 5921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0.3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1 1656 0 0,'-17'2'10108'0'0,"4"4"-5758"0"0,10-4-4250 0 0,1 0 0 0 0,0 0 0 0 0,0 1 0 0 0,0-1 1 0 0,0 0-1 0 0,0 1 0 0 0,1 0 0 0 0,-1-1 0 0 0,1 1 0 0 0,0 0 0 0 0,-1-1 0 0 0,1 1 1 0 0,-1 6-1 0 0,-17 54 484 0 0,8-29-264 0 0,1 1 0 0 0,-5 39 0 0 0,13-57-227 0 0,-9 99 375 0 0,10-101-443 0 0,2 0 0 0 0,-1 0 0 0 0,2 0 0 0 0,0 0 1 0 0,7 24-1 0 0,-8-37-40 0 0,0 0 0 0 0,-1 0 0 0 0,1 0 0 0 0,0 0 1 0 0,0 0-1 0 0,0 0 0 0 0,0-1 0 0 0,1 1 0 0 0,-1 0 0 0 0,0-1 0 0 0,1 1 0 0 0,-1-1 1 0 0,1 1-1 0 0,0-1 0 0 0,-1 0 0 0 0,1 0 0 0 0,0 0 0 0 0,0 0 0 0 0,-1 0 1 0 0,1 0-1 0 0,0 0 0 0 0,0 0 0 0 0,0-1 0 0 0,0 1 0 0 0,0-1 0 0 0,0 0 1 0 0,1 1-1 0 0,-1-1 0 0 0,0 0 0 0 0,0 0 0 0 0,0 0 0 0 0,0-1 0 0 0,0 1 1 0 0,0 0-1 0 0,0-1 0 0 0,0 1 0 0 0,4-3 0 0 0,2 1-86 0 0,1-2 0 0 0,-1 1-1 0 0,0-1 1 0 0,-1 0 0 0 0,1-1 0 0 0,-1 0-1 0 0,11-9 1 0 0,-6 3-61 0 0,-1 0 0 0 0,-1-1-1 0 0,19-26 1 0 0,-26 33 137 0 0,0 0 0 0 0,0 0 0 0 0,0 0 0 0 0,-1 0-1 0 0,1-1 1 0 0,-1 1 0 0 0,-1-1 0 0 0,1 0 0 0 0,-1 1 0 0 0,0-1 0 0 0,0 0-1 0 0,0 0 1 0 0,-1 0 0 0 0,0-6 0 0 0,-1 10 19 0 0,1 0 1 0 0,-1 0-1 0 0,1 0 1 0 0,-1 0-1 0 0,0 0 0 0 0,1 0 1 0 0,-1 0-1 0 0,0 0 1 0 0,-1 0-1 0 0,1 0 0 0 0,0 0 1 0 0,0 0-1 0 0,-1 1 1 0 0,1-1-1 0 0,-1 1 0 0 0,0-1 1 0 0,1 1-1 0 0,-1 0 1 0 0,-2-2-1 0 0,0 1 1 0 0,-1 0 1 0 0,1 1-1 0 0,0-1 0 0 0,0 1 0 0 0,-1 0 1 0 0,1 0-1 0 0,-1 0 0 0 0,1 1 0 0 0,-5-1 0 0 0,-6 2-371 0 0,0 0 0 0 0,1 1 0 0 0,-1 0 0 0 0,-26 8 0 0 0,22-3-1210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0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74 201 820 0 0,'-5'4'2260'0'0,"1"1"0"0"0,-1 0 0 0 0,1 0 0 0 0,0 1 0 0 0,-5 9 0 0 0,-12 35 1010 0 0,14-25-3324 0 0,2 0 1 0 0,-3 28 0 0 0,7-45-140 0 0,1 0 0 0 0,-1-1 0 0 0,2 1 0 0 0,0 9 0 0 0,-1-15-6 0 0,0-1 0 0 0,1 0 0 0 0,-1 1 0 0 0,0-1 0 0 0,0 0 0 0 0,0 1 0 0 0,1-1-1 0 0,-1 0 1 0 0,1 0 0 0 0,-1 1 0 0 0,1-1 0 0 0,-1 0 0 0 0,1 0 0 0 0,0 0 0 0 0,0 0 0 0 0,0 0-1 0 0,-1 0 1 0 0,1 0 0 0 0,0 0 0 0 0,0 0 0 0 0,0 0 0 0 0,0 0 0 0 0,1 0 0 0 0,-1-1 0 0 0,0 1-1 0 0,0 0 1 0 0,0-1 0 0 0,1 1 0 0 0,-1-1 0 0 0,3 1 0 0 0,1-2-6088 0 0,3-1 4041 0 0</inkml:trace>
  <inkml:trace contextRef="#ctx0" brushRef="#br0" timeOffset="1">38 20 1956 0 0,'-9'-5'1960'0'0,"2"-1"-27"0"0,1 1-49 0 0,3 5-464 0 0,0-3-464 0 0,6 6-2560 0 0,0 2 356 0 0,3 1-368 0 0,4-1-185 0 0,-1 1-91 0 0,0 2-44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1.0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0 547 1348 0 0,'4'0'803'0'0,"-1"0"0"0"0,0 0 0 0 0,0 0 0 0 0,1-1 0 0 0,-1 0 0 0 0,0 1 0 0 0,0-1 0 0 0,6-3 0 0 0,-6 2-629 0 0,0 0 0 0 0,1-1 0 0 0,-1 1 0 0 0,0-1 0 0 0,-1 0 0 0 0,1 1 0 0 0,0-1 0 0 0,-1-1 0 0 0,0 1 0 0 0,0 0 0 0 0,4-7 0 0 0,5-12 87 0 0,-1 0 1 0 0,-1-1-1 0 0,-1 0 1 0 0,8-37-1 0 0,10-99-25 0 0,-22 127-152 0 0,0-12 364 0 0,-2-52-1 0 0,-2 78-39 0 0,0 17-62 0 0,-8 38-246 0 0,0 0 0 0 0,-3 57 0 0 0,10-81-267 0 0,1 0 0 0 0,0 0-1 0 0,1 0 1 0 0,0 0 0 0 0,1-1 0 0 0,1 1-1 0 0,0-1 1 0 0,0 1 0 0 0,1-1-1 0 0,1 0 1 0 0,8 15 0 0 0,-10-22-374 0 0,1 1-1 0 0,0-1 1 0 0,0 0 0 0 0,0 0 0 0 0,1 0-1 0 0,-1-1 1 0 0,1 0 0 0 0,0 1 0 0 0,1-2-1 0 0,-1 1 1 0 0,1-1 0 0 0,0 1 0 0 0,0-1-1 0 0,6 2 1 0 0,6 0-1516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1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39 122 872 0 0,'0'0'224'0'0,"-1"0"0"0"0,1-1 0 0 0,0 1 0 0 0,-1 0 0 0 0,1 0 1 0 0,0-1-1 0 0,-1 1 0 0 0,1 0 0 0 0,0 0 0 0 0,-1 0 0 0 0,1 0 0 0 0,-1-1 0 0 0,1 1 0 0 0,0 0 0 0 0,-1 0 0 0 0,1 0 0 0 0,-1 0 1 0 0,1 0-1 0 0,0 0 0 0 0,-1 0 0 0 0,1 0 0 0 0,-1 0 0 0 0,1 0 0 0 0,-1 0 0 0 0,1 0 0 0 0,0 1 0 0 0,-1-1 0 0 0,1 0 0 0 0,-1 0 0 0 0,0 1 1 0 0,-9 12 2786 0 0,-1 20-1763 0 0,6 42-880 0 0,5-69-482 0 0,0-1-1 0 0,1 1 0 0 0,-1 0 0 0 0,1-1 0 0 0,0 1 0 0 0,1 0 1 0 0,-1-1-1 0 0,1 0 0 0 0,0 1 0 0 0,0-1 0 0 0,4 5 0 0 0,-6-9 29 0 0,0-1-1 0 0,1 1 0 0 0,-1-1 0 0 0,1 1 1 0 0,-1-1-1 0 0,1 1 0 0 0,-1-1 0 0 0,1 1 1 0 0,-1-1-1 0 0,1 1 0 0 0,-1-1 0 0 0,1 0 0 0 0,-1 1 1 0 0,1-1-1 0 0,0 0 0 0 0,-1 0 0 0 0,1 1 1 0 0,0-1-1 0 0,-1 0 0 0 0,1 0 0 0 0,0 0 1 0 0,-1 0-1 0 0,1 0 0 0 0,0 0 0 0 0,-1 0 1 0 0,1 0-1 0 0,0 0 0 0 0,-1 0 0 0 0,1 0 1 0 0,0 0-1 0 0,1-1-148 0 0,0 0 0 0 0,-1 0-1 0 0,1 0 1 0 0,0-1 0 0 0,-1 1 0 0 0,1 0 0 0 0,-1-1 0 0 0,0 1 0 0 0,1 0 0 0 0,1-4 0 0 0,2-2-808 0 0,-1-1 1 0 0,1 0-1 0 0,5-14 1 0 0,-5 8 256 0 0,-1 1 113 0 0</inkml:trace>
  <inkml:trace contextRef="#ctx0" brushRef="#br0" timeOffset="1">112 133 44 0 0,'0'-1'92'0'0,"0"-10"793"0"0,0 0 0 0 0,-1 1 0 0 0,-3-16 0 0 0,4 22-621 0 0,-1 1 1 0 0,0 0 0 0 0,0 0 0 0 0,-1 0-1 0 0,1 0 1 0 0,-1 0 0 0 0,0 0-1 0 0,1 0 1 0 0,-1 1 0 0 0,0-1 0 0 0,0 0-1 0 0,-1 1 1 0 0,1 0 0 0 0,-1-1 0 0 0,-4-2-1 0 0,-3-6 466 0 0,-1-1-336 0 0,11 11-349 0 0,0 1 1 0 0,-1 0 0 0 0,1 0-1 0 0,0 0 1 0 0,0 0 0 0 0,0 0-1 0 0,-1-1 1 0 0,1 1 0 0 0,0 0-1 0 0,0 0 1 0 0,-1 0 0 0 0,1 0-1 0 0,0 0 1 0 0,0 0 0 0 0,-1 0-1 0 0,1 0 1 0 0,0 0 0 0 0,0 0-1 0 0,0 0 1 0 0,-1 0 0 0 0,1 0-1 0 0,0 0 1 0 0,0 0 0 0 0,-1 0-1 0 0,1 0 1 0 0,0 0 0 0 0,0 0-1 0 0,-1 0 1 0 0,1 1 0 0 0,0-1-1 0 0,0 0 1 0 0,0 0-1 0 0,-1 0 1 0 0,1 0 0 0 0,0 0-1 0 0,0 1 1 0 0,0-1 0 0 0,0 0-1 0 0,-1 0 1 0 0,1 0 0 0 0,0 1-1 0 0,0-1 1 0 0,0 0 0 0 0,0 0-1 0 0,0 1 1 0 0,-3 13-813 0 0,3-14 492 0 0,0 1-1 0 0,1 0 1 0 0,-1 0 0 0 0,0 0-1 0 0,1 0 1 0 0,-1-1 0 0 0,1 1-1 0 0,-1 0 1 0 0,1-1 0 0 0,-1 1-1 0 0,1 0 1 0 0,-1-1 0 0 0,1 1-1 0 0,0 0 1 0 0,-1-1 0 0 0,1 1-1 0 0,0-1 1 0 0,0 1 0 0 0,-1-1-1 0 0,1 0 1 0 0,0 1 0 0 0,0-1 0 0 0,0 0-1 0 0,0 1 1 0 0,-1-1 0 0 0,1 0-1 0 0,2 0 1 0 0,5 1-1724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1.7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103 17 1576 0 0,'-14'-7'6913'0'0,"12"5"-6435"0"0,1 1 0 0 0,-1 0 0 0 0,0 0 0 0 0,1 0 0 0 0,-1 1 0 0 0,0-1 0 0 0,0 0 0 0 0,0 1 0 0 0,0-1-1 0 0,0 1 1 0 0,-2-1 0 0 0,3 2-430 0 0,0-1 1 0 0,0 1-1 0 0,0-1 0 0 0,0 1 0 0 0,0-1 1 0 0,0 1-1 0 0,0-1 0 0 0,0 1 0 0 0,0 0 1 0 0,0 0-1 0 0,0 0 0 0 0,0-1 0 0 0,1 1 1 0 0,-1 0-1 0 0,0 0 0 0 0,0 0 0 0 0,1 0 0 0 0,-1 0 1 0 0,1 0-1 0 0,-1 0 0 0 0,1 1 0 0 0,0-1 1 0 0,-1 0-1 0 0,1 2 0 0 0,-11 27-100 0 0,2 0 0 0 0,1 1 0 0 0,2 0 0 0 0,0 0 0 0 0,3 1 0 0 0,0-1 0 0 0,4 54 0 0 0,-1-76-559 0 0,2 0 1 0 0,-1 0-1 0 0,1 0 0 0 0,0-1 0 0 0,6 14 1 0 0,-7-19-117 0 0,1 0 1 0 0,0 1-1 0 0,0-1 1 0 0,0 0 0 0 0,0 0-1 0 0,1 0 1 0 0,-1 0-1 0 0,1-1 1 0 0,5 6 0 0 0,1-3-1532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2.1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31 540 0 0,'-17'3'3393'0'0,"15"-3"-2828"0"0,0 0-1 0 0,-1 0 1 0 0,1 0 0 0 0,0 1 0 0 0,0-1 0 0 0,0 1-1 0 0,0-1 1 0 0,-1 1 0 0 0,1 0 0 0 0,0 0 0 0 0,-2 1-1 0 0,28 7 193 0 0,4-8-1036 0 0,0-1-1 0 0,0-1 1 0 0,0-2 0 0 0,29-5-1 0 0,16-2-59 0 0,-18-4 383 0 0,-47 11-10 0 0,1 0-1 0 0,0 1 1 0 0,0 0-1 0 0,0 0 1 0 0,12 0-1 0 0,-19 3 62 0 0,0-1-1 0 0,0 1 0 0 0,0 0 1 0 0,0 0-1 0 0,-1 1 0 0 0,1-1 1 0 0,0 0-1 0 0,0 1 0 0 0,-1-1 1 0 0,1 1-1 0 0,-1-1 0 0 0,0 1 1 0 0,1 0-1 0 0,-1-1 0 0 0,0 1 1 0 0,0 0-1 0 0,0 0 1 0 0,0 0-1 0 0,0 0 0 0 0,0 3 1 0 0,1-2 17 0 0,-1 0 0 0 0,0 0 0 0 0,0 0 0 0 0,1-1 1 0 0,0 1-1 0 0,-1 0 0 0 0,1-1 0 0 0,0 1 1 0 0,0-1-1 0 0,1 0 0 0 0,-1 0 0 0 0,0 0 0 0 0,1 0 1 0 0,-1 0-1 0 0,1 0 0 0 0,4 2 0 0 0,-1-3-75 0 0,-1-1-1 0 0,0 1 1 0 0,1-1 0 0 0,-1 0-1 0 0,1 0 1 0 0,-1-1-1 0 0,0 1 1 0 0,1-1 0 0 0,-1 0-1 0 0,0-1 1 0 0,0 0-1 0 0,0 1 1 0 0,0-1 0 0 0,0-1-1 0 0,0 1 1 0 0,5-4-1 0 0,-10 5 41 0 0,0 21 732 0 0,-8 1-489 0 0,-2-1 0 0 0,0 0 0 0 0,-1-1 0 0 0,-27 35 0 0 0,-66 63-350 0 0,97-108-27 0 0,-76 69-2084 0 0,23-32-6973 0 0,55-43 6761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2.4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1 384 0 0,'-15'22'14624'0'0,"6"8"-10005"0"0,1 35-6077 0 0,6-46 2761 0 0,-5 21-1261 0 0,-2 14-361 0 0,9-50 163 0 0,0-1-1 0 0,0 0 1 0 0,0 0 0 0 0,0 0-1 0 0,1 0 1 0 0,-1 0 0 0 0,1 1-1 0 0,0-1 1 0 0,0 0 0 0 0,0 0-1 0 0,0 0 1 0 0,1-1 0 0 0,2 6-1 0 0,-4-7-17 0 0,1-1-1 0 0,-1 1 1 0 0,0-1 0 0 0,1 1-1 0 0,-1-1 1 0 0,1 1 0 0 0,-1-1-1 0 0,1 1 1 0 0,-1-1 0 0 0,1 0-1 0 0,0 1 1 0 0,-1-1-1 0 0,1 0 1 0 0,-1 1 0 0 0,1-1-1 0 0,0 0 1 0 0,-1 0 0 0 0,1 1-1 0 0,0-1 1 0 0,-1 0 0 0 0,1 0-1 0 0,0 0 1 0 0,-1 0-1 0 0,1 0 1 0 0,0 0 0 0 0,-1 0-1 0 0,1 0 1 0 0,0 0 0 0 0,0-1-1 0 0,-1 1 1 0 0,2 0-1 0 0,16-15-7616 0 0,-12 7 5492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2.8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36 1352 0 0,'-45'-14'5455'0'0,"33"9"-3718"0"0,-1 1 1 0 0,0 0-1 0 0,1 1 0 0 0,-1 1 0 0 0,-19-2 0 0 0,72 23-7485 0 0,15-4-1090 0 0,-35-8 4410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3.3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292 3 972 0 0,'-9'-2'8445'0'0,"-3"6"-4951"0"0,-13 13-3773 0 0,9-6 829 0 0,-35 16 438 0 0,-2-2 0 0 0,-70 22 0 0 0,120-43-958 0 0,12 0-77 0 0,19 4-131 0 0,-16-5 120 0 0,25 8-93 0 0,-22-8 70 0 0,-1 1 1 0 0,23 10-1 0 0,-33-12 70 0 0,0-1 0 0 0,-1 1 0 0 0,1 1 0 0 0,-1-1 0 0 0,1 1 0 0 0,-1-1 0 0 0,0 1 0 0 0,0 0 0 0 0,0 0 0 0 0,0 0 0 0 0,-1 1 0 0 0,1-1 0 0 0,3 8 0 0 0,-5-8 15 0 0,0 1-1 0 0,0-1 1 0 0,0 1-1 0 0,-1-1 1 0 0,1 1-1 0 0,-1 0 1 0 0,0-1-1 0 0,0 1 1 0 0,0-1-1 0 0,-1 1 1 0 0,1 0-1 0 0,-1-1 1 0 0,0 1-1 0 0,0-1 1 0 0,0 1-1 0 0,0-1 1 0 0,-1 0-1 0 0,1 1 1 0 0,-1-1-1 0 0,0 0 1 0 0,0 0-1 0 0,0 0 1 0 0,-3 3-1 0 0,-7 9-134 0 0,-1-1 0 0 0,0 0 0 0 0,-16 12-1 0 0,19-17-146 0 0,-10 7-421 0 0,-5 4-1319 0 0,13-5-2163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3.6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10 120 0 0,'0'0'324'0'0,"0"0"-1"0"0,0-1 1 0 0,0 1 0 0 0,0-1 0 0 0,0 1-1 0 0,0-1 1 0 0,-1 1 0 0 0,1 0-1 0 0,0-1 1 0 0,0 1 0 0 0,0 0 0 0 0,-1-1-1 0 0,1 1 1 0 0,0-1 0 0 0,0 1-1 0 0,-1 0 1 0 0,1 0 0 0 0,0-1-1 0 0,-1 1 1 0 0,1 0 0 0 0,0-1 0 0 0,-1 1-1 0 0,1 0 1 0 0,0 0 0 0 0,-1 0-1 0 0,1-1 1 0 0,-1 1 0 0 0,1 0 0 0 0,0 0-1 0 0,-1 0 1 0 0,1 0 0 0 0,-1 0-1 0 0,0 0 1 0 0,-21 1 1819 0 0,-22 11-2523 0 0,3 0 694 0 0,26-8-215 0 0,-1 0-1 0 0,1 2 1 0 0,0-1 0 0 0,1 2 0 0 0,-21 12-1 0 0,33-19-102 0 0,1 1-1 0 0,0-1 1 0 0,0 1-1 0 0,-1 0 0 0 0,1 0 1 0 0,0-1-1 0 0,0 1 1 0 0,0 0-1 0 0,0 0 0 0 0,0 0 1 0 0,0 0-1 0 0,0 1 1 0 0,0-1-1 0 0,1 0 1 0 0,-1 0-1 0 0,0 0 0 0 0,1 1 1 0 0,-1-1-1 0 0,1 0 1 0 0,-1 1-1 0 0,1-1 1 0 0,-1 1-1 0 0,1 1 0 0 0,1-1-13 0 0,0-1 0 0 0,0 1 0 0 0,1-1 0 0 0,-1 1 0 0 0,0-1 0 0 0,1 0 0 0 0,-1 0 0 0 0,1 0 0 0 0,0 0-1 0 0,-1 0 1 0 0,1 0 0 0 0,0 0 0 0 0,-1 0 0 0 0,1-1 0 0 0,0 1 0 0 0,3 0 0 0 0,5 3-30 0 0,0 0 0 0 0,0 1-1 0 0,0 0 1 0 0,-1 0 0 0 0,10 9 0 0 0,-16-13 51 0 0,-1 1 0 0 0,1 0 0 0 0,-1 0 0 0 0,0 0 0 0 0,0 0 0 0 0,0 0 0 0 0,0 1 0 0 0,0-1 0 0 0,-1 0 0 0 0,1 1 0 0 0,0 0 0 0 0,-1-1 1 0 0,0 1-1 0 0,0 0 0 0 0,0 0 0 0 0,0-1 0 0 0,0 1 0 0 0,-1 0 0 0 0,1 0 0 0 0,-1 0 0 0 0,0 0 0 0 0,0 0 0 0 0,0 4 0 0 0,-1-3 7 0 0,0 0 1 0 0,-1 0-1 0 0,1-1 0 0 0,-1 1 1 0 0,0 0-1 0 0,0-1 0 0 0,0 1 1 0 0,0-1-1 0 0,-1 0 0 0 0,0 0 1 0 0,1 0-1 0 0,-1 0 1 0 0,0 0-1 0 0,-4 2 0 0 0,-53 33-614 0 0,33-22-139 0 0,18-10 23 0 0,-17 10-251 0 0,8-11-5500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4.2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9 1520 0 0,'-31'4'8887'0'0,"7"7"-5927"0"0,19-7-2774 0 0,0 1 0 0 0,0-1-1 0 0,1 1 1 0 0,-1 0-1 0 0,1 1 1 0 0,0-1-1 0 0,-3 7 1 0 0,-2 2 233 0 0,1 0 0 0 0,-13 31 0 0 0,19-42-424 0 0,1 0 1 0 0,0 0 0 0 0,0 0-1 0 0,0 0 1 0 0,0 0-1 0 0,0 0 1 0 0,1 1-1 0 0,0-1 1 0 0,-1 0-1 0 0,1 0 1 0 0,0 0-1 0 0,1 1 1 0 0,-1-1-1 0 0,1 0 1 0 0,-1 0-1 0 0,1 0 1 0 0,0 0-1 0 0,0 0 1 0 0,0 0 0 0 0,1 0-1 0 0,-1 0 1 0 0,4 5-1 0 0,-3-6-59 0 0,1 0 0 0 0,-1 0 0 0 0,1 0 0 0 0,0-1 0 0 0,-1 1 0 0 0,1-1 0 0 0,0 0 0 0 0,0 0-1 0 0,0 0 1 0 0,0 0 0 0 0,0 0 0 0 0,0-1 0 0 0,0 1 0 0 0,0-1 0 0 0,0 0 0 0 0,0 0 0 0 0,1 0 0 0 0,-1 0 0 0 0,0-1 0 0 0,0 1 0 0 0,4-2 0 0 0,3 0-172 0 0,0-1 0 0 0,-1 0 1 0 0,1 0-1 0 0,-1-1 1 0 0,12-6-1 0 0,-13 6 114 0 0,1-1 1 0 0,-1 0-1 0 0,0 0 0 0 0,0-1 0 0 0,0 0 1 0 0,-1-1-1 0 0,0 1 0 0 0,0-1 0 0 0,-1-1 1 0 0,0 1-1 0 0,0-1 0 0 0,-1 0 0 0 0,0-1 1 0 0,0 1-1 0 0,3-11 0 0 0,-4 10 153 0 0,0-1 1 0 0,-1 0-1 0 0,-1 0 0 0 0,0 0 0 0 0,0-1 0 0 0,0-19 1 0 0,-2 30 504 0 0,-1 3-410 0 0,-1 0 0 0 0,1 0-1 0 0,0 0 1 0 0,0 0 0 0 0,0 1-1 0 0,0-1 1 0 0,1 0 0 0 0,-1 1-1 0 0,1-1 1 0 0,0 4 0 0 0,-1 19 472 0 0,0-17-470 0 0,1-1 1 0 0,-1 1 0 0 0,2 0-1 0 0,-1-1 1 0 0,1 1-1 0 0,3 10 1 0 0,-4-17-143 0 0,1-1 0 0 0,0 0-1 0 0,0 0 1 0 0,0 0 0 0 0,1 1 0 0 0,-1-1 0 0 0,0 0 0 0 0,0 0 0 0 0,0-1 0 0 0,1 1 0 0 0,-1 0 0 0 0,1 0-1 0 0,-1-1 1 0 0,0 1 0 0 0,1 0 0 0 0,-1-1 0 0 0,1 0 0 0 0,-1 1 0 0 0,1-1 0 0 0,0 0 0 0 0,-1 0 0 0 0,1 0-1 0 0,-1 0 1 0 0,1 0 0 0 0,-1 0 0 0 0,3 0 0 0 0,49-9-1043 0 0,-43 7 686 0 0,3-1-568 0 0,1-1 0 0 0,20-8 0 0 0,4-7-5697 0 0,-34 16 4703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4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1 141 844 0 0,'0'0'3990'0'0,"5"1"1228"0"0,17 6-3858 0 0,0-4-1012 0 0,0-1 0 0 0,0-1 0 0 0,0-1 0 0 0,0-1 0 0 0,0-1 0 0 0,0-1 0 0 0,0-1 0 0 0,-1-1 0 0 0,1-1 1 0 0,-1-1-1 0 0,0 0 0 0 0,-1-2 0 0 0,20-11 0 0 0,1-11-179 0 0,-40 31-181 0 0,1-1 0 0 0,-1 0 0 0 0,0 0 0 0 0,0 0 1 0 0,0 0-1 0 0,0 0 0 0 0,0 0 0 0 0,0 0 0 0 0,0-1 0 0 0,0 1 0 0 0,-1 0 0 0 0,1 0 0 0 0,0-1 0 0 0,-1 1 0 0 0,1 0 1 0 0,-1-1-1 0 0,1 1 0 0 0,-1-1 0 0 0,0 1 0 0 0,0-1 0 0 0,0 1 0 0 0,1-1 0 0 0,-1 1 0 0 0,-1-1 0 0 0,1 1 0 0 0,0 0 0 0 0,0-1 1 0 0,0 1-1 0 0,-1-1 0 0 0,0-2 0 0 0,-1 2-10 0 0,0 0-1 0 0,-1 1 1 0 0,1-1 0 0 0,0 1-1 0 0,0-1 1 0 0,-1 1 0 0 0,1 0 0 0 0,-1 0-1 0 0,0 0 1 0 0,1 0 0 0 0,-1 1 0 0 0,1-1-1 0 0,-1 1 1 0 0,0-1 0 0 0,0 1-1 0 0,1 0 1 0 0,-1 0 0 0 0,0 0 0 0 0,1 0-1 0 0,-1 1 1 0 0,0-1 0 0 0,-2 2-1 0 0,-12 1 22 0 0,0 1 0 0 0,-18 7 0 0 0,32-9 3 0 0,-16 5 28 0 0,2 1-1 0 0,-1 1 1 0 0,1 0-1 0 0,1 2 1 0 0,-1 0 0 0 0,2 1-1 0 0,0 0 1 0 0,0 1-1 0 0,1 1 1 0 0,-17 21-1 0 0,29-32-43 0 0,0-1 1 0 0,0 1-1 0 0,0 0 0 0 0,0 0 0 0 0,0 0 1 0 0,1 0-1 0 0,-1 0 0 0 0,1 0 0 0 0,0 0 1 0 0,0 0-1 0 0,0 0 0 0 0,0 1 0 0 0,1-1 1 0 0,-1 0-1 0 0,1 1 0 0 0,0-1 0 0 0,0 1 1 0 0,0-1-1 0 0,0 0 0 0 0,1 1 1 0 0,0-1-1 0 0,-1 0 0 0 0,1 1 0 0 0,0-1 1 0 0,0 0-1 0 0,1 0 0 0 0,-1 0 0 0 0,1 0 1 0 0,-1 0-1 0 0,1 0 0 0 0,0 0 0 0 0,0-1 1 0 0,0 1-1 0 0,1-1 0 0 0,-1 1 0 0 0,1-1 1 0 0,-1 0-1 0 0,1 0 0 0 0,0 0 0 0 0,0 0 1 0 0,0 0-1 0 0,0-1 0 0 0,4 2 0 0 0,18 7-1085 0 0,0-2 1 0 0,0 0-1 0 0,32 4 0 0 0,-16-3-2638 0 0,-8 1-578 0 0,-20-4 2091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5.2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0 1732 0 0,'0'0'7138'0'0,"-9"31"-2253"0"0,-7 129 96 0 0,15-119-4931 0 0,2 1-1 0 0,1 0 1 0 0,15 74-1 0 0,-16-113-265 0 0,0 0 0 0 0,0 0 0 0 0,0 0 0 0 0,1 0 0 0 0,-1 0 0 0 0,0 0 0 0 0,1-1 0 0 0,0 1 0 0 0,0-1-1 0 0,0 1 1 0 0,0-1 0 0 0,4 4 0 0 0,-5-5 13 0 0,-1-1 0 0 0,1 0-1 0 0,-1 1 1 0 0,1-1 0 0 0,-1 1-1 0 0,1-1 1 0 0,0 0 0 0 0,-1 0-1 0 0,1 1 1 0 0,0-1 0 0 0,-1 0 0 0 0,1 0-1 0 0,0 0 1 0 0,-1 0 0 0 0,1 0-1 0 0,0 0 1 0 0,0 0 0 0 0,-1 0-1 0 0,1 0 1 0 0,0 0 0 0 0,-1 0 0 0 0,2-1-1 0 0,-1 0-151 0 0,0 1 0 0 0,1-1 1 0 0,-1 0-1 0 0,0 0 0 0 0,-1 0 0 0 0,1 0 0 0 0,0 0 0 0 0,0 0 0 0 0,0 0 0 0 0,-1-1 0 0 0,1 1 0 0 0,0 0 0 0 0,-1 0 1 0 0,1-1-1 0 0,-1 1 0 0 0,1-2 0 0 0,0-8-1928 0 0,-1-2-2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5.5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39 288 0 0,'3'-16'3958'0'0,"-3"15"-3546"0"0,0 0-1 0 0,0-1 0 0 0,1 1 0 0 0,-1 0 0 0 0,0-1 1 0 0,0 1-1 0 0,1 0 0 0 0,-1 0 0 0 0,1-1 1 0 0,-1 1-1 0 0,1 0 0 0 0,-1 0 0 0 0,1 0 0 0 0,0 0 1 0 0,0 0-1 0 0,2-2 1377 0 0,2 13-272 0 0,-4-9-1385 0 0,-1 0 0 0 0,1 0 1 0 0,0 0-1 0 0,-1 0 0 0 0,1 1 1 0 0,0-1-1 0 0,-1 0 0 0 0,0 0 1 0 0,1 1-1 0 0,-1-1 0 0 0,0 0 1 0 0,1 1-1 0 0,-1-1 0 0 0,0 2 0 0 0,0 3 38 0 0,-1-1-1 0 0,1 1 1 0 0,-1-1-1 0 0,0 1 0 0 0,-1-1 1 0 0,1 1-1 0 0,-1-1 1 0 0,0 0-1 0 0,0 0 1 0 0,-1 0-1 0 0,-4 7 0 0 0,1 1-190 0 0,8-9-977 0 0,15-12-2666 0 0,10-4-297 0 0,9 4-2036 0 0,-27 8 3840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5.9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1 908 0 0,'-18'66'11224'0'0,"13"-28"-9591"0"0,2 1 1 0 0,1 42-1 0 0,2-70-1183 0 0,-1 1-1 0 0,-1-1 0 0 0,-5 19 1 0 0,4-19-76 0 0,0 0 1 0 0,1-1 0 0 0,-1 20 0 0 0,3-30-369 0 0,2-1-486 0 0,0 0 408 0 0,0-1-1 0 0,0 1 1 0 0,0-1-1 0 0,0 0 1 0 0,0 1-1 0 0,0-1 1 0 0,-1 0-1 0 0,1 0 1 0 0,-1 0-1 0 0,1 0 1 0 0,-1 0-1 0 0,1-3 1 0 0,4-4-113 0 0,121-171-501 0 0,-118 166 682 0 0,2 0 0 0 0,-1 1 0 0 0,2 0 0 0 0,0 1 0 0 0,0 1 0 0 0,1 0 0 0 0,0 0 0 0 0,1 1 0 0 0,17-8 0 0 0,-29 16 9 0 0,0 1 0 0 0,1 0-1 0 0,-1 0 1 0 0,1 1 0 0 0,-1-1-1 0 0,0 0 1 0 0,1 1 0 0 0,-1 0-1 0 0,1-1 1 0 0,-1 1-1 0 0,1 0 1 0 0,0 0 0 0 0,-1 1-1 0 0,1-1 1 0 0,-1 0 0 0 0,1 1-1 0 0,-1-1 1 0 0,0 1 0 0 0,1 0-1 0 0,-1 0 1 0 0,0 0 0 0 0,1 0-1 0 0,-1 0 1 0 0,0 1 0 0 0,0-1-1 0 0,0 1 1 0 0,0-1 0 0 0,0 1-1 0 0,0 0 1 0 0,0 0-1 0 0,-1 0 1 0 0,1 0 0 0 0,-1 0-1 0 0,1 0 1 0 0,1 4 0 0 0,4 8 35 0 0,-1 0 0 0 0,0 0 0 0 0,-2 1 0 0 0,7 27 0 0 0,-5-18-70 0 0,1 3-327 0 0,11 34-1215 0 0,2-23-3717 0 0,-7-23-1547 0 0,-10-14 4430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6.9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4 1340 0 0,'0'0'334'0'0,"-1"0"-1"0"0,1-1 1 0 0,0 1-1 0 0,-1 0 1 0 0,1-1-1 0 0,-1 1 1 0 0,1 0-1 0 0,-1 0 1 0 0,1-1-1 0 0,-1 1 1 0 0,1 0-1 0 0,-1 0 1 0 0,0 0-1 0 0,1 0 1 0 0,-1 0-1 0 0,1 0 1 0 0,-1 0-1 0 0,1 0 1 0 0,-1 0-1 0 0,1 0 1 0 0,-1 0-1 0 0,0 0 1 0 0,1 0-1 0 0,-1 0 1 0 0,1 0-1 0 0,-1 1 1 0 0,0-1-1 0 0,0 0-233 0 0,1 0 0 0 0,-1 1 0 0 0,0-1 0 0 0,0 0 0 0 0,1 0 0 0 0,-1 0 0 0 0,0 1 0 0 0,1-1 0 0 0,-1 0 0 0 0,0 1 0 0 0,1-1 0 0 0,-1 0 0 0 0,1 1 0 0 0,-1-1 0 0 0,1 1 0 0 0,-1-1 0 0 0,1 1 0 0 0,-1 0 0 0 0,1-1 0 0 0,-1 1 0 0 0,1-1 0 0 0,-1 1 0 0 0,1 0 0 0 0,0-1 0 0 0,0 1 0 0 0,-1 0 0 0 0,1 0 0 0 0,-1 26 476 0 0,2-1 0 0 0,0 1 0 0 0,2-1 0 0 0,1 0 0 0 0,9 29 0 0 0,-9-41-546 0 0,2-1 0 0 0,0 0 0 0 0,1 0 0 0 0,0 0 0 0 0,1-1 0 0 0,0 0 0 0 0,1 0 0 0 0,0-1 0 0 0,1 0 0 0 0,0-1 0 0 0,16 13 0 0 0,-20-17-59 0 0,1-1-1 0 0,0 0 1 0 0,0-1 0 0 0,0 0 0 0 0,0 0-1 0 0,1 0 1 0 0,-1-1 0 0 0,1 0-1 0 0,0 0 1 0 0,0-1 0 0 0,1 0 0 0 0,-1-1-1 0 0,0 1 1 0 0,0-2 0 0 0,1 1-1 0 0,-1-1 1 0 0,1 0 0 0 0,-1-1-1 0 0,0 0 1 0 0,0 0 0 0 0,10-4 0 0 0,-12 3-7 0 0,-1-1 0 0 0,1 1 0 0 0,0-2 1 0 0,-1 1-1 0 0,1-1 0 0 0,-1 1 0 0 0,0-2 1 0 0,-1 1-1 0 0,1 0 0 0 0,-1-1 0 0 0,1 0 0 0 0,-2 0 1 0 0,1 0-1 0 0,5-10 0 0 0,3-7-57 0 0,-2-1-1 0 0,11-36 0 0 0,-2 9-57 0 0,-12 29 88 0 0,10-16-34 0 0,-9 23 28 0 0,-6 11 580 0 0,-2 11 39 0 0,0 1-385 0 0,-1 22 46 0 0,2 0 0 0 0,1 0 0 0 0,2 0 0 0 0,11 47 0 0 0,-14-73-302 0 0,0 0 0 0 0,1-1 0 0 0,0 1 0 0 0,0-1 0 0 0,0 1 1 0 0,0-1-1 0 0,1 0 0 0 0,0 0 0 0 0,0 0 0 0 0,0 0 0 0 0,0-1 0 0 0,1 1 0 0 0,-1-1 0 0 0,1 0 0 0 0,0 1 0 0 0,0-2 1 0 0,0 1-1 0 0,0 0 0 0 0,1-1 0 0 0,-1 0 0 0 0,1 0 0 0 0,-1 0 0 0 0,1-1 0 0 0,0 0 0 0 0,-1 0 0 0 0,10 1 0 0 0,1-1-1277 0 0,0-1-1 0 0,-1-1 0 0 0,1 0 1 0 0,0-1-1 0 0,0-1 0 0 0,0 0 1 0 0,21-8-1 0 0,-15 3-916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7.4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25 1340 0 0,'-5'-8'2064'0'0,"-5"-8"6085"0"0,9 17-8029 0 0,1-1-1 0 0,-1 1 0 0 0,1 0 0 0 0,-1-1 1 0 0,1 1-1 0 0,0 0 0 0 0,-1-1 1 0 0,1 1-1 0 0,0 0 0 0 0,0 0 1 0 0,-1 0-1 0 0,1-1 0 0 0,0 1 1 0 0,0 0-1 0 0,0 0 0 0 0,0 0 0 0 0,0-1 1 0 0,0 1-1 0 0,0 0 0 0 0,0 0 1 0 0,1 0-1 0 0,-1 1 0 0 0,-3 231 2026 0 0,0 0-5249 0 0,3-220 1219 0 0,1 0 0 0 0,1 0 0 0 0,0 0 0 0 0,5 20 0 0 0,-4-24-264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7.7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9 121 232 0 0,'-1'0'214'0'0,"1"0"-1"0"0,-1-1 1 0 0,1 1 0 0 0,-1 0-1 0 0,1-1 1 0 0,-1 1 0 0 0,1 0-1 0 0,-1-1 1 0 0,1 1 0 0 0,0-1-1 0 0,-1 1 1 0 0,1-1 0 0 0,0 1-1 0 0,-1-1 1 0 0,1 1 0 0 0,0-1-1 0 0,-1 1 1 0 0,1-1 0 0 0,0 1-1 0 0,0-1 1 0 0,0 0 0 0 0,0 1-1 0 0,0-1 1 0 0,0 1 0 0 0,0-1-1 0 0,0 1 1 0 0,0-1 0 0 0,0 0-1 0 0,0 1 1 0 0,0-1 0 0 0,0 1-1 0 0,0-1 1 0 0,1 0 0 0 0,0 0-110 0 0,0 0 1 0 0,1 0 0 0 0,-1 0 0 0 0,0 0 0 0 0,1 0-1 0 0,-1 0 1 0 0,1 1 0 0 0,0-1 0 0 0,-1 1-1 0 0,1-1 1 0 0,-1 1 0 0 0,1 0 0 0 0,1-1-1 0 0,190-30-369 0 0,0 0-1448 0 0,-66 5-2756 0 0,-102 21 2933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8.3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244 61 316 0 0,'-37'4'9053'0'0,"34"-2"-8911"0"0,0-1-1 0 0,0 0 1 0 0,0 1-1 0 0,1-1 1 0 0,-1 1-1 0 0,0 0 1 0 0,1 0-1 0 0,-1 0 1 0 0,1 0 0 0 0,0 1-1 0 0,0-1 1 0 0,0 1-1 0 0,0-1 1 0 0,-2 5-1 0 0,-80 97 1878 0 0,75-92-1760 0 0,-7 10 345 0 0,-22 40 1 0 0,35-56-558 0 0,0 1 0 0 0,0-1 1 0 0,1 0-1 0 0,0 1 1 0 0,0 0-1 0 0,0-1 0 0 0,1 1 1 0 0,0 0-1 0 0,0 0 1 0 0,1-1-1 0 0,0 1 0 0 0,1 7 1 0 0,-1-12-56 0 0,0 0 1 0 0,1 0-1 0 0,-1 0 1 0 0,1 0-1 0 0,0 0 1 0 0,0 0-1 0 0,-1 0 0 0 0,1 0 1 0 0,0 0-1 0 0,1-1 1 0 0,-1 1-1 0 0,0 0 1 0 0,0-1-1 0 0,1 1 1 0 0,-1-1-1 0 0,1 1 1 0 0,-1-1-1 0 0,1 0 0 0 0,0 0 1 0 0,3 2-1 0 0,-1-1-29 0 0,0-1 0 0 0,0 1 0 0 0,1-1-1 0 0,-1 0 1 0 0,0-1 0 0 0,1 1 0 0 0,-1-1-1 0 0,0 1 1 0 0,8-2 0 0 0,0 0-93 0 0,0-1 1 0 0,0 0-1 0 0,0-1 1 0 0,0 0-1 0 0,0-1 1 0 0,15-7-1 0 0,-14 3-24 0 0,0 1-1 0 0,0-2 1 0 0,-1 0 0 0 0,0 0-1 0 0,0-1 1 0 0,13-15-1 0 0,51-72-691 0 0,-52 64 595 0 0,-21 29 203 0 0,0 1 16 0 0,-1-1 0 0 0,1 1 0 0 0,-1-1-1 0 0,0 1 1 0 0,0-1 0 0 0,3-7 0 0 0,-5 11 36 0 0,3 0 37 0 0,-1 1 0 0 0,0-1 0 0 0,0 1 0 0 0,1 0 0 0 0,-1 0 0 0 0,0 0 0 0 0,0 0 0 0 0,0 0 0 0 0,0 0 0 0 0,0 0 0 0 0,0 1 0 0 0,3 2 0 0 0,27 27 561 0 0,-15-14-288 0 0,-10-10-252 0 0,0-1 0 0 0,1 0 0 0 0,-1 0 0 0 0,2-1 0 0 0,10 6 0 0 0,-16-10-53 0 0,0 0 1 0 0,0 0-1 0 0,0 0 1 0 0,0 0-1 0 0,0-1 1 0 0,0 1-1 0 0,0-1 1 0 0,1 1-1 0 0,-1-1 1 0 0,0 0-1 0 0,0-1 1 0 0,0 1-1 0 0,1 0 1 0 0,-1-1-1 0 0,0 0 1 0 0,0 0-1 0 0,0 0 1 0 0,0 0-1 0 0,5-3 1 0 0,1 0-15 0 0,0-1 0 0 0,-1 0 0 0 0,0-1 0 0 0,0 0 0 0 0,7-7 0 0 0,-13 11-17 0 0,0 0 0 0 0,0 0 0 0 0,-1 0 0 0 0,1 0 1 0 0,-1 0-1 0 0,1 0 0 0 0,-1 0 0 0 0,0-1 0 0 0,0 1 0 0 0,0 0 0 0 0,0-1 0 0 0,0 1 0 0 0,-1-1 0 0 0,1 1 0 0 0,-1-1 0 0 0,0 1 0 0 0,1-1 1 0 0,-1 0-1 0 0,0 1 0 0 0,-1-1 0 0 0,1 1 0 0 0,0-1 0 0 0,-1 1 0 0 0,1-1 0 0 0,-2-3 0 0 0,-7-15-160 0 0,5 14 129 0 0,1 0 1 0 0,1-1-1 0 0,-1 1 0 0 0,1 0 0 0 0,0-1 1 0 0,-1-12-1 0 0,4 17 37 0 0,-1 0 1 0 0,1 0 0 0 0,0 0-1 0 0,0 0 1 0 0,0 0-1 0 0,0 0 1 0 0,0 0-1 0 0,1 0 1 0 0,0 1-1 0 0,-1-1 1 0 0,1 0 0 0 0,0 1-1 0 0,0-1 1 0 0,0 1-1 0 0,1 0 1 0 0,-1 0-1 0 0,0 0 1 0 0,1 0 0 0 0,-1 0-1 0 0,1 0 1 0 0,3-1-1 0 0,0 0 47 0 0,0 0-1 0 0,0 0 1 0 0,0 0-1 0 0,0 1 1 0 0,1 0-1 0 0,-1 0 1 0 0,0 1-1 0 0,1 0 1 0 0,9-1-1 0 0,-12 2 33 0 0,0 1 1 0 0,-1 0-1 0 0,1 0 0 0 0,0 0 0 0 0,-1 0 0 0 0,1 1 1 0 0,-1-1-1 0 0,1 1 0 0 0,-1 0 0 0 0,0 0 1 0 0,0 0-1 0 0,0 1 0 0 0,0-1 0 0 0,0 1 0 0 0,0-1 1 0 0,-1 1-1 0 0,1 0 0 0 0,-1 0 0 0 0,0 0 0 0 0,0 1 1 0 0,0-1-1 0 0,0 0 0 0 0,1 5 0 0 0,4 5 155 0 0,-2 1 0 0 0,0 0 1 0 0,0 0-1 0 0,4 26 0 0 0,-5 34 231 0 0,-4-61-611 0 0,0 0 0 0 0,0 0 0 0 0,1 0-1 0 0,1-1 1 0 0,0 1 0 0 0,1 0 0 0 0,7 19 0 0 0,-9-30-44 0 0,0 0 1 0 0,0 0-1 0 0,0 0 1 0 0,1 0-1 0 0,-1-1 1 0 0,1 1-1 0 0,-1 0 0 0 0,1-1 1 0 0,0 1-1 0 0,0-1 1 0 0,-1 1-1 0 0,1-1 1 0 0,0 0-1 0 0,0 0 1 0 0,0 0-1 0 0,1 0 1 0 0,-1 0-1 0 0,0 0 1 0 0,0-1-1 0 0,5 2 1 0 0,-1-2-1036 0 0,1 1 0 0 0,0-1 1 0 0,0 0-1 0 0,-1-1 1 0 0,13-1-1 0 0,-3-1-826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59:18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84 696 0 0,'-8'-3'4266'0'0,"7"2"-3694"0"0,0 0-1 0 0,0 1 0 0 0,0-1 0 0 0,0 0 1 0 0,-1 1-1 0 0,1 0 0 0 0,0-1 0 0 0,0 1 1 0 0,-1 0-1 0 0,1-1 0 0 0,0 1 0 0 0,0 0 0 0 0,-1 0 1 0 0,-1 0-1 0 0,2 1-506 0 0,0 0 1 0 0,0 0-1 0 0,0 0 0 0 0,1-1 1 0 0,-1 1-1 0 0,0 1 0 0 0,0-1 1 0 0,1 0-1 0 0,-1 0 0 0 0,0 0 0 0 0,1 0 1 0 0,-1 0-1 0 0,1 0 0 0 0,-1 1 1 0 0,1-1-1 0 0,0 0 0 0 0,0 1 1 0 0,0-1-1 0 0,-1 2 0 0 0,-6 32 463 0 0,1 1-1 0 0,2 0 1 0 0,1 45 0 0 0,52-158-3309 0 0,-38 56 2733 0 0,1-1 0 0 0,1 2 0 0 0,1 0 0 0 0,1 0 0 0 0,0 2 0 0 0,35-33 0 0 0,-2 21 109 0 0,-47 29-26 0 0,1 0-1 0 0,-1 0 0 0 0,1 0 0 0 0,-1 1 1 0 0,1-1-1 0 0,0 0 0 0 0,-1 1 0 0 0,1-1 1 0 0,-1 1-1 0 0,1 0 0 0 0,0 0 0 0 0,-1-1 1 0 0,1 1-1 0 0,0 0 0 0 0,-1 0 0 0 0,1 0 1 0 0,0 1-1 0 0,-1-1 0 0 0,1 0 0 0 0,0 1 1 0 0,-1-1-1 0 0,1 1 0 0 0,-1-1 1 0 0,1 1-1 0 0,0 0 0 0 0,-1 0 0 0 0,0 0 1 0 0,1 0-1 0 0,1 1 0 0 0,-1 4 124 0 0,0 0 0 0 0,0 0-1 0 0,-1 0 1 0 0,0 1 0 0 0,0-1-1 0 0,0 0 1 0 0,-1 0 0 0 0,0 1 0 0 0,0-1-1 0 0,-3 12 1 0 0,2 7 189 0 0,1-20-276 0 0,0 35 380 0 0,8 61 0 0 0,-7-91-436 0 0,1 0 0 0 0,0 0 0 0 0,0 0 0 0 0,1 0 0 0 0,1-1 0 0 0,-1 1 0 0 0,2-1 0 0 0,-1 0 0 0 0,1 0-1 0 0,1 0 1 0 0,10 12 0 0 0,-13-18-90 0 0,1 0-1 0 0,-1 0 0 0 0,1 0 0 0 0,0-1 1 0 0,0 0-1 0 0,0 0 0 0 0,0 0 1 0 0,0 0-1 0 0,1-1 0 0 0,-1 0 0 0 0,0 1 1 0 0,1-2-1 0 0,-1 1 0 0 0,1 0 1 0 0,-1-1-1 0 0,1 0 0 0 0,-1 0 0 0 0,9-1 1 0 0,7-2-2589 0 0,0-1-1 0 0,36-11 1 0 0,-42 10 168 0 0,-2 0 60 0 0,1 0-31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0:39.8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1 2068 0 0,'-38'23'6773'0'0,"-18"12"-3984"0"0,-8-1-3739 0 0,77-44-6071 0 0,-4 4 5094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0:45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891 990 620 0 0,'-6'-16'3013'0'0,"4"11"-2517"0"0,0 1 1 0 0,0-1-1 0 0,1 0 1 0 0,-1 0-1 0 0,1 1 0 0 0,0-1 1 0 0,1 0-1 0 0,-1-7 1 0 0,1 7-366 0 0,1-1 1 0 0,0 1-1 0 0,0 0 1 0 0,0 0-1 0 0,0 0 1 0 0,1 0-1 0 0,0 0 0 0 0,0 0 1 0 0,0 0-1 0 0,1 0 1 0 0,0 1-1 0 0,4-7 1 0 0,6-5 345 0 0,29-28 0 0 0,-19 22-51 0 0,21-17 2 0 0,1 2 1 0 0,2 2-1 0 0,78-44 0 0 0,-102 65-346 0 0,66-37 481 0 0,172-72-1 0 0,107-7 361 0 0,12 28-435 0 0,-283 78-412 0 0,102-21 138 0 0,1 9 0 0 0,2 9 1 0 0,332-2-1 0 0,-47 43 718 0 0,-371-4-643 0 0,-1 6 1 0 0,133 34-1 0 0,102 43 318 0 0,170 58-146 0 0,-473-137-428 0 0,201 59 85 0 0,-193-60-63 0 0,1-3 0 0 0,88 6 0 0 0,-3-14 285 0 0,235-29-1 0 0,653-129-33 0 0,-579 46-574 0 0,-445 108 262 0 0,348-83-192 0 0,-286 70 271 0 0,91-10 1 0 0,-92 17-27 0 0,45-2 41 0 0,1 5 1 0 0,130 11 0 0 0,-168-3-63 0 0,42 5 2 0 0,-2 5 1 0 0,1 5-1 0 0,162 47 0 0 0,-190-36-83 0 0,-2 3 1 0 0,86 46-1 0 0,113 86-233 0 0,-270-155 268 0 0,349 253-125 0 0,-309-220 197 0 0,1-3 0 0 0,114 62 1 0 0,-136-84 17 0 0,2-3 0 0 0,0 0 0 0 0,0-3 0 0 0,1 0 0 0 0,1-3 0 0 0,68 8 1 0 0,26-11 185 0 0,142-12 0 0 0,227-26 339 0 0,-490 32-599 0 0,1 0 1 0 0,-1 1-1 0 0,1 0 1 0 0,-1 0-1 0 0,0 1 1 0 0,20 5-1 0 0,-29-5 11 0 0,1 0 1 0 0,-1 0-1 0 0,1-1 0 0 0,-1 2 0 0 0,0-1 0 0 0,1 0 0 0 0,-1 0 0 0 0,0 0 0 0 0,0 1 1 0 0,0-1-1 0 0,0 0 0 0 0,0 1 0 0 0,0-1 0 0 0,0 1 0 0 0,0-1 0 0 0,-1 1 1 0 0,1-1-1 0 0,0 1 0 0 0,-1 0 0 0 0,0-1 0 0 0,1 1 0 0 0,-1 0 0 0 0,0 0 0 0 0,0 2 1 0 0,-2 47 227 0 0,1-37-177 0 0,-38 261 845 0 0,22-171-691 0 0,6-43-92 0 0,-2-1 0 0 0,-3 0 0 0 0,-3-2-1 0 0,-2 0 1 0 0,-2-1 0 0 0,-55 95 0 0 0,-51 53 53 0 0,92-153-115 0 0,-77 85 1 0 0,94-117-41 0 0,-1-2-1 0 0,-1 0 1 0 0,0-2-1 0 0,-2 0 1 0 0,1-1 0 0 0,-2-2-1 0 0,-31 14 1 0 0,5-7-32 0 0,-1-3 0 0 0,-93 19 0 0 0,-1141 174-170 0 0,1249-204 220 0 0,-393 29 38 0 0,389-33-77 0 0,-1252 37-558 0 0,1019-49 757 0 0,-131 4 66 0 0,378 7-258 0 0,-87 7-42 0 0,-146 26 0 0 0,172-12-82 0 0,0 3-1 0 0,2 5 0 0 0,1 3 1 0 0,-126 68-1 0 0,145-66 33 0 0,-295 150-180 0 0,271-144 367 0 0,-2-5-1 0 0,-104 27 0 0 0,71-34 111 0 0,-1-6 0 0 0,-152 9 1 0 0,-260-17-38 0 0,386-17-212 0 0,-158 4-115 0 0,-5 24-78 0 0,-245 3 391 0 0,502-33-101 0 0,0-2 1 0 0,0-2-1 0 0,1-3 1 0 0,1-2-1 0 0,0-3 0 0 0,1-2 1 0 0,1-2-1 0 0,-88-48 1 0 0,-146-107-155 0 0,-11-9 226 0 0,-96-67-48 0 0,343 215-130 0 0,-78-42-1 0 0,98 62 18 0 0,-1 1 0 0 0,0 2-1 0 0,0 2 1 0 0,-39-9 0 0 0,26 11 29 0 0,0 2 0 0 0,0 1 0 0 0,-90 3 1 0 0,100 5 22 0 0,0 2-1 0 0,1 2 1 0 0,-1 1 0 0 0,2 2 0 0 0,-59 21 0 0 0,84-26-16 0 0,-138 59 24 0 0,120-49-36 0 0,0 0 0 0 0,1 2 0 0 0,-29 23 0 0 0,14-5 8 0 0,-2-1 0 0 0,0-3 0 0 0,-79 41 0 0 0,116-69 15 0 0,0 1 1 0 0,0-1-1 0 0,0 0 0 0 0,0 0 0 0 0,0-1 1 0 0,0 0-1 0 0,0 0 0 0 0,0 0 0 0 0,-1-1 1 0 0,1 0-1 0 0,0 0 0 0 0,-1-1 0 0 0,1 0 0 0 0,0 0 1 0 0,0 0-1 0 0,0 0 0 0 0,0-1 0 0 0,0 0 1 0 0,0-1-1 0 0,0 1 0 0 0,1-1 0 0 0,-1 0 1 0 0,1-1-1 0 0,-7-4 0 0 0,-7-6 0 0 0,1 0 1 0 0,1-1-1 0 0,0-1 1 0 0,1 0-1 0 0,0-1 1 0 0,2-1-1 0 0,0-1 1 0 0,1 0-1 0 0,1 0 1 0 0,0-2-1 0 0,-10-26 1 0 0,4 3-22 0 0,3 0 1 0 0,1-1-1 0 0,2 0 1 0 0,-9-74-1 0 0,12 9-40 0 0,6-131-1 0 0,3 148-10 0 0,1 47 0 0 0,2 0-1 0 0,1 1 1 0 0,3-1 0 0 0,2 1-1 0 0,16-52 1 0 0,-16 74 14 0 0,1 1 0 0 0,1 0-1 0 0,1 0 1 0 0,1 1 0 0 0,1 1 0 0 0,0 0 0 0 0,30-30-1 0 0,133-112-221 0 0,-168 155 249 0 0,61-52-5 0 0,3 3 0 0 0,2 3 1 0 0,2 4-1 0 0,144-68 0 0 0,-155 91-782 0 0,2 3 1 0 0,92-18-1 0 0,142-11-7532 0 0,-102 20-1254 0 0,-148 23 6965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0:52.6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1387 20 1200 0 0,'10'-7'7390'0'0,"20"-1"-7546"0"0,-22 6 967 0 0,6-1 1327 0 0,-24 4 1736 0 0,6 0-3854 0 0,-1 0 1 0 0,1 0 0 0 0,0 1 0 0 0,0-1-1 0 0,0 1 1 0 0,0 0 0 0 0,-7 5-1 0 0,-7 3 11 0 0,3-1-2 0 0,0 0-1 0 0,0 1 1 0 0,2 1 0 0 0,-1 0 0 0 0,-18 20 0 0 0,2-3 22 0 0,-303 309 337 0 0,223-219-336 0 0,-264 302-172 0 0,337-380 97 0 0,-1-1 0 0 0,-3-2-1 0 0,-66 48 1 0 0,47-39-46 0 0,40-29 5 0 0,-34 40 1 0 0,-3 2-44 0 0,53-55 318 0 0,-7 6-1671 0 0,10-6-2283 0 0,9-3-3381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0:53.0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120 36 1540 0 0,'7'-16'5774'0'0,"1"-4"-414"0"0,-39 53-4580 0 0,12-8-510 0 0,2 1 1 0 0,-24 48 0 0 0,18-32-53 0 0,22-40-215 0 0,1-1 0 0 0,-1 1 0 0 0,1 0 0 0 0,-1 0 0 0 0,1-1 0 0 0,0 1 1 0 0,-1 0-1 0 0,1 0 0 0 0,0 0 0 0 0,0-1 0 0 0,0 1 0 0 0,0 0 0 0 0,1 0 0 0 0,-1 0 0 0 0,1-1 0 0 0,-1 1 0 0 0,1 0 0 0 0,-1 0 0 0 0,1-1 1 0 0,0 1-1 0 0,0-1 0 0 0,-1 1 0 0 0,1 0 0 0 0,2 1 0 0 0,35 38-47 0 0,-20-23 54 0 0,2 3-347 0 0,1-2 0 0 0,1 0-1 0 0,0-1 1 0 0,2-2-1 0 0,42 24 1 0 0,134 51-9248 0 0,-166-77 7307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32.1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53 1024 0 0,'-75'-9'11820'0'0,"64"6"-10443"0"0,15-4-1834 0 0,23-12-4435 0 0,-15 10-129 0 0,-8 4 2806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36.1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134 159 604 0 0,'2'-7'824'0'0,"-1"0"0"0"0,1 0 0 0 0,0 0 0 0 0,1 1-1 0 0,-1-1 1 0 0,8-12 0 0 0,-7 15-736 0 0,1-1 0 0 0,0 1 0 0 0,0 0 0 0 0,0 0 0 0 0,1 0 0 0 0,-1 0 1 0 0,1 1-1 0 0,0 0 0 0 0,0 0 0 0 0,0 0 0 0 0,0 0 0 0 0,0 1 0 0 0,1 0 0 0 0,6-2 0 0 0,7-1 114 0 0,-1 1 1 0 0,1 1-1 0 0,0 0 0 0 0,-1 2 1 0 0,38 1-1 0 0,96 15 714 0 0,-143-14-869 0 0,207 35 1078 0 0,413 125 0 0 0,183 148-1292 0 0,-478-147-74 0 0,-262-120 318 0 0,-2 3 0 0 0,92 77 0 0 0,-136-99 36 0 0,0 1-1 0 0,25 33 0 0 0,-42-46-51 0 0,0 0 0 0 0,-1 1 0 0 0,0 1-1 0 0,-1-1 1 0 0,-1 1 0 0 0,0 0 0 0 0,9 28 0 0 0,-14-36-35 0 0,0 1 0 0 0,0-1 0 0 0,-1 0 0 0 0,0 1 0 0 0,0-1 0 0 0,0 1 0 0 0,0-1 1 0 0,-1 0-1 0 0,0 1 0 0 0,0-1 0 0 0,0 0 0 0 0,-1 0 0 0 0,0 0 0 0 0,-4 9 0 0 0,1-6-1 0 0,0 0 1 0 0,0-1-1 0 0,-1 1 1 0 0,0-1-1 0 0,0 0 1 0 0,-1-1-1 0 0,-14 12 0 0 0,-1-3-13 0 0,-1-1-1 0 0,-1-1 0 0 0,0-1 0 0 0,0-1 1 0 0,-27 8-1 0 0,1-4-7 0 0,0-3 1 0 0,-1-1-1 0 0,-1-3 1 0 0,1-2-1 0 0,-86-1 1 0 0,31-9 60 0 0,-184-31 0 0 0,161 12-140 0 0,2-5 0 0 0,1-7 1 0 0,2-4-1 0 0,-220-103 1 0 0,243 86-120 0 0,-137-99 1 0 0,-79-88 326 0 0,80 57 788 0 0,206 164-663 0 0,1-1-1 0 0,1-2 0 0 0,1-1 0 0 0,1-1 0 0 0,-31-42 1 0 0,53 62-230 0 0,1 0 1 0 0,0 0-1 0 0,0-1 1 0 0,1 1 0 0 0,0-1-1 0 0,0 0 1 0 0,1 0-1 0 0,0-1 1 0 0,0 1-1 0 0,1 0 1 0 0,0 0-1 0 0,0-1 1 0 0,1 1 0 0 0,0-1-1 0 0,2-9 1 0 0,-1 12-41 0 0,1-1 1 0 0,0 0 0 0 0,0 1-1 0 0,0-1 1 0 0,1 1-1 0 0,0-1 1 0 0,0 1 0 0 0,1 0-1 0 0,0 0 1 0 0,0 1-1 0 0,0-1 1 0 0,1 1 0 0 0,-1 0-1 0 0,1 0 1 0 0,1 1 0 0 0,-1-1-1 0 0,1 1 1 0 0,10-6-1 0 0,5-1-33 0 0,1 1 0 0 0,0 2 0 0 0,0 0 0 0 0,1 1 0 0 0,0 1-1 0 0,0 1 1 0 0,0 1 0 0 0,1 2 0 0 0,27-1 0 0 0,13 3-486 0 0,1 4 1 0 0,72 12-1 0 0,297 79-9513 0 0,-355-73 7740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37.1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377 133 476 0 0,'-3'-1'474'0'0,"-6"-1"456"0"0,0 0-1 0 0,1 0 1 0 0,-1-1 0 0 0,1-1-1 0 0,-1 1 1 0 0,1-1 0 0 0,-10-7-1 0 0,42 4 220 0 0,43 1-411 0 0,118 3 1 0 0,68 21 77 0 0,-166-10-605 0 0,677 106 850 0 0,-726-107-1029 0 0,205 41 36 0 0,-2 11 0 0 0,292 113 0 0 0,-461-144-89 0 0,-1 4 1 0 0,94 58-1 0 0,-133-70 49 0 0,-1 1-1 0 0,-2 2 0 0 0,0 1 1 0 0,-1 1-1 0 0,-2 1 0 0 0,-1 2 1 0 0,26 34-1 0 0,-45-52 1 0 0,1 0 0 0 0,-1 0 0 0 0,-1 0-1 0 0,0 1 1 0 0,0-1 0 0 0,-1 1 0 0 0,0 0 0 0 0,-1 1 0 0 0,3 21 0 0 0,-6-27-7 0 0,1 1 0 0 0,-2-1 1 0 0,1 1-1 0 0,-1 0 0 0 0,0-1 0 0 0,0 0 0 0 0,-1 1 1 0 0,1-1-1 0 0,-2 0 0 0 0,1 0 0 0 0,-1 0 1 0 0,1 0-1 0 0,-2 0 0 0 0,1-1 0 0 0,-1 1 0 0 0,0-1 1 0 0,0 0-1 0 0,0 0 0 0 0,-5 4 0 0 0,-8 6 28 0 0,-1-1 1 0 0,0 0-1 0 0,-1-2 0 0 0,0 0 0 0 0,-1-2 0 0 0,0 0 0 0 0,-38 13 0 0 0,-156 34 96 0 0,198-53-138 0 0,-97 18 17 0 0,-1-5 0 0 0,-1-5 0 0 0,-140-4 0 0 0,78-14-71 0 0,-246-40 0 0 0,270 19 26 0 0,-222-69 0 0 0,262 58 153 0 0,1-5 0 0 0,-161-89-1 0 0,136 53 182 0 0,-224-173 0 0 0,345 239-242 0 0,0 0 1 0 0,1-1-1 0 0,1-1 1 0 0,0 0-1 0 0,1-1 1 0 0,1-1-1 0 0,-13-22 1 0 0,20 32-58 0 0,1-1-1 0 0,1-1 1 0 0,0 1 0 0 0,0 0-1 0 0,0-1 1 0 0,1 1 0 0 0,0-1-1 0 0,1 0 1 0 0,0 0 0 0 0,0 0 0 0 0,1 0-1 0 0,0 0 1 0 0,1 1 0 0 0,0-1-1 0 0,0 0 1 0 0,1 0 0 0 0,0 1-1 0 0,1-1 1 0 0,3-8 0 0 0,3-2-34 0 0,0 0 1 0 0,1 0-1 0 0,2 1 1 0 0,0 1-1 0 0,0 0 0 0 0,2 0 1 0 0,0 2-1 0 0,1-1 1 0 0,0 2-1 0 0,1 0 0 0 0,1 1 1 0 0,21-13-1 0 0,-13 11-17 0 0,1 2 1 0 0,0 0-1 0 0,1 2 0 0 0,0 1 0 0 0,1 1 0 0 0,0 1 0 0 0,0 2 1 0 0,42-4-1 0 0,18 3-804 0 0,0 4 0 0 0,0 4 0 0 0,171 24 0 0 0,-153-6-3654 0 0,129 41 1 0 0,-168-38 2224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38.4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864 367 84 0 0,'-1'-1'156'0'0,"0"0"0"0"0,0 1 0 0 0,0-1 0 0 0,0 0-1 0 0,1 1 1 0 0,-1-1 0 0 0,0 0 0 0 0,0 0 0 0 0,1 0 0 0 0,-1 0 0 0 0,1 0 0 0 0,-1 0 0 0 0,1 0-1 0 0,-1 0 1 0 0,1 0 0 0 0,0 0 0 0 0,-1 0 0 0 0,1 0 0 0 0,0 0 0 0 0,0 0 0 0 0,0 0 0 0 0,-1 0 0 0 0,1 0-1 0 0,1 0 1 0 0,-1-1 0 0 0,0 1 0 0 0,0 0 0 0 0,0 0 0 0 0,0 0 0 0 0,1 0 0 0 0,-1 0 0 0 0,0 0-1 0 0,1 0 1 0 0,-1 0 0 0 0,1 0 0 0 0,0 0 0 0 0,-1 0 0 0 0,1 0 0 0 0,0 0 0 0 0,-1 1 0 0 0,1-1-1 0 0,0 0 1 0 0,0 0 0 0 0,1 0 0 0 0,1-1-23 0 0,0-1-1 0 0,1 1 1 0 0,-1 0-1 0 0,1 0 1 0 0,0 0 0 0 0,0 1-1 0 0,0-1 1 0 0,0 1-1 0 0,0 0 1 0 0,5-1-1 0 0,72-4 511 0 0,-1 3-1 0 0,158 15 0 0 0,156 51-60 0 0,572 174 910 0 0,-866-210-1442 0 0,51 16 54 0 0,-2 7-1 0 0,143 68 1 0 0,-257-101-24 0 0,-1 2 1 0 0,-1 1 0 0 0,-1 1-1 0 0,-1 2 1 0 0,50 47 0 0 0,-77-67-50 0 0,-1 0 1 0 0,0 0 0 0 0,0 1-1 0 0,0 0 1 0 0,0-1 0 0 0,0 1-1 0 0,-1 0 1 0 0,0 0 0 0 0,0 1 0 0 0,0-1-1 0 0,0 0 1 0 0,-1 1 0 0 0,0-1-1 0 0,0 1 1 0 0,0-1 0 0 0,0 1 0 0 0,0 7-1 0 0,-2-8-1 0 0,0 1-1 0 0,0-1 1 0 0,0 0 0 0 0,0 0-1 0 0,-1-1 1 0 0,1 1-1 0 0,-1 0 1 0 0,0 0-1 0 0,0-1 1 0 0,-1 1 0 0 0,1-1-1 0 0,-1 1 1 0 0,1-1-1 0 0,-1 0 1 0 0,0 0-1 0 0,0-1 1 0 0,-1 1 0 0 0,1 0-1 0 0,-7 3 1 0 0,-17 10 69 0 0,-1-1-1 0 0,-1-1 1 0 0,-1-1 0 0 0,-39 11 0 0 0,-128 25 119 0 0,63-26-188 0 0,-1-5 0 0 0,-205-1 0 0 0,-274-43-380 0 0,67-31 410 0 0,465 46-11 0 0,0-4 0 0 0,2-3-1 0 0,0-4 1 0 0,-83-35 0 0 0,44 1-44 0 0,2-6 0 0 0,-109-77 0 0 0,161 98 22 0 0,7 4 27 0 0,1-3 0 0 0,-52-48 0 0 0,84 65-40 0 0,2-1 0 0 0,0-1 0 0 0,2-1 0 0 0,0 0 0 0 0,2-2 0 0 0,-20-37 0 0 0,33 50-19 0 0,0-1 0 0 0,1 1 1 0 0,0-1-1 0 0,1 0 0 0 0,1-1 0 0 0,1 1 1 0 0,0 0-1 0 0,1-1 0 0 0,1 0 0 0 0,0 1 1 0 0,1-1-1 0 0,1 1 0 0 0,1 0 0 0 0,0-1 1 0 0,1 1-1 0 0,10-26 0 0 0,-10 32-5 0 0,1 0 0 0 0,0 1 0 0 0,0-1 0 0 0,1 1-1 0 0,0 0 1 0 0,0 0 0 0 0,1 1 0 0 0,0 0 0 0 0,1 0 0 0 0,0 0 0 0 0,0 1 0 0 0,1 1 0 0 0,-1-1-1 0 0,18-8 1 0 0,-11 8-8 0 0,1 1 0 0 0,0 0 0 0 0,0 2 0 0 0,0 0 1 0 0,0 0-1 0 0,1 2 0 0 0,-1 0 0 0 0,33 0 0 0 0,18 4-4 0 0,1 4 1 0 0,-1 2-1 0 0,69 17 1 0 0,192 71-116 0 0,-201-48-368 0 0,203 108-1 0 0,-111-30-2618 0 0,-8 9-4328 0 0,-157-100 5197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47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585 6242 984 0 0,'116'6'6643'0'0,"55"18"-5674"0"0,-135-19-317 0 0,163 36 1053 0 0,209 71 0 0 0,-238-62-1309 0 0,1686 526 24 0 0,-1060-353-32 0 0,11-44-560 0 0,-52-27 260 0 0,-246-52 179 0 0,768 206-601 0 0,-312-54 837 0 0,-150-51-125 0 0,-507-123-304 0 0,285 61 51 0 0,410 82 1081 0 0,-77-23-1258 0 0,-453-87 796 0 0,-381-86-509 0 0,464 117 575 0 0,456 142 50 0 0,-695-187-828 0 0,166 52 794 0 0,-61-31-484 0 0,39-15-263 0 0,7-42-198 0 0,-103-39-128 0 0,-243-18 313 0 0,161-16-1 0 0,241-65 443 0 0,-482 66-467 0 0,0-2 0 0 0,0-2 1 0 0,-2-2-1 0 0,0-1 0 0 0,-1-2 0 0 0,0-2 1 0 0,-2-2-1 0 0,-1-1 0 0 0,40-36 0 0 0,30-36 42 0 0,135-161-1 0 0,-194 205-64 0 0,243-286 431 0 0,-127 156 459 0 0,198-241 1303 0 0,-252 279-1782 0 0,130-229 0 0 0,-192 286-399 0 0,-4-1 0 0 0,-4-2 0 0 0,-4-2-1 0 0,30-126 1 0 0,-33 73-67 0 0,-7-2-1 0 0,-6 0 1 0 0,-1-192-1 0 0,-20 256 40 0 0,-4 1 0 0 0,-29-146 0 0 0,-74-154-592 0 0,21 136-240 0 0,-10 5 1 0 0,-132-232-1 0 0,169 372 688 0 0,-4 2-1 0 0,-103-119 0 0 0,-182-158-396 0 0,-28 53-183 0 0,-25 32 211 0 0,359 261 472 0 0,-238-157-249 0 0,147 100 126 0 0,-658-407-382 0 0,245 214 855 0 0,-19 39-14 0 0,-159-42-276 0 0,-70-28 19 0 0,713 278-6 0 0,-834-317-253 0 0,126 93-214 0 0,-10 32 534 0 0,90 60-354 0 0,184 44 144 0 0,-516-110 663 0 0,68 101-780 0 0,231 84 230 0 0,-541 28 224 0 0,537 11-552 0 0,309 14 391 0 0,-850 123 1 0 0,1155-105-111 0 0,0 7 0 0 0,3 6 0 0 0,0 5 0 0 0,-192 91 0 0 0,-24 70 764 0 0,18 26 221 0 0,257-177-734 0 0,-5 7 105 0 0,3 3 0 0 0,-106 113-1 0 0,-109 164 508 0 0,150-170-436 0 0,-408 538 447 0 0,494-626-664 0 0,-269 383 1792 0 0,166-253-1300 0 0,59-66-333 0 0,36-43 72 0 0,-92 210 1 0 0,120-234-258 0 0,6-19-68 0 0,3 1 0 0 0,2 2 0 0 0,-24 109 0 0 0,28-73 42 0 0,-10 86 50 0 0,27-144-155 0 0,2 0 1 0 0,1-1-1 0 0,2 1 1 0 0,2 0 0 0 0,1-1-1 0 0,2-1 1 0 0,28 74-1 0 0,-22-75 73 0 0,2-1-1 0 0,38 62 1 0 0,55 60 66 0 0,-49-74-106 0 0,-13-18-40 0 0,2-2 1 0 0,4-2 0 0 0,2-3-1 0 0,84 69 1 0 0,-87-87-5 0 0,2-1 1 0 0,2-3-1 0 0,1-3 0 0 0,2-2 0 0 0,102 39 1 0 0,377 93-832 0 0,-240-79-1206 0 0,43 10-4329 0 0,2-13-8870 0 0,-289-71 12246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48.6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1750 0 128 0 0,'3'1'9746'0'0,"2"0"-4910"0"0,-3 0-4702 0 0,1 0 0 0 0,-1 0 0 0 0,0 0 0 0 0,0 0 0 0 0,1 0 0 0 0,-1 1 1 0 0,0-1-1 0 0,0 1 0 0 0,0 0 0 0 0,-1-1 0 0 0,1 1 0 0 0,2 2 0 0 0,29 40 1226 0 0,91 137 1138 0 0,-95-128-2203 0 0,-2 1 1 0 0,-3 1 0 0 0,-1 1-1 0 0,-4 2 1 0 0,-2 0 0 0 0,-2 0-1 0 0,12 116 1 0 0,-23-120-186 0 0,-2 1 0 0 0,-3-1 0 0 0,-2 0 1 0 0,-3 0-1 0 0,-2 0 0 0 0,-2-1 0 0 0,-2 0 0 0 0,-3-1 0 0 0,-22 53 1 0 0,16-55-28 0 0,-3-2 0 0 0,-1 0 1 0 0,-52 73-1 0 0,56-93-55 0 0,-2-1 0 0 0,-1 0-1 0 0,-1-2 1 0 0,-1-1 0 0 0,-1-1 0 0 0,-48 31 0 0 0,9-16 27 0 0,-1-2 0 0 0,-86 32 0 0 0,-149 38 211 0 0,261-92-229 0 0,-195 58 133 0 0,181-59-83 0 0,1-2 1 0 0,-80 6-1 0 0,-21-4 132 0 0,-85 3 298 0 0,73-13 50 0 0,166-3-640 0 0,11-22-4544 0 0,-5 9-979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49.0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523 18 596 0 0,'6'-9'9306'0'0,"17"1"-4924"0"0,-10 7-3041 0 0,-21 6 3864 0 0,-42 15-3612 0 0,-33 14-602 0 0,-62 31 8 0 0,113-47-794 0 0,2-4-50 0 0,1 2 0 0 0,0 2 0 0 0,1 0 0 0 0,2 2 0 0 0,-28 24 0 0 0,40-31-116 0 0,11-11-35 0 0,0 0-1 0 0,1 0 0 0 0,-1 0 1 0 0,0 1-1 0 0,1-1 1 0 0,-1 1-1 0 0,1-1 1 0 0,0 1-1 0 0,0 0 1 0 0,0 0-1 0 0,0 0 1 0 0,1 0-1 0 0,-1 0 1 0 0,1 0-1 0 0,0 1 1 0 0,-2 4-1 0 0,4-7 1 0 0,-1 1-1 0 0,1-1 0 0 0,-1 0 1 0 0,1 1-1 0 0,0-1 0 0 0,0 0 1 0 0,-1 0-1 0 0,1 1 0 0 0,0-1 0 0 0,0 0 1 0 0,0 0-1 0 0,0 0 0 0 0,0 0 1 0 0,1 0-1 0 0,-1 0 0 0 0,0-1 1 0 0,0 1-1 0 0,1 0 0 0 0,-1-1 1 0 0,3 2-1 0 0,32 12 72 0 0,-33-13-68 0 0,89 24-198 0 0,133 20-1 0 0,-81-20-1203 0 0,-48-8-294 0 0,20 3-2625 0 0,-89-14 1389 0 0,-1 2 1 0 0,32 12 0 0 0,-55-19 2365 0 0,1 1-1 0 0,-1-1 0 0 0,-1 1 1 0 0,1-1-1 0 0,0 1 0 0 0,0 0 1 0 0,0 0-1 0 0,-1 0 1 0 0,1 0-1 0 0,2 3 0 0 0,-1 6-2504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51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6287 380 1360 0 0,'-96'-17'7325'0'0,"1"-3"-4668"0"0,-85-17-930 0 0,-522-64 495 0 0,243 36-1290 0 0,-696-41 967 0 0,-5 75-728 0 0,1031 29-1162 0 0,-1882 94 2949 0 0,1801-72-2723 0 0,192-17-318 0 0,1 0 0 0 0,-21 8 0 0 0,26-7-188 0 0,8-4-1063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8:02:51.6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543 53 240 0 0,'2'-5'1173'0'0,"1"-1"0"0"0,-1 1 1 0 0,1-1-1 0 0,0 1 0 0 0,0 0 0 0 0,1 0 1 0 0,0 0-1 0 0,5-5 0 0 0,-10 12 1211 0 0,1 2-2038 0 0,-1 0 0 0 0,0 0 0 0 0,0 0 0 0 0,-1 0 0 0 0,1 0 0 0 0,-4 6 0 0 0,-18 15 482 0 0,-1 0 0 0 0,-53 41 0 0 0,-66 34-252 0 0,12-8 41 0 0,92-64-361 0 0,16-12 78 0 0,-28 24-1 0 0,45-35-243 0 0,1 1 0 0 0,0-1 0 0 0,0 1 0 0 0,1 0 0 0 0,-1 0 0 0 0,1 0 0 0 0,0 0 0 0 0,1 1 0 0 0,-6 12 0 0 0,9-17-67 0 0,-1 0 0 0 0,1 0 0 0 0,-1 0 0 0 0,1 0 0 0 0,0 0 0 0 0,-1 1 0 0 0,1-1 0 0 0,0 0 1 0 0,1 0-1 0 0,-1 0 0 0 0,0 0 0 0 0,1 0 0 0 0,-1 0 0 0 0,1 0 0 0 0,-1 0 0 0 0,1 0 0 0 0,0 0 1 0 0,0 0-1 0 0,1 2 0 0 0,1-1 0 0 0,0 0 0 0 0,-1 0 0 0 0,1 0 1 0 0,0 0-1 0 0,0 0 0 0 0,1-1 0 0 0,-1 1 0 0 0,1-1 1 0 0,5 3-1 0 0,7 2-10 0 0,1-1 0 0 0,0 0 1 0 0,29 5-1 0 0,-38-9-22 0 0,148 31-585 0 0,128 31-4739 0 0,-206-42 35 0 0,120 50-1 0 0,-137-45 2468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23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5697 0 1536 0 0,'-9'41'7252'0'0,"8"-24"-6595"0"0,0 0 0 0 0,1 0 1 0 0,1 0-1 0 0,4 19 0 0 0,-2-17-47 0 0,3 11 684 0 0,-1 0 0 0 0,1 47 0 0 0,-9-27-908 0 0,-16 89 1 0 0,15-118-368 0 0,-7 42 20 0 0,-21 149 178 0 0,26-148-193 0 0,-6 93 260 0 0,12-123-192 0 0,1 11 33 0 0,-7 46 0 0 0,0-6-152 0 0,5 108 0 0 0,3-85 243 0 0,8 96 360 0 0,-10 329 911 0 0,-3 90-1006 0 0,2-585-539 0 0,-12 61-1 0 0,2-22-40 0 0,-7 42 132 0 0,9-60 108 0 0,-5 99 0 0 0,12-103-12 0 0,-15 96-1 0 0,-25 104 39 0 0,36-222-167 0 0,-62 270 108 0 0,42-196-186 0 0,-7 18 12 0 0,7-43 34 0 0,6-17-78 0 0,-36 81 0 0 0,34-104 65 0 0,-12 29-100 0 0,10-15 232 0 0,-44 75-1 0 0,60-118-84 0 0,-5 10 26 0 0,5-10 1 0 0,0 1 0 0 0,1 0 0 0 0,-8 23 0 0 0,-18 16 87 0 0,24-36-70 0 0,-1-1-1 0 0,0 0 1 0 0,-16 19 0 0 0,9-14 48 0 0,-43 48 136 0 0,8-11-10 0 0,21-23-74 0 0,-66 59 0 0 0,-60 52 52 0 0,139-130-138 0 0,-82 79 91 0 0,88-82-93 0 0,0-1-1 0 0,-2-1 1 0 0,1 0 0 0 0,-28 16-1 0 0,24-16 2 0 0,-1-1 1 0 0,0 0-1 0 0,-1-2 0 0 0,0 0 1 0 0,-35 9-1 0 0,44-14-48 0 0,0 0-1 0 0,1 0 1 0 0,0 1-1 0 0,-18 9 1 0 0,17-7-7 0 0,-1-1 0 0 0,1 0 0 0 0,-15 4 0 0 0,15-6 1 0 0,0 1 1 0 0,0 0 0 0 0,-11 7-1 0 0,-20 8 39 0 0,-124 48 45 0 0,137-59 15 0 0,0-1 1 0 0,-38 3 0 0 0,57-8-74 0 0,-98 6 191 0 0,70-6-227 0 0,-57 9-1 0 0,-22 5-58 0 0,54-10 28 0 0,-127 22-127 0 0,100-13 107 0 0,-151 46 0 0 0,100-31 209 0 0,63-17-23 0 0,-148 38 94 0 0,90-29-140 0 0,38-7-36 0 0,-22 13-96 0 0,-17 2-12 0 0,9-7 43 0 0,-71 9-74 0 0,58-12-16 0 0,76-10 38 0 0,-68 14-148 0 0,-76 9-105 0 0,81-26 221 0 0,110-5 53 0 0,1 0 0 0 0,0 1-1 0 0,-23 7 1 0 0,17-4 13 0 0,-244 54 318 0 0,253-57-264 0 0,0-1 0 0 0,-1 0-1 0 0,1-1 1 0 0,-15 0-1 0 0,25-1-17 0 0,1 0 0 0 0,0 1-1 0 0,0-1 1 0 0,-1 1 0 0 0,1-1-1 0 0,0 1 1 0 0,0 0 0 0 0,0 0-1 0 0,-3 2 1 0 0,3-2 2 0 0,-1 0 0 0 0,1 0 0 0 0,0 0 0 0 0,0 0 0 0 0,-1 0 0 0 0,1-1 0 0 0,0 1 0 0 0,-1-1 0 0 0,-3 1 0 0 0,-27 3 38 0 0,27-2-13 0 0,0-1 1 0 0,0 0 0 0 0,0 0 0 0 0,0-1 0 0 0,0 0 0 0 0,0 0-1 0 0,-10-2 1 0 0,-29 1 332 0 0,26 2-94 0 0,19-1-239 0 0,-38 0 293 0 0,-7 12-89 0 0,16-5-185 0 0,-17-1-19 0 0,41-7-3412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28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1138 1872 0 0,'8'0'7075'0'0,"23"2"-4854"0"0,6 0-473 0 0,47 7 0 0 0,-49-4-778 0 0,-12-4-751 0 0,0-1 1 0 0,1 0-1 0 0,-1-2 0 0 0,0-1 1 0 0,32-8-1 0 0,-25 5-61 0 0,1 1 1 0 0,43-1-1 0 0,-44 5-53 0 0,0-2 0 0 0,0-1 1 0 0,0-1-1 0 0,0-2 0 0 0,-1-1 0 0 0,34-14 1 0 0,152-36 567 0 0,-126 33 171 0 0,-54 15-241 0 0,67-13 0 0 0,95-11 670 0 0,-125 24-751 0 0,0-2 1 0 0,119-37-1 0 0,-7-8-69 0 0,-139 41-382 0 0,-13 4-34 0 0,61-14-1 0 0,222-35 44 0 0,-144 20-46 0 0,30-6-3 0 0,-166 39 35 0 0,44-16-1 0 0,-24 6-34 0 0,-4 4-51 0 0,-22 6-19 0 0,49-18-1 0 0,-71 23 27 0 0,1 1 0 0 0,-1 0 0 0 0,1 0 0 0 0,11 0-1 0 0,-13 1 2 0 0,1 0-1 0 0,-1 0 0 0 0,0 0 0 0 0,0-1 1 0 0,0 1-1 0 0,0-1 0 0 0,6-4 0 0 0,-6 3 17 0 0,1 1-1 0 0,-1 0 1 0 0,0 0-1 0 0,13-3 1 0 0,9-2 47 0 0,142-36 210 0 0,-112 31-158 0 0,-51 10-83 0 0,1-1 1 0 0,0 0 0 0 0,-1 0-1 0 0,0-1 1 0 0,1 1-1 0 0,-1-2 1 0 0,-1 1-1 0 0,12-10 1 0 0,61-41 105 0 0,-17 16-58 0 0,-45 30-57 0 0,0 0 0 0 0,1 0 0 0 0,0 2 0 0 0,24-7 0 0 0,29-12 22 0 0,42-13 7 0 0,78-28 96 0 0,-143 55-121 0 0,-32 9 3 0 0,1-1 0 0 0,25-10 0 0 0,16 4-35 0 0,-51 7 76 0 0,1 0 0 0 0,-1 1 0 0 0,0 0 0 0 0,1 0 0 0 0,-1 0 0 0 0,15 0-1 0 0,60-12 64 0 0,18 9-148 0 0,-70 22 258 0 0,-24-16-228 0 0,0 0 0 0 0,0 0 0 0 0,-1 1 1 0 0,1 0-1 0 0,0 1 0 0 0,-1-1 0 0 0,0 1 1 0 0,0 0-1 0 0,0 0 0 0 0,0 1 0 0 0,0-1 0 0 0,6 7 1 0 0,18 11 8 0 0,-25-18-3 0 0,-1 0 0 0 0,1 1 0 0 0,-1-1-1 0 0,0 1 1 0 0,0-1 0 0 0,-1 1-1 0 0,5 7 1 0 0,18 21 48 0 0,-18-23-36 0 0,0 1 0 0 0,0-1 0 0 0,0 1 0 0 0,-1 0-1 0 0,-1 1 1 0 0,0-1 0 0 0,0 1 0 0 0,-1 0 0 0 0,3 13-1 0 0,2 4 70 0 0,-7-20-50 0 0,-1 0 0 0 0,0 0-1 0 0,0 0 1 0 0,-1 1 0 0 0,0-1-1 0 0,-1 10 1 0 0,0 9 70 0 0,8 248 275 0 0,-12-188-464 0 0,4-69 70 0 0,-1 0-1 0 0,0 0 1 0 0,-6 18-1 0 0,4-19-1 0 0,1 1-1 0 0,0-1 0 0 0,1 19 1 0 0,-14 106-225 0 0,6 2 297 0 0,8-98 72 0 0,-15 81 0 0 0,3-39-41 0 0,8-2-37 0 0,4 87 0 0 0,2-102-24 0 0,0-8 16 0 0,-18 118 0 0 0,-15 67-80 0 0,20-158-6 0 0,7-47 10 0 0,-19 74 1 0 0,2-15-34 0 0,16-65-8 0 0,-13 40-1 0 0,-31 103-5 0 0,7-33 91 0 0,-8 27 115 0 0,32-88-67 0 0,-10 31 6 0 0,5 2-295 0 0,16-86 203 0 0,2 1 1 0 0,-3 47-1 0 0,5-43-6 0 0,1 4-49 0 0,-2-1 0 0 0,-3 0 0 0 0,-15 49 0 0 0,14-59-46 0 0,-7 40 1 0 0,-2 9-51 0 0,11-49 93 0 0,-7 61 1 0 0,12-61 14 0 0,-2 0 0 0 0,-10 34 0 0 0,0-11-72 0 0,-12 77-1 0 0,15 43 177 0 0,6-124 43 0 0,4-29-15 0 0,-1 0 0 0 0,-9 36 0 0 0,-16 69 46 0 0,19-99-91 0 0,1 1 0 0 0,1 0-1 0 0,1 0 1 0 0,-2 49-1 0 0,8-63-12 0 0,0 2 4 0 0,0-1 0 0 0,-1 1-1 0 0,-4 22 1 0 0,0-20-10 0 0,0 0 0 0 0,1 0-1 0 0,-2 36 1 0 0,4-48-1201 0 0,0-2-380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33.6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6386 1 344 0 0,'-2'1'741'0'0,"0"1"0"0"0,0-1-1 0 0,0 0 1 0 0,0 1 0 0 0,0-1 0 0 0,0 0 0 0 0,0-1 0 0 0,0 1-1 0 0,-1 0 1 0 0,-2 0 0 0 0,-28 2 3133 0 0,27-3-3465 0 0,-1 0-1 0 0,1 1 1 0 0,0 0-1 0 0,0 0 1 0 0,0 0-1 0 0,-8 3 1 0 0,5 0 148 0 0,-1 0 0 0 0,0-1 0 0 0,-15 3 1 0 0,-60 3 1781 0 0,64-8-1935 0 0,0 0-1 0 0,0 2 0 0 0,-37 10 1 0 0,-169 58 476 0 0,-16-16-807 0 0,105-27-161 0 0,133-27 83 0 0,-35 8-22 0 0,-1-1 0 0 0,0-1 1 0 0,-46 0-1 0 0,59-5-3 0 0,-1 1 0 0 0,1 2 0 0 0,0 1-1 0 0,1 1 1 0 0,-35 13 0 0 0,21-6 119 0 0,-51 9-1 0 0,-68-3 469 0 0,12-1-43 0 0,46-6 17 0 0,-190 2 0 0 0,254-13-467 0 0,-49 9 1 0 0,67-8-54 0 0,-138 31-74 0 0,89-18 45 0 0,5-5 3 0 0,0-3 0 0 0,-64 0 0 0 0,26-2 1 0 0,70-2-47 0 0,1 2 1 0 0,0 1-1 0 0,0 1 0 0 0,-41 17 1 0 0,-231 93-64 0 0,255-101 242 0 0,0-2 0 0 0,-63 10 0 0 0,102-23-130 0 0,0 1 0 0 0,0-1-1 0 0,1 2 1 0 0,-1-1 0 0 0,1 1-1 0 0,0 0 1 0 0,-11 8 0 0 0,-27 13 39 0 0,-91 44 27 0 0,77-37-25 0 0,-98 38 0 0 0,92-49-29 0 0,35-13-31 0 0,1 3 1 0 0,-1 0 0 0 0,-40 23 0 0 0,32-14-49 0 0,-61 25 1 0 0,31-16 6 0 0,-31 23-242 0 0,37-17 126 0 0,23-16 128 0 0,29-15 18 0 0,-1 1-1 0 0,1 0 0 0 0,1 1 0 0 0,-1 0 1 0 0,1 1-1 0 0,0 0 0 0 0,1 0 1 0 0,-12 12-1 0 0,8-5-11 0 0,-1-1 1 0 0,-21 17-1 0 0,2-2-5 0 0,15-10-44 0 0,1 0 1 0 0,-19 28-1 0 0,-8 8 158 0 0,8-17-35 0 0,23-25-8 0 0,0 2-1 0 0,-20 26 1 0 0,-22 43 188 0 0,49-75-133 0 0,0 1 0 0 0,1 0 0 0 0,0 0-1 0 0,-5 12 1 0 0,6-11-20 0 0,0-1 0 0 0,-1 0 0 0 0,-1 0 0 0 0,-7 10 0 0 0,6-8-30 0 0,0-1 0 0 0,0 1 0 0 0,-6 16-1 0 0,-1-1 4 0 0,-5 13 139 0 0,-15 42-1 0 0,4-8 218 0 0,-25 70-174 0 0,18-57-34 0 0,-21 39 167 0 0,-11 13 61 0 0,53-93-289 0 0,12-32-104 0 0,0 0 0 0 0,-10 19 0 0 0,6-16-13 0 0,1 1 1 0 0,-6 18-1 0 0,8-17 46 0 0,-2-1 0 0 0,-9 18 0 0 0,-25 50 13 0 0,31-64-89 0 0,1 1 0 0 0,1 0 0 0 0,-7 29 1 0 0,12-42 35 0 0,-1 0 1 0 0,0 0 0 0 0,-9 15 0 0 0,-1 2-23 0 0,-2 10-21 0 0,-18 62-1 0 0,30-82 78 0 0,-47 195 332 0 0,23-68-170 0 0,-5 38-31 0 0,2-30 6 0 0,-9 96-183 0 0,36-201 18 0 0,4-32-2 0 0,-1-1 1 0 0,-1 1-1 0 0,0-1 0 0 0,-4 13 1 0 0,-1 1-21 0 0,2-1 0 0 0,-3 49 0 0 0,3-27-8 0 0,0 30-17 0 0,5-55 3 0 0,-1 0-1 0 0,-9 45 1 0 0,-19 100-126 0 0,18-100 200 0 0,2 1 0 0 0,2 134 0 0 0,6-190 0 0 0,-1 1 1 0 0,0-1-1 0 0,-4 14 1 0 0,-4 28 53 0 0,2 0-24 0 0,4-31-34 0 0,-2 43-1 0 0,-2-19 15 0 0,5-40-34 0 0,1 0 1 0 0,0 1-1 0 0,0 17 0 0 0,-9 64 68 0 0,10-68-70 0 0,-2 1 1 0 0,-1-1 0 0 0,-7 26-1 0 0,4-18 20 0 0,-4 17 0 0 0,-16 91-72 0 0,23-76 1 0 0,4-42 34 0 0,-2 1-1 0 0,-4 24 0 0 0,4-29-16 0 0,1 0-1 0 0,0 0 1 0 0,3 32-1 0 0,0-4-4 0 0,-5 132-55 0 0,3-99-29 0 0,7 212-57 0 0,1-164 446 0 0,-7 64 244 0 0,-2-115-377 0 0,-1-60-232 0 0,-2-13-2075 0 0,3-3 1628 0 0,0 0 0 0 0,0 0 1 0 0,1 0-1 0 0,-1 0 0 0 0,0 0 0 0 0,1 0 1 0 0,-1 0-1 0 0,1 0 0 0 0,0 0 0 0 0,0 0 1 0 0,0-3-1 0 0,-11-52-12781 0 0,9 41 10525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39.3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1 1032 0 0,'-6'22'5367'0'0,"8"21"-2873"0"0,-1-20-1665 0 0,15 155 2973 0 0,-18-107-3063 0 0,0-30-470 0 0,6 66 0 0 0,24 201 719 0 0,3-131-733 0 0,-19-120-177 0 0,-4-10 23 0 0,-2 0 0 0 0,0 73 1 0 0,0 81 206 0 0,-17 144-236 0 0,11 142-488 0 0,-1-434 334 0 0,0-29 80 0 0,0-1 0 0 0,2 1 0 0 0,1 0 0 0 0,6 31 0 0 0,-5-39 42 0 0,-1-1 1 0 0,-1 1-1 0 0,0 17 0 0 0,2 23 159 0 0,0 32 120 0 0,-3-62-256 0 0,1 0 1 0 0,5 29-1 0 0,-4-37 6 0 0,0 1 1 0 0,-2 0-1 0 0,-1 24 1 0 0,1 37 27 0 0,8 106 150 0 0,-3-112-59 0 0,6 82 427 0 0,1 0 227 0 0,-5 81-70 0 0,-8-212-726 0 0,-6 38 0 0 0,3-37 48 0 0,-1 39 0 0 0,-1 348 2007 0 0,1-351-1918 0 0,3 74-38 0 0,10-83-17 0 0,-1-12-4 0 0,0 45 201 0 0,11 97 88 0 0,-16-165-421 0 0,-2-12 7 0 0,1-1 0 0 0,-1 0 0 0 0,1 0 0 0 0,0 0-1 0 0,0 0 1 0 0,0 0 0 0 0,1 0 0 0 0,0 0 0 0 0,0 0-1 0 0,0 0 1 0 0,4 4 0 0 0,-2-4-2 0 0,-1 0 1 0 0,1-1 0 0 0,-1 2-1 0 0,1-1 1 0 0,-1 0-1 0 0,3 8 1 0 0,18 29 7 0 0,-2-8-17 0 0,-18-27 8 0 0,0 0 1 0 0,0-1 0 0 0,0 0-1 0 0,1 0 1 0 0,10 11 0 0 0,5 2 251 0 0,-2 1-1 0 0,0 0 1 0 0,26 40 0 0 0,-40-52-241 0 0,5 6 0 0 0,0 1 1 0 0,1-1-1 0 0,22 22 0 0 0,-24-30-15 0 0,0-1 0 0 0,1 0 1 0 0,-1-1-1 0 0,1 0 0 0 0,0 0 0 0 0,0-1 0 0 0,0 0 0 0 0,0-1 0 0 0,10 2 0 0 0,30 9-69 0 0,-37-8 53 0 0,0 1 0 0 0,0 1-1 0 0,15 10 1 0 0,-17-10 12 0 0,1 0 0 0 0,-1-1 0 0 0,1-1 0 0 0,19 8 1 0 0,-19-11-9 0 0,-1-1 0 0 0,1 0 1 0 0,-1 0-1 0 0,1-1 0 0 0,14-3 1 0 0,9 2 45 0 0,114-11 286 0 0,-139 11-293 0 0,-1-1 1 0 0,0 1 0 0 0,0-2-1 0 0,0 1 1 0 0,0-1 0 0 0,0-1-1 0 0,-1 1 1 0 0,10-7 0 0 0,28-11 76 0 0,-19 14-71 0 0,0 2 0 0 0,0 1 0 0 0,0 1 0 0 0,1 1 1 0 0,-1 1-1 0 0,29 3 0 0 0,1-1 26 0 0,-46-1-38 0 0,0-1-1 0 0,0-1 1 0 0,19-5-1 0 0,-19 4-1 0 0,1 1 0 0 0,0 0-1 0 0,21-1 1 0 0,-13 2 7 0 0,-1-1 1 0 0,20-4-1 0 0,-19 2-14 0 0,1 1 0 0 0,21 0 0 0 0,-27 3 2 0 0,0-2-1 0 0,0 0 1 0 0,16-4-1 0 0,18-3-18 0 0,-5 7-6 0 0,44 2-1 0 0,-34 1 10 0 0,47-11 38 0 0,-94 10-30 0 0,1-1-1 0 0,-1-1 0 0 0,1 1 1 0 0,-1-1-1 0 0,12-5 0 0 0,30-7-8 0 0,81-14-38 0 0,-125 27 51 0 0,1 0 1 0 0,-1-1 0 0 0,0 1 0 0 0,0-1-1 0 0,0 0 1 0 0,0 0 0 0 0,-1-1-1 0 0,1 1 1 0 0,0-1 0 0 0,3-3 0 0 0,43-22-7 0 0,-37 20-7 0 0,1 0-1 0 0,-1 1 1 0 0,20-7 0 0 0,24-13-21 0 0,-11 9 19 0 0,-23 8-47 0 0,0 0 1 0 0,1 2-1 0 0,48-11 0 0 0,-22 4-17 0 0,-16-1 119 0 0,-19 8-8 0 0,17-4 49 0 0,57-15 0 0 0,4 0 44 0 0,-46 14-76 0 0,11-4 9 0 0,-35 8-34 0 0,0 2 0 0 0,1 1 1 0 0,39-6-1 0 0,-37 7-3 0 0,160-36 77 0 0,-3 2-48 0 0,-33 6-35 0 0,-58 8-37 0 0,-64 16 23 0 0,147-32-83 0 0,-147 35 57 0 0,35-13 0 0 0,-24 7-7 0 0,-2 2 7 0 0,-22 7 4 0 0,0-2 0 0 0,20-7 0 0 0,-17 5-9 0 0,1 1-1 0 0,-1 1 1 0 0,25-3 0 0 0,24-7-58 0 0,-60 13 71 0 0,0 1 0 0 0,0 0 0 0 0,0 0 1 0 0,0 1-1 0 0,11 0 0 0 0,-4 0-11 0 0,-14 0 30 0 0,1-4-2235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50.8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350 86 1156 0 0,'2'28'8130'0'0,"-1"-20"-7625"0"0,0-1 0 0 0,-1 1 0 0 0,0 0 0 0 0,0 0 0 0 0,-1 0 0 0 0,0 0 0 0 0,-3 13 1 0 0,-2-5-176 0 0,2 0 1 0 0,0 0-1 0 0,-4 32 1 0 0,2-12 69 0 0,4-13-177 0 0,0-1 1 0 0,2 0-1 0 0,2 26 0 0 0,0 5 60 0 0,-4 21 171 0 0,0-33-195 0 0,2 0-1 0 0,7 51 0 0 0,1-13 309 0 0,-3 154 0 0 0,-6-143-345 0 0,-12 120 97 0 0,34 109-222 0 0,-8-211-103 0 0,7 135 99 0 0,-20-193-158 0 0,-12 84-1 0 0,7-92-42 0 0,2 68 0 0 0,-10 48-128 0 0,8-38 372 0 0,4-95-87 0 0,-1-1-1 0 0,-1 0 1 0 0,-6 25 0 0 0,5-27-17 0 0,2 0 0 0 0,-1 35 0 0 0,3-32 5 0 0,-7 44-1 0 0,4-41-8 0 0,-1 48 1 0 0,3-50-6 0 0,0-1 1 0 0,-7 38-1 0 0,5-48-26 0 0,2 1 0 0 0,0 0 1 0 0,1-1-1 0 0,2 19 0 0 0,0 11 22 0 0,-3-27 7 0 0,-1 1-1 0 0,-7 29 1 0 0,0-5 1 0 0,-10 62-58 0 0,15-88 22 0 0,-2 9-12 0 0,1 0 0 0 0,-4 50-1 0 0,8-60 27 0 0,-1 0-1 0 0,0 0 0 0 0,-1-1 1 0 0,-1 1-1 0 0,-1-1 0 0 0,0 0 0 0 0,-1 0 1 0 0,0 0-1 0 0,-12 19 0 0 0,16-31-12 0 0,-1 3 19 0 0,1-1 0 0 0,-1 1 1 0 0,0-1-1 0 0,-1 0 0 0 0,1 0 0 0 0,-1-1 0 0 0,0 1 1 0 0,0-1-1 0 0,0 1 0 0 0,-1-1 0 0 0,0-1 0 0 0,1 1 1 0 0,-9 4-1 0 0,2 1-4 0 0,10-9-2 0 0,1 1-1 0 0,-1 0 1 0 0,0-1 0 0 0,1 1 0 0 0,-1 0-1 0 0,0-1 1 0 0,0 1 0 0 0,1-1 0 0 0,-1 1-1 0 0,0-1 1 0 0,0 1 0 0 0,0-1 0 0 0,0 0-1 0 0,0 1 1 0 0,0-1 0 0 0,0 0 0 0 0,0 0-1 0 0,-1 1 1 0 0,-10 7 84 0 0,7-3-87 0 0,5-5-6 0 0,-6-13-124 0 0,6 8 166 0 0,-1 0-1 0 0,0 0 0 0 0,0 0 0 0 0,0 0 0 0 0,-1 0 0 0 0,1 1 0 0 0,-3-5 0 0 0,-5-17 66 0 0,-11-110 344 0 0,16 107-405 0 0,1 0 0 0 0,1 1 0 0 0,4-48 0 0 0,-1 15 54 0 0,-8-27 12 0 0,2-59 61 0 0,5-356-388 0 0,5 449 158 0 0,0-2-2 0 0,-3-219 319 0 0,-1 266-241 0 0,0 0-1 0 0,0 1 1 0 0,5-16 0 0 0,-3 15-4 0 0,-1 1 0 0 0,0-1 1 0 0,0-16-1 0 0,-1-16 60 0 0,2 0 1 0 0,8-48-1 0 0,-5 48-10 0 0,-3 0 0 0 0,-1-46-1 0 0,0 8 34 0 0,6 15-89 0 0,5-35 3 0 0,-8 0 60 0 0,-3 69-79 0 0,1 0-1 0 0,14-55 1 0 0,-14 71 2 0 0,3-26 5 0 0,-1 0 1 0 0,-2-1-1 0 0,-4-46 1 0 0,1 45-9 0 0,10-102-132 0 0,-10 120 127 0 0,0 4-15 0 0,0 1 1 0 0,1-1 0 0 0,1 0-1 0 0,5-24 1 0 0,1 3-11 0 0,-3 25 70 0 0,-1 1-1 0 0,0-1 0 0 0,-1 0 1 0 0,-1 0-1 0 0,0 0 0 0 0,-1-28 1 0 0,4-71 461 0 0,-3 66-432 0 0,3-37 122 0 0,3-116 405 0 0,-8 202-531 0 0,0-39 289 0 0,0 4-322 0 0,1 24 13 0 0,-1 0-1 0 0,0 1 0 0 0,-1-1 0 0 0,0 0 0 0 0,-5-18 0 0 0,3 18-24 0 0,1 0-1 0 0,1 0 1 0 0,-1-20 0 0 0,-1 22 60 0 0,-2-14 45 0 0,-2-9-141 0 0,7 32 21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5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485 0 204 0 0,'-2'3'8392'0'0,"-6"8"-6777"0"0,9-25 627 0 0,0 31-338 0 0,-2 6-1780 0 0,-7 37-1 0 0,5-36-88 0 0,-3 38-1 0 0,5-33-6 0 0,-2 0 0 0 0,-10 45 0 0 0,-2 15 0 0 0,4 90-60 0 0,10-154 35 0 0,-2-1 0 0 0,-5 24 0 0 0,-1 7 0 0 0,5 50-75 0 0,5-80 52 0 0,-2 0-1 0 0,0 0 0 0 0,-2-1 0 0 0,-6 31 0 0 0,2-24-20 0 0,-4 44 0 0 0,1-8-61 0 0,5-29 56 0 0,4-26 34 0 0,-1-1 1 0 0,0 1 0 0 0,-6 20-1 0 0,3-16-17 0 0,2 0 0 0 0,-1 0-1 0 0,0 25 1 0 0,-1 2 80 0 0,-28 99 187 0 0,31-121-217 0 0,1 1 1 0 0,0 0-1 0 0,3 27 0 0 0,0 4 66 0 0,-3-36-52 0 0,-1-1 1 0 0,-1 1 0 0 0,-8 28 0 0 0,0 5 1 0 0,-16 63 56 0 0,-5 32-62 0 0,-6 42 5 0 0,35-175-27 0 0,-1 11-21 0 0,-12 41-1 0 0,-18 47-11 0 0,17-38-52 0 0,8-34 33 0 0,2 0-1 0 0,2 1 0 0 0,0 43 0 0 0,-7 101-161 0 0,-4-98 97 0 0,9 236 380 0 0,-4-255-207 0 0,11 50-283 0 0,-3-102 527 0 0,0-7-2410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55.8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33 184 0 0,'3'-14'4601'0'0,"-1"5"-4698"0"0,5 2-2974 0 0,-4 5 2178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03:59.7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115 350 4 0 0,'0'0'7004'0'0,"2"-34"-4887"0"0,6 17-1719 0 0,-1 0 1 0 0,-1-1-1 0 0,0 0 1 0 0,3-21-1 0 0,1-4 386 0 0,-8 38-638 0 0,-1-1-116 0 0,1 0 0 0 0,-1 0 0 0 0,1 1 0 0 0,0-1 0 0 0,1 1 1 0 0,-1-1-1 0 0,1 1 0 0 0,0 0 0 0 0,1 0 0 0 0,5-7 0 0 0,-4 7 83 0 0,-1-1-1 0 0,1 0 1 0 0,-1 0 0 0 0,7-11 0 0 0,-11 15-77 0 0,1 1 0 0 0,-1 0 0 0 0,1 0 1 0 0,0 0-1 0 0,0 0 0 0 0,0 0 0 0 0,0 0 0 0 0,0 0 1 0 0,0 0-1 0 0,0 0 0 0 0,0 0 0 0 0,0 0 0 0 0,0 0 0 0 0,0 1 1 0 0,0-1-1 0 0,1 1 0 0 0,-1-1 0 0 0,0 1 0 0 0,0-1 1 0 0,1 1-1 0 0,1-1 0 0 0,0 1-30 0 0,1-1-1 0 0,-1 1 1 0 0,0-1-1 0 0,0 0 1 0 0,0 0 0 0 0,0 0-1 0 0,0-1 1 0 0,0 1-1 0 0,3-3 1 0 0,-3 2 14 0 0,0 0 0 0 0,0 1-1 0 0,1-1 1 0 0,-1 1 0 0 0,0 0 0 0 0,0 0 0 0 0,1 0-1 0 0,-1 0 1 0 0,6 0 0 0 0,52-6 58 0 0,-61 7 0 0 0,31 23 271 0 0,-27-17-314 0 0,0-1-1 0 0,0 1 1 0 0,0 0 0 0 0,-1 0-1 0 0,1 0 1 0 0,-1 0-1 0 0,-1 1 1 0 0,1-1-1 0 0,-1 1 1 0 0,-1 0-1 0 0,1-1 1 0 0,-1 1 0 0 0,0 0-1 0 0,0 0 1 0 0,-1 0-1 0 0,-1 10 1 0 0,17 60 81 0 0,-9-12-40 0 0,4 25 96 0 0,-9 67-92 0 0,0-91-77 0 0,0-38 30 0 0,-2 1 0 0 0,0 0 1 0 0,-6 32-1 0 0,0-4-56 0 0,5-44 29 0 0,0 1-1 0 0,-1-1 1 0 0,0 1 0 0 0,-7 20-1 0 0,6-22 13 0 0,0 0-1 0 0,0 0 1 0 0,-1 21-1 0 0,4-22-24 0 0,-1 0 0 0 0,-1-1 0 0 0,0 1-1 0 0,-1-1 1 0 0,-4 13 0 0 0,6-19 1 0 0,-1 0 0 0 0,1 1 1 0 0,0-1-1 0 0,1 1 0 0 0,-1 0 0 0 0,1 7 1 0 0,0-8 1 0 0,0 1 1 0 0,-1 0 0 0 0,1-1-1 0 0,-1 1 1 0 0,0 0 0 0 0,-3 6-1 0 0,2-2-8 0 0,-1-1-1 0 0,1 1 1 0 0,1 0-1 0 0,0 0 1 0 0,-1 13-1 0 0,-2 18-35 0 0,-22 93-54 0 0,16-86 41 0 0,6-29 78 0 0,1-1-1 0 0,0 1 0 0 0,0 20 1 0 0,2-17 31 0 0,-1-1 0 0 0,-2 1 1 0 0,-8 31-1 0 0,-1 6 51 0 0,10-26-63 0 0,2-25-28 0 0,1-1 0 0 0,-1 1 0 0 0,0 0 0 0 0,-4 12 0 0 0,-5 33 82 0 0,3-12-32 0 0,3-4-80 0 0,5-31 31 0 0,-1-1 0 0 0,-1 1 0 0 0,1 0 0 0 0,-1 0 0 0 0,-2 9 0 0 0,0-3 16 0 0,0 0 0 0 0,1 1 0 0 0,1-1-1 0 0,0 0 1 0 0,1 22 0 0 0,0-18 22 0 0,-1 0 1 0 0,-3 26 0 0 0,-1-23 39 0 0,3-9-59 0 0,0 1 0 0 0,0 0 1 0 0,-1 17-1 0 0,3-21 2 0 0,-1 0 0 0 0,-1 0 1 0 0,1 0-1 0 0,-1 0 0 0 0,-3 7 1 0 0,-4 15 79 0 0,4-6-101 0 0,2 0 0 0 0,0 1 0 0 0,1 28 1 0 0,-13 57 94 0 0,2 13-104 0 0,0-72 12 0 0,13-41-13 0 0,-1 0 0 0 0,-1 0 0 0 0,1 0 1 0 0,-6 14-1 0 0,4-14-10 0 0,1 0-1 0 0,0 0 1 0 0,0 0 0 0 0,-1 16 0 0 0,3-15 12 0 0,-1 0-1 0 0,-1 0 1 0 0,1 0 0 0 0,-2 0 0 0 0,-3 11 0 0 0,3-10-20 0 0,0-1 0 0 0,0 1 0 0 0,1 0 0 0 0,0 0 1 0 0,0 14-1 0 0,1 9-24 0 0,1-19 12 0 0,-1 0 1 0 0,1 1-1 0 0,1-1 0 0 0,5 24 1 0 0,-4-27 30 0 0,-1 0 1 0 0,0 0-1 0 0,-1 0 1 0 0,0 14-1 0 0,-1-2-34 0 0,6 67 62 0 0,-10-23 548 0 0,1-46-528 0 0,2-17-40 0 0,1 0 0 0 0,0 1 0 0 0,0-1 0 0 0,1 0 0 0 0,-1 1 0 0 0,1 5 0 0 0,-13 56 176 0 0,3-5 72 0 0,7 72 239 0 0,3-121-461 0 0,-1 1 1 0 0,0-1-1 0 0,0 1 0 0 0,-2-1 1 0 0,-4 16-1 0 0,3-20-14 0 0,1 1 0 0 0,1 0 0 0 0,-1 0 0 0 0,1 0 0 0 0,1 1-1 0 0,-1 9 1 0 0,-6 33 8 0 0,3 1 0 0 0,-5 2 84 0 0,5 28-72 0 0,-1 12 32 0 0,-4-36 28 0 0,10-48-59 0 0,-2 0 0 0 0,1 0 0 0 0,-5 14 1 0 0,4-14 5 0 0,-1 0 1 0 0,2 0-1 0 0,-2 15 0 0 0,1 22-57 0 0,-14-40-17400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37.4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3849 1057 796 0 0,'0'0'7069'0'0,"-14"-2"-1300"0"0,-15 1-2445 0 0,16 5-2578 0 0,-134 44 1576 0 0,-64 40-2020 0 0,172-69-231 0 0,2 1 1 0 0,0 2-1 0 0,-46 37 1 0 0,-176 148 51 0 0,104-86-107 0 0,56-41-39 0 0,-95 83 43 0 0,153-127 21 0 0,-187 177 363 0 0,150-138-289 0 0,-72 77 236 0 0,39-34-200 0 0,-36 43 55 0 0,57-63-200 0 0,53-60-3 0 0,-87 76-21 0 0,81-78-65 0 0,-69 77 0 0 0,14-9-51 0 0,-23 23-21 0 0,-1 0-64 0 0,53-51 211 0 0,-26 34 338 0 0,24-28-186 0 0,6-8-75 0 0,-118 175 624 0 0,151-206-552 0 0,-45 72-12 0 0,39-54-115 0 0,25-40-25 0 0,0 0 1 0 0,1 0-1 0 0,1 1 1 0 0,-8 24-1 0 0,-5 25 35 0 0,-24 87 153 0 0,27-39-142 0 0,-5 18 74 0 0,3-63 81 0 0,15-50-72 0 0,-12 51 1 0 0,-11 59-27 0 0,26-114-75 0 0,0-1 0 0 0,-10 21 0 0 0,8-23-21 0 0,1 0 1 0 0,1 0-1 0 0,-4 23 0 0 0,-21 100 1 0 0,2-12 202 0 0,21-85-131 0 0,2-19-12 0 0,1 0 0 0 0,0 38 0 0 0,3-53-58 0 0,1 2 4 0 0,0 0 0 0 0,1 0 0 0 0,0-1 0 0 0,3 14 0 0 0,-3-13 9 0 0,-1-10-11 0 0,0 0 1 0 0,0 0-1 0 0,0 0 1 0 0,0 0-1 0 0,0 0 1 0 0,0 0-1 0 0,0 0 1 0 0,0 0-1 0 0,1 0 1 0 0,-1 0-1 0 0,0 0 1 0 0,1 0-1 0 0,-1 0 1 0 0,1 0-1 0 0,-1 0 1 0 0,1 0-1 0 0,-1 0 1 0 0,1-1-1 0 0,0 1 1 0 0,-1 0-1 0 0,2 1 1 0 0,-1-2-6 0 0,19 19-44 0 0,-16-15 46 0 0,-1-1-1 0 0,1 1 0 0 0,0-1 1 0 0,-1 0-1 0 0,1 0 0 0 0,1 0 1 0 0,-1-1-1 0 0,7 4 0 0 0,11 7-7 0 0,0 3 19 0 0,-7-4 8 0 0,0-1 1 0 0,0-1 0 0 0,1 0 0 0 0,0-1-1 0 0,0-1 1 0 0,31 11 0 0 0,-35-17 10 0 0,1-1-1 0 0,-1 0 1 0 0,1-1 0 0 0,14-2 0 0 0,9 1 38 0 0,-20-1-44 0 0,-1-1 0 0 0,1-1-1 0 0,-1 0 1 0 0,1 0 0 0 0,-1-2-1 0 0,16-7 1 0 0,66-30 86 0 0,-90 40-102 0 0,-1 1-1 0 0,0 0 0 0 0,1 0 1 0 0,0 0-1 0 0,12-1 1 0 0,-12 2-2 0 0,0 0 0 0 0,0 0 0 0 0,0-1 0 0 0,0 0 0 0 0,13-5 0 0 0,29-16 14 0 0,-32 15-9 0 0,0 1 1 0 0,21-15 0 0 0,63-41-8 0 0,111-82-118 0 0,-147 90 228 0 0,-1-3 1 0 0,-4-2-1 0 0,69-87 0 0 0,25-52 69 0 0,-133 173-167 0 0,10-10 22 0 0,38-59 0 0 0,57-148 86 0 0,-103 179-119 0 0,3-5-8 0 0,-15 41-1 0 0,0 0 1 0 0,-2 0-1 0 0,6-33 0 0 0,-9 36 5 0 0,24-156-34 0 0,-19 129 8 0 0,-7 29 8 0 0,1 1-1 0 0,8-23 1 0 0,8-24-45 0 0,-14 44 33 0 0,1 1-1 0 0,11-25 1 0 0,29-71-148 0 0,-28 71 101 0 0,-9 21 31 0 0,0 0 1 0 0,9-43 0 0 0,-13 44-6 0 0,0 1 1 0 0,17-37-1 0 0,-7 21 55 0 0,28-70 95 0 0,-31 76-79 0 0,1 0 1 0 0,26-42-1 0 0,37-42-17 0 0,-1 0 31 0 0,33-55 188 0 0,-31 54-85 0 0,-49 80-101 0 0,-12 18 3 0 0,19-33 0 0 0,-4 5 0 0 0,2 1-1 0 0,46-51 1 0 0,-79 98-35 0 0,19-23 20 0 0,2 1-1 0 0,0 1 1 0 0,2 2-1 0 0,50-37 1 0 0,19-15 26 0 0,-18 19-25 0 0,-45 30 18 0 0,59-34-1 0 0,-69 41-8 0 0,4-2-8 0 0,12-6-17 0 0,-18 11-10 0 0,0 1 9 0 0,157-104-102 0 0,-156 106 80 0 0,31-27 0 0 0,4-2 38 0 0,66-49 77 0 0,-75 54-82 0 0,-1-3-17 0 0,-32 26-9 0 0,2 1 0 0 0,-1 0 0 0 0,23-13 0 0 0,39-31-74 0 0,-33 28 78 0 0,-32 20 17 0 0,0 0 0 0 0,22-10 0 0 0,-20 11 6 0 0,-1 0-1 0 0,0-1 1 0 0,0-1-1 0 0,13-11 1 0 0,26-20-10 0 0,-9 12 32 0 0,58-53 0 0 0,-29 19 8 0 0,22-7-119 0 0,-64 46 72 0 0,55-34-1 0 0,-36 26 26 0 0,139-85 244 0 0,-128 81-180 0 0,32-19-14 0 0,9-5 30 0 0,-33 21-64 0 0,-31 20-8 0 0,-27 14-19 0 0,0 0 0 0 0,0-1 0 0 0,-1 0 0 0 0,13-10-1 0 0,-11 7-10 0 0,1 1 0 0 0,0 0 0 0 0,0 0 0 0 0,14-5 0 0 0,25-16 20 0 0,45-27 36 0 0,-89 52-55 0 0,25-16 55 0 0,0 0 0 0 0,40-35-1 0 0,-68 50-49 0 0,0 0-1 0 0,-1 1 0 0 0,1-1 0 0 0,-1 0 0 0 0,0-1 1 0 0,0 1-1 0 0,2-6 0 0 0,5-10 26 0 0,-8 16-22 0 0,1 0-1 0 0,-1 0 0 0 0,0 0 1 0 0,-1 0-1 0 0,1-1 0 0 0,-1 1 1 0 0,0 0-1 0 0,0 0 1 0 0,0-1-1 0 0,0 1 0 0 0,-1 0 1 0 0,0 0-1 0 0,0 0 0 0 0,0-1 1 0 0,-2-5-1 0 0,-5-29 5 0 0,8 35-13 0 0,0 0-1 0 0,-1 0 1 0 0,0 0 0 0 0,0 0 0 0 0,0 0 0 0 0,0 0 0 0 0,-1 0-1 0 0,1 0 1 0 0,-1 0 0 0 0,0 1 0 0 0,0-1 0 0 0,0 0 0 0 0,-1 1-1 0 0,1 0 1 0 0,-1 0 0 0 0,0 0 0 0 0,0 0 0 0 0,-6-5-1 0 0,-17-7 35 0 0,21 11-44 0 0,0 1 1 0 0,0 0 0 0 0,0 0-1 0 0,-1 0 1 0 0,0 1 0 0 0,-9-3-1 0 0,-3 1-17 0 0,-1 1 0 0 0,1 0-1 0 0,-1 2 1 0 0,1 0 0 0 0,-1 1-1 0 0,-29 4 1 0 0,18 1-11 0 0,-1 1 0 0 0,1 1 0 0 0,1 1 1 0 0,-1 2-1 0 0,1 1 0 0 0,-46 24 0 0 0,8-3-29 0 0,49-25 34 0 0,1 1 1 0 0,-30 18-1 0 0,-60 39-132 0 0,32-20 67 0 0,-102 68 26 0 0,65-42 196 0 0,49-29-58 0 0,-47 27 37 0 0,75-47-91 0 0,2 1-1 0 0,0 2 1 0 0,-39 38 0 0 0,65-57-16 0 0,-88 67 25 0 0,38-31-22 0 0,-21 16-13 0 0,66-51 8 0 0,-110 70 26 0 0,37-30-56 0 0,-100 57-532 0 0,159-90-938 0 0,-51 19-1 0 0,19-9-1640 0 0,18-10-40 0 0,-25 0-4055 0 0,24-6 2767 0 0,17-3 1757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1.7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960 34 1752 0 0,'-7'-6'8729'0'0,"-7"-7"-3731"0"0,11 11-4685 0 0,0 0 0 0 0,0 1 0 0 0,1-1 0 0 0,-1 1 0 0 0,0 0 0 0 0,0 0 0 0 0,0 0 0 0 0,0 0 0 0 0,0 0 0 0 0,-1 1 0 0 0,1-1 0 0 0,0 1 0 0 0,0 0 0 0 0,0 0 0 0 0,-6 1 0 0 0,-55 10 975 0 0,39-6-989 0 0,-32 8-72 0 0,-84 32-1 0 0,6-2-316 0 0,20-7-22 0 0,74-21 39 0 0,0-3 0 0 0,-69 13 0 0 0,98-23-1094 0 0,1 0 0 0 0,-1 0 1 0 0,1 1-1 0 0,0 1 0 0 0,0-1 0 0 0,-17 10 1 0 0,24-11 648 0 0,-1 1 0 0 0,1-1 0 0 0,0 1 0 0 0,0 0 0 0 0,1 1 0 0 0,-1-1 0 0 0,1 0 0 0 0,-1 1 0 0 0,1 0 0 0 0,0 0 0 0 0,0 0 0 0 0,1 0 0 0 0,-1 1 0 0 0,1-1 0 0 0,0 0 0 0 0,0 1 0 0 0,-2 9 0 0 0,3-6-1805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2.2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289 34 72 0 0,'0'-11'2104'0'0,"1"-7"4654"0"0,-1 18-6694 0 0,0-1 0 0 0,-1 1 0 0 0,1 0 0 0 0,0 0 0 0 0,0 0-1 0 0,0-1 1 0 0,0 1 0 0 0,0 0 0 0 0,0 0 0 0 0,0 0 0 0 0,0 0 0 0 0,-1-1 0 0 0,1 1 0 0 0,0 0-1 0 0,0 0 1 0 0,0 0 0 0 0,0 0 0 0 0,-1 0 0 0 0,1-1 0 0 0,0 1 0 0 0,0 0 0 0 0,0 0 0 0 0,-1 0-1 0 0,1 0 1 0 0,0 0 0 0 0,0 0 0 0 0,0 0 0 0 0,-1 0 0 0 0,1 0 0 0 0,0 0 0 0 0,0 0 0 0 0,0 0-1 0 0,-1 0 1 0 0,1 0 0 0 0,0 0 0 0 0,0 0 0 0 0,0 0 0 0 0,-1 0 0 0 0,1 0 0 0 0,0 0 0 0 0,0 0-1 0 0,0 0 1 0 0,-1 0 0 0 0,1 1 0 0 0,0-1 0 0 0,0 0 0 0 0,0 0 0 0 0,0 0 0 0 0,-1 0 0 0 0,1 0-1 0 0,0 1 1 0 0,0-1 0 0 0,0 0 0 0 0,0 0 0 0 0,0 0 0 0 0,-1 0 0 0 0,1 1 0 0 0,0-1 0 0 0,0 0-1 0 0,0 0 1 0 0,0 1 0 0 0,-34 28 2331 0 0,10-9-2063 0 0,2 0 1 0 0,-26 30 0 0 0,-36 66-255 0 0,28-37-100 0 0,55-78 19 0 0,0 0-1 0 0,0 0 0 0 0,0 0 1 0 0,0 1-1 0 0,0-1 1 0 0,0 0-1 0 0,0 1 0 0 0,1-1 1 0 0,-1 1-1 0 0,1-1 1 0 0,-1 1-1 0 0,1-1 0 0 0,-1 3 1 0 0,2-3-2 0 0,-1 0 1 0 0,1-1 0 0 0,0 1 0 0 0,0 0-1 0 0,0-1 1 0 0,0 1 0 0 0,0 0 0 0 0,0-1-1 0 0,0 1 1 0 0,0-1 0 0 0,1 0 0 0 0,-1 1-1 0 0,0-1 1 0 0,0 0 0 0 0,0 0 0 0 0,0 0-1 0 0,0 0 1 0 0,2 0 0 0 0,45 12-608 0 0,0 2 0 0 0,-1 2 0 0 0,53 26 1 0 0,14 6-5823 0 0,-65-29 2058 0 0,-27-8 2116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3.0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74 1596 0 0,'-1'0'529'0'0,"0"0"1"0"0,0 0-1 0 0,0 1 0 0 0,1-1 0 0 0,-1 0 0 0 0,0 0 1 0 0,0 1-1 0 0,0-1 0 0 0,0 1 0 0 0,0-1 1 0 0,0 0-1 0 0,0 1 0 0 0,1 0 0 0 0,-1-1 0 0 0,0 1 1 0 0,0-1-1 0 0,1 1 0 0 0,-1 0 0 0 0,1 0 1 0 0,-1-1-1 0 0,0 2 0 0 0,-9 24 2256 0 0,5 10-3634 0 0,5-16 1969 0 0,-1 1-1014 0 0,1 1 0 0 0,1-1 0 0 0,0 0 0 0 0,2 1-1 0 0,1-1 1 0 0,0-1 0 0 0,12 34 0 0 0,-14-50-107 0 0,0 0 1 0 0,0 0 0 0 0,0 0-1 0 0,0 0 1 0 0,1-1 0 0 0,0 1-1 0 0,0-1 1 0 0,0 1 0 0 0,0-1 0 0 0,0 0-1 0 0,0 0 1 0 0,1 0 0 0 0,0-1-1 0 0,-1 1 1 0 0,1-1 0 0 0,0 0-1 0 0,8 4 1 0 0,-6-5 9 0 0,-1 0 1 0 0,1 0-1 0 0,0 0 0 0 0,-1-1 0 0 0,1 0 1 0 0,0 0-1 0 0,0 0 0 0 0,-1-1 0 0 0,1 0 1 0 0,-1 0-1 0 0,1 0 0 0 0,8-4 0 0 0,-2 1-2 0 0,-1-1-1 0 0,0 0 1 0 0,-1-1-1 0 0,1-1 1 0 0,-1 1-1 0 0,0-2 1 0 0,-1 1-1 0 0,1-1 0 0 0,-1-1 1 0 0,-1 0-1 0 0,0 0 1 0 0,11-16-1 0 0,-9 8-104 0 0,0-1-1 0 0,-2 0 1 0 0,0-1-1 0 0,9-30 1 0 0,-14 38-5 0 0,-1 1 1 0 0,0-1-1 0 0,-1 0 1 0 0,0 0-1 0 0,0 0 1 0 0,-1 0-1 0 0,-1 0 1 0 0,0 0-1 0 0,-1 0 1 0 0,-3-13-1 0 0,4 19-15 0 0,-1 0-1 0 0,-1-1 1 0 0,1 1 0 0 0,-1 0-1 0 0,-6-9 1 0 0,-7-2-2501 0 0,-2 9-6669 0 0,15 7 7229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3.4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157 27 652 0 0,'-4'-22'6756'0'0,"3"21"-6625"0"0,1 1 0 0 0,0 0 0 0 0,0-1 0 0 0,-1 1 0 0 0,1 0 0 0 0,0 0 0 0 0,-1-1 0 0 0,1 1 1 0 0,0 0-1 0 0,-1 0 0 0 0,1-1 0 0 0,-1 1 0 0 0,1 0 0 0 0,0 0 0 0 0,-1 0 0 0 0,1 0 0 0 0,-1 0 0 0 0,1 0 0 0 0,-1 0 0 0 0,1-1 0 0 0,0 1 0 0 0,-1 0 0 0 0,1 1 0 0 0,-1-1 0 0 0,1 0 0 0 0,-1 0 0 0 0,0 0 0 0 0,-2 2 158 0 0,-1-1 1 0 0,0 1 0 0 0,0 1 0 0 0,1-1-1 0 0,-1 0 1 0 0,-5 6 0 0 0,-2 1-296 0 0,3-2 34 0 0,0 1 0 0 0,1 0 0 0 0,-1 0 0 0 0,2 1 0 0 0,-10 15 0 0 0,-15 17 11 0 0,30-39-31 0 0,-1-1-1 0 0,1 0 1 0 0,0 1 0 0 0,0-1 0 0 0,-1 1 0 0 0,1-1-1 0 0,0 1 1 0 0,0 0 0 0 0,1-1 0 0 0,-1 1-1 0 0,0 0 1 0 0,0 0 0 0 0,0 2 0 0 0,2-3-5 0 0,-1 0 0 0 0,0 0 0 0 0,1 0 0 0 0,-1 0 0 0 0,1 0 0 0 0,-1-1 0 0 0,1 1 0 0 0,0 0 0 0 0,-1 0 0 0 0,1-1 0 0 0,0 1 0 0 0,0 0 0 0 0,-1-1 0 0 0,1 1 1 0 0,0-1-1 0 0,0 1 0 0 0,0-1 0 0 0,0 1 0 0 0,0-1 0 0 0,0 0 0 0 0,1 1 0 0 0,4 2 44 0 0,0 0 0 0 0,0 0 0 0 0,-1 1 0 0 0,0 0 1 0 0,1 0-1 0 0,-2 0 0 0 0,1 0 0 0 0,0 1 0 0 0,-1 0 0 0 0,0 0 0 0 0,0 0 0 0 0,0 0 1 0 0,-1 1-1 0 0,1-1 0 0 0,-1 1 0 0 0,-1 0 0 0 0,1 0 0 0 0,-1 0 0 0 0,0 1 0 0 0,-1-1 1 0 0,1 0-1 0 0,-1 1 0 0 0,0-1 0 0 0,-1 8 0 0 0,-1-2-16 0 0,0-1-1 0 0,-1 0 1 0 0,-1 1 0 0 0,0-1-1 0 0,0 0 1 0 0,-1-1-1 0 0,0 1 1 0 0,-8 12 0 0 0,5-10-746 0 0,0-1 0 0 0,-1-1 1 0 0,-13 16-1 0 0,20-25-88 0 0,-4 3 1019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3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0 293 828 0 0,'26'-31'8540'0'0,"24"-8"-5816"0"0,-3 5-1859 0 0,-10 1-410 0 0,-15 16-172 0 0,-1-2 0 0 0,-1 0 0 0 0,18-24-1 0 0,-37 42-275 0 0,2-3 76 0 0,0 0 0 0 0,0 0 0 0 0,-1 0 1 0 0,1-1-1 0 0,-1 1 0 0 0,3-8 0 0 0,-5 11-71 0 0,1 1 1 0 0,-1-1 0 0 0,0 1 0 0 0,0-1-1 0 0,0 0 1 0 0,0 1 0 0 0,0-1-1 0 0,0 1 1 0 0,0-1 0 0 0,0 1-1 0 0,-1-1 1 0 0,1 1 0 0 0,0-1 0 0 0,0 1-1 0 0,0-1 1 0 0,-1 0 0 0 0,1 1-1 0 0,0 0 1 0 0,0-1 0 0 0,-1 1-1 0 0,1-1 1 0 0,0 1 0 0 0,-1-1 0 0 0,0 0-1 0 0,0 0-4 0 0,-1 1-1 0 0,0-1 0 0 0,1 0 1 0 0,-1 1-1 0 0,1-1 1 0 0,-1 1-1 0 0,0-1 0 0 0,1 1 1 0 0,-1 0-1 0 0,0 0 1 0 0,0 0-1 0 0,-2 0 0 0 0,-3 0-17 0 0,1 1 0 0 0,-1 1 0 0 0,0-1 0 0 0,1 1 0 0 0,-1 0 0 0 0,1 1 0 0 0,-1-1 0 0 0,1 1 0 0 0,0 0 0 0 0,0 1 0 0 0,0 0 0 0 0,1 0 0 0 0,-1 0 0 0 0,1 0 0 0 0,0 1 0 0 0,0 0 0 0 0,1 0 0 0 0,-6 7 0 0 0,-2 5 1 0 0,0 0 0 0 0,1 0 0 0 0,1 1 0 0 0,-15 35 0 0 0,23-47 12 0 0,0 0 0 0 0,1-1-1 0 0,-1 1 1 0 0,1 0 0 0 0,0 0 0 0 0,0 1-1 0 0,1-1 1 0 0,0 0 0 0 0,0 0-1 0 0,0 0 1 0 0,1 0 0 0 0,0 0 0 0 0,0 0-1 0 0,1 0 1 0 0,2 7 0 0 0,-3-10-61 0 0,1 0-1 0 0,-1 1 1 0 0,1-1 0 0 0,0 0 0 0 0,0 0 0 0 0,0 0-1 0 0,0-1 1 0 0,1 1 0 0 0,-1 0 0 0 0,1-1-1 0 0,0 1 1 0 0,-1-1 0 0 0,1 0 0 0 0,0 0 0 0 0,0 0-1 0 0,1-1 1 0 0,-1 1 0 0 0,0-1 0 0 0,1 1-1 0 0,-1-1 1 0 0,0 0 0 0 0,1 0 0 0 0,-1-1 0 0 0,1 1-1 0 0,0-1 1 0 0,5 0 0 0 0,10-1-1261 0 0,0-2 0 0 0,0 0 0 0 0,0-1 0 0 0,-1-1 0 0 0,34-14 0 0 0,-20 7-1757 0 0,-13 5 1112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4.1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60 1824 0 0,'-12'-17'3360'0'0,"10"14"-2704"0"0,0 1 0 0 0,0-1 1 0 0,0 1-1 0 0,1-1 1 0 0,-1 0-1 0 0,1 0 1 0 0,-1 0-1 0 0,1 0 1 0 0,0 0-1 0 0,0 0 0 0 0,1 0 1 0 0,-2-6-1 0 0,24 26 442 0 0,-11-4-957 0 0,-1 1 0 0 0,0 0 1 0 0,-1 0-1 0 0,0 0 0 0 0,-1 1 0 0 0,-1 1 0 0 0,-1-1 0 0 0,0 1 0 0 0,8 33 0 0 0,-10-26-71 0 0,0 2-1 0 0,-1-1 1 0 0,-2 0 0 0 0,0 0-1 0 0,-2 1 1 0 0,-4 32 0 0 0,2-45-50 0 0,1 0 1 0 0,-2 0-1 0 0,0 0 1 0 0,0 0-1 0 0,-1-1 1 0 0,0 0-1 0 0,-1 0 1 0 0,-1 0 0 0 0,0 0-1 0 0,0-1 1 0 0,-12 13-1 0 0,18-22-16 0 0,0 0 1 0 0,0 0-1 0 0,-1 0 0 0 0,1 0 0 0 0,0 0 0 0 0,0 0 0 0 0,-1 0 0 0 0,1 0 1 0 0,-1-1-1 0 0,1 1 0 0 0,0 0 0 0 0,-1-1 0 0 0,1 0 0 0 0,-1 1 0 0 0,1-1 1 0 0,-1 0-1 0 0,0 1 0 0 0,1-1 0 0 0,-1 0 0 0 0,-2-1 0 0 0,3 1-3 0 0,0-1 0 0 0,0 1 0 0 0,-1-1 0 0 0,1 1-1 0 0,0-1 1 0 0,0 0 0 0 0,0 0 0 0 0,0 0 0 0 0,0 0 0 0 0,0 0-1 0 0,0 0 1 0 0,0 0 0 0 0,0 0 0 0 0,1 0 0 0 0,-1 0 0 0 0,0 0 0 0 0,1 0-1 0 0,-2-3 1 0 0,1-1-14 0 0,-1 1-1 0 0,1-1 0 0 0,0 1 1 0 0,0-1-1 0 0,1 0 1 0 0,-1 0-1 0 0,1 0 0 0 0,0 1 1 0 0,0-1-1 0 0,1 0 0 0 0,-1 0 1 0 0,2-4-1 0 0,0 4-53 0 0,0 0 0 0 0,0 0 1 0 0,1 1-1 0 0,0-1 0 0 0,-1 1 0 0 0,1 0 0 0 0,1 0 0 0 0,-1 0 0 0 0,1 0 0 0 0,-1 1 1 0 0,1 0-1 0 0,0-1 0 0 0,6-2 0 0 0,8-5-969 0 0,0 1-1 0 0,21-8 1 0 0,1-2-2829 0 0,14-1-2395 0 0,-35 15 4064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4.5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 27 228 0 0,'-2'0'800'0'0,"-31"2"8628"0"0,30-1-9248 0 0,1 0 0 0 0,-1 0-1 0 0,0-1 1 0 0,1 2 0 0 0,-1-1-1 0 0,1 0 1 0 0,-1 0-1 0 0,1 1 1 0 0,0-1 0 0 0,0 1-1 0 0,-1 0 1 0 0,1 0-1 0 0,0 0 1 0 0,0 0 0 0 0,1 0-1 0 0,-3 4 1 0 0,-8 10 56 0 0,1 0 0 0 0,1 1-1 0 0,0 0 1 0 0,1 1 0 0 0,1 1 0 0 0,1-1 0 0 0,1 1-1 0 0,0 0 1 0 0,1 0 0 0 0,1 1 0 0 0,1-1 0 0 0,0 26 0 0 0,2-43-232 0 0,1 1 0 0 0,0 0 0 0 0,1 0 0 0 0,-1 0 0 0 0,1 0 0 0 0,-1 0 0 0 0,1 0 0 0 0,0 0 0 0 0,0 0 0 0 0,0-1 0 0 0,0 1 0 0 0,0 0 0 0 0,1-1 0 0 0,-1 1 0 0 0,1-1 0 0 0,0 1 0 0 0,0-1 0 0 0,0 0 0 0 0,0 0 0 0 0,3 3 1 0 0,-3-4-3 0 0,0 0 1 0 0,0 0 0 0 0,0-1-1 0 0,0 1 1 0 0,0 0 0 0 0,0-1 0 0 0,0 0-1 0 0,0 1 1 0 0,0-1 0 0 0,0 0 0 0 0,0 0-1 0 0,0 0 1 0 0,1-1 0 0 0,-1 1 0 0 0,0 0-1 0 0,0-1 1 0 0,0 1 0 0 0,0-1 0 0 0,0 0-1 0 0,0 1 1 0 0,-1-1 0 0 0,1 0 0 0 0,0 0-1 0 0,0-1 1 0 0,-1 1 0 0 0,1 0 0 0 0,0 0-1 0 0,-1-1 1 0 0,3-2 0 0 0,8-7-60 0 0,-1-2 1 0 0,0 1-1 0 0,-1-2 1 0 0,0 1-1 0 0,-1-1 0 0 0,-1-1 1 0 0,0 0-1 0 0,-1 0 1 0 0,0 0-1 0 0,-1-1 1 0 0,-1 0-1 0 0,-1 0 0 0 0,0-1 1 0 0,-1 1-1 0 0,-1-1 1 0 0,0 1-1 0 0,-1-1 1 0 0,-1 0-1 0 0,-2-20 0 0 0,1 34 55 0 0,1-1-1 0 0,-1 0 0 0 0,1 0 1 0 0,-1 1-1 0 0,0-1 0 0 0,0 1 1 0 0,-1-1-1 0 0,1 1 0 0 0,-1-1 1 0 0,-3-4-1 0 0,5 8-2 0 0,-6 23 5 0 0,6-11-32 0 0,1 0-1 0 0,0-1 0 0 0,1 1 0 0 0,1 0 0 0 0,0-1 1 0 0,0 1-1 0 0,1-1 0 0 0,0 0 0 0 0,12 20 0 0 0,-13-25-350 0 0,1 0 0 0 0,1 0-1 0 0,-1-1 1 0 0,1 0 0 0 0,0 0-1 0 0,0 0 1 0 0,11 8 0 0 0,-12-10-367 0 0,1 0 0 0 0,0-1 0 0 0,-1 0 1 0 0,1 0-1 0 0,0 0 0 0 0,0 0 0 0 0,0-1 0 0 0,0 0 0 0 0,0 0 1 0 0,0 0-1 0 0,10 0 0 0 0,-3-1-1311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4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1 1044 0 0,'-36'2'8949'0'0,"32"-1"-8730"0"0,0 0 0 0 0,0 0 0 0 0,1 1 0 0 0,-1-1 0 0 0,1 1 0 0 0,-1 0-1 0 0,1 0 1 0 0,-1 0 0 0 0,1 0 0 0 0,0 1 0 0 0,-4 3 0 0 0,2-1-88 0 0,0-1 0 0 0,1 1 0 0 0,-1 1 0 0 0,1-1 0 0 0,0 0 0 0 0,1 1-1 0 0,-1 0 1 0 0,-4 10 0 0 0,7-14-102 0 0,1 1-1 0 0,-1-1 0 0 0,0 0 1 0 0,1 1-1 0 0,-1-1 0 0 0,1 1 1 0 0,0-1-1 0 0,0 0 0 0 0,0 1 1 0 0,0-1-1 0 0,0 1 0 0 0,0-1 1 0 0,1 0-1 0 0,-1 1 0 0 0,1-1 0 0 0,0 0 1 0 0,-1 1-1 0 0,1-1 0 0 0,0 0 1 0 0,1 0-1 0 0,-1 0 0 0 0,0 0 1 0 0,0 0-1 0 0,1 0 0 0 0,-1 0 1 0 0,1 0-1 0 0,2 2 0 0 0,11 9 130 0 0,0 1-1 0 0,-1 1 0 0 0,0 0 1 0 0,18 29-1 0 0,-28-38-92 0 0,0 0-1 0 0,-1 0 0 0 0,0 1 1 0 0,-1-1-1 0 0,1 1 0 0 0,-1 0 0 0 0,0 0 1 0 0,-1 0-1 0 0,0 0 0 0 0,0 0 1 0 0,-1 0-1 0 0,1 0 0 0 0,-1 0 1 0 0,-1 1-1 0 0,0-1 0 0 0,-3 13 1 0 0,-1 0-71 0 0,-1 0 0 0 0,-2-1 0 0 0,0 0 0 0 0,-15 25 0 0 0,14-28-1129 0 0,-1-1-1 0 0,-24 26 1 0 0,33-39 640 0 0,-1-1 0 0 0,1 1 0 0 0,-1-1 0 0 0,0 0 0 0 0,1 0 0 0 0,-1 1 0 0 0,0-1 0 0 0,0 0 0 0 0,0-1 0 0 0,0 1 0 0 0,0 0 0 0 0,0 0 0 0 0,0-1 0 0 0,0 1 1 0 0,0-1-1 0 0,0 0 0 0 0,0 0 0 0 0,-4 0 0 0 0,-3 0-1777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6.0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19 304 956 0 0,'-4'-15'3984'0'0,"3"12"-3224"0"0,1 1-1 0 0,-1 0 1 0 0,0-1 0 0 0,0 1-1 0 0,0-1 1 0 0,0 1 0 0 0,0 0 0 0 0,0 0-1 0 0,0 0 1 0 0,-4-4 2278 0 0,17 36-1891 0 0,-4-10-887 0 0,-1-1 0 0 0,-1 1 0 0 0,-1 1 0 0 0,0-1 0 0 0,1 26 0 0 0,0 105 79 0 0,-6-132-367 0 0,0-18 0 0 0,0-2-134 0 0,0-1 153 0 0,0 0-1 0 0,0 1 0 0 0,0-1 0 0 0,-1 0 1 0 0,1 1-1 0 0,0-1 0 0 0,-1 1 0 0 0,1-1 1 0 0,-1 0-1 0 0,1 1 0 0 0,-2-2 1 0 0,1 0-7 0 0,-16-55-66 0 0,11 40 49 0 0,1 0 0 0 0,1-1 0 0 0,-3-26 0 0 0,4 10-50 0 0,3 0 1 0 0,0 1-1 0 0,11-66 1 0 0,-8 84 47 0 0,1-1-1 0 0,0 1 1 0 0,2 0-1 0 0,-1 0 1 0 0,2 0 0 0 0,0 1-1 0 0,1 0 1 0 0,1 0-1 0 0,0 1 1 0 0,12-14 0 0 0,-19 25 28 0 0,0 0 1 0 0,1 0 0 0 0,0 1-1 0 0,-1-1 1 0 0,1 1-1 0 0,0-1 1 0 0,0 1 0 0 0,0 0-1 0 0,1 0 1 0 0,-1 1 0 0 0,1-1-1 0 0,-1 1 1 0 0,1-1 0 0 0,-1 1-1 0 0,1 0 1 0 0,-1 0 0 0 0,1 1-1 0 0,0-1 1 0 0,0 1 0 0 0,-1 0-1 0 0,1 0 1 0 0,5 0-1 0 0,-5 1 12 0 0,-1 0-1 0 0,1 1 0 0 0,0-1 0 0 0,-1 1 0 0 0,1 0 0 0 0,-1 0 0 0 0,1 0 0 0 0,-1 0 0 0 0,0 1 0 0 0,0-1 0 0 0,0 1 0 0 0,0 0 0 0 0,0 0 0 0 0,-1 0 0 0 0,1 0 0 0 0,-1 1 0 0 0,0-1 0 0 0,0 0 0 0 0,0 1 0 0 0,2 7 0 0 0,0 0 28 0 0,-1 1-1 0 0,0 0 1 0 0,-1 0-1 0 0,0 0 1 0 0,-1 0-1 0 0,0 0 1 0 0,-1 1-1 0 0,-1-1 1 0 0,0 0-1 0 0,0 0 1 0 0,-1 0-1 0 0,-1 0 1 0 0,0 0-1 0 0,0-1 0 0 0,-1 1 1 0 0,-1-1-1 0 0,0 0 1 0 0,-1 0-1 0 0,0 0 1 0 0,0-1-1 0 0,-1 0 1 0 0,-9 10-1 0 0,15-18-43 0 0,-1 0 0 0 0,1-1 0 0 0,-1 1 0 0 0,1-1 0 0 0,-1 0-1 0 0,0 1 1 0 0,1-1 0 0 0,-1 0 0 0 0,0 0 0 0 0,0 0 0 0 0,0 0 0 0 0,0-1 0 0 0,0 1-1 0 0,0 0 1 0 0,0-1 0 0 0,0 1 0 0 0,0-1 0 0 0,0 0 0 0 0,0 0 0 0 0,0 0-1 0 0,0 0 1 0 0,0 0 0 0 0,0 0 0 0 0,0 0 0 0 0,0-1 0 0 0,0 1 0 0 0,0-1-1 0 0,-4-1 1 0 0,3 1-109 0 0,0-1 0 0 0,0 0 0 0 0,1 0-1 0 0,-1 0 1 0 0,0-1 0 0 0,1 1 0 0 0,-1-1 0 0 0,1 1-1 0 0,0-1 1 0 0,0 0 0 0 0,0 0 0 0 0,0 0-1 0 0,0 0 1 0 0,1 0 0 0 0,-1 0 0 0 0,0-4-1 0 0,-1 0-412 0 0,2 1 0 0 0,-1-1 0 0 0,1 0 0 0 0,0 1-1 0 0,0-1 1 0 0,1 0 0 0 0,-1 0 0 0 0,2-7 0 0 0,0 8-224 0 0,0 1 0 0 0,0-1 0 0 0,1 1 0 0 0,-1 0 0 0 0,1 0 0 0 0,1 0 0 0 0,-1 0 1 0 0,1 0-1 0 0,-1 0 0 0 0,7-7 0 0 0,2-1-1421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6.7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200 0 1784 0 0,'-3'1'719'0'0,"0"-1"1"0"0,0 0-1 0 0,0 0 0 0 0,0 1 0 0 0,0 0 1 0 0,1 0-1 0 0,-1-1 0 0 0,0 1 1 0 0,1 1-1 0 0,-4 1 0 0 0,-21 21 2517 0 0,18-12-3088 0 0,0 1 1 0 0,1 0 0 0 0,-6 15 0 0 0,2-5 705 0 0,-3 4-540 0 0,1 1 0 0 0,1 0 0 0 0,2 1 0 0 0,0 0 0 0 0,-9 50 0 0 0,19-78-314 0 0,1 0 1 0 0,-1 0-1 0 0,1 0 0 0 0,0 1 1 0 0,0-1-1 0 0,0 0 1 0 0,0 0-1 0 0,-1 1 0 0 0,2-1 1 0 0,-1 0-1 0 0,0 0 1 0 0,0 1-1 0 0,0-1 0 0 0,0 0 1 0 0,1 0-1 0 0,-1 0 1 0 0,1 1-1 0 0,-1-1 1 0 0,1 0-1 0 0,-1 0 0 0 0,1 0 1 0 0,0 0-1 0 0,-1 0 1 0 0,1 0-1 0 0,1 1 0 0 0,-1-2-1 0 0,1 1-1 0 0,-1-1 0 0 0,0 0 1 0 0,1 0-1 0 0,-1 0 1 0 0,0 0-1 0 0,1 0 0 0 0,-1 0 1 0 0,0 0-1 0 0,1 0 0 0 0,-1 0 1 0 0,0-1-1 0 0,0 1 1 0 0,1-1-1 0 0,-1 1 0 0 0,0-1 1 0 0,0 1-1 0 0,3-2 0 0 0,3-3-46 0 0,1 1 0 0 0,-1-1 0 0 0,0-1-1 0 0,0 0 1 0 0,11-12 0 0 0,-10 9-57 0 0,0-2 1 0 0,-1 1-1 0 0,0-1 1 0 0,0 0-1 0 0,-2 0 0 0 0,1-1 1 0 0,-1 1-1 0 0,-1-1 1 0 0,0-1-1 0 0,0 1 1 0 0,-2 0-1 0 0,1-1 1 0 0,-2 0-1 0 0,1 1 1 0 0,-2-15-1 0 0,0-18 30 0 0,0 44 65 0 0,19 36 231 0 0,-5-7-50 0 0,21 34 115 0 0,-32-57-273 0 0,0-1-1 0 0,0 0 1 0 0,1 0-1 0 0,-1 0 1 0 0,1 0-1 0 0,0-1 1 0 0,0 1-1 0 0,0-1 1 0 0,1 0-1 0 0,6 3 1 0 0,-10-5-12 0 0,1-1 0 0 0,-1 1 0 0 0,1-1 0 0 0,0 0 0 0 0,-1 1 1 0 0,1-1-1 0 0,0 0 0 0 0,-1 0 0 0 0,1 0 0 0 0,0 0 0 0 0,-1 0 1 0 0,1-1-1 0 0,0 1 0 0 0,-1 0 0 0 0,1-1 0 0 0,-1 1 0 0 0,1-1 1 0 0,0 0-1 0 0,-1 0 0 0 0,0 1 0 0 0,1-1 0 0 0,-1 0 0 0 0,1 0 0 0 0,-1 0 1 0 0,0 0-1 0 0,0-1 0 0 0,1 1 0 0 0,-1 0 0 0 0,0 0 0 0 0,0-1 1 0 0,0 1-1 0 0,-1-1 0 0 0,1 1 0 0 0,1-3 0 0 0,4-8-23 0 0,-1 1 0 0 0,0-1-1 0 0,6-20 1 0 0,-6 15-16 0 0,26-88-62 0 0,-31 105 101 0 0,0-1 0 0 0,0 1 1 0 0,1 0-1 0 0,-1-1 0 0 0,0 1 0 0 0,0 0 1 0 0,1-1-1 0 0,-1 1 0 0 0,1 0 0 0 0,-1 0 0 0 0,0-1 1 0 0,1 1-1 0 0,-1 0 0 0 0,1 0 0 0 0,-1 0 0 0 0,0-1 1 0 0,1 1-1 0 0,-1 0 0 0 0,1 0 0 0 0,-1 0 0 0 0,1 0 1 0 0,-1 0-1 0 0,1 0 0 0 0,-1 0 0 0 0,1 0 1 0 0,-1 0-1 0 0,0 0 0 0 0,1 0 0 0 0,-1 0 0 0 0,1 0 1 0 0,-1 0-1 0 0,1 1 0 0 0,-1-1 0 0 0,1 0 0 0 0,-1 0 1 0 0,0 0-1 0 0,1 1 0 0 0,-1-1 0 0 0,0 0 1 0 0,1 1-1 0 0,-1-1 0 0 0,1 0 0 0 0,-1 1 0 0 0,0-1 1 0 0,0 0-1 0 0,1 1 0 0 0,-1-1 0 0 0,0 0 0 0 0,1 1 1 0 0,21 24-272 0 0,-18-21 88 0 0,9 13-748 0 0,9 8-2199 0 0,-20-23 2417 0 0,0 0-1 0 0,1 0 0 0 0,0-1 1 0 0,-1 1-1 0 0,1 0 1 0 0,0-1-1 0 0,0 0 1 0 0,4 2-1 0 0,2 0-1378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7.1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18 110 1604 0 0,'-12'-26'5107'0'0,"6"13"446"0"0,8 35-3448 0 0,11 88-135 0 0,9 43-1444 0 0,-22-153-566 0 0,0 1 0 0 0,0-1-1 0 0,0 1 1 0 0,0-1 0 0 0,0 1 0 0 0,0 0 0 0 0,0-1 0 0 0,0 1-1 0 0,0-1 1 0 0,0 1 0 0 0,0-1 0 0 0,1 1 0 0 0,-1-1 0 0 0,0 1 0 0 0,0-1-1 0 0,1 1 1 0 0,-1-1 0 0 0,0 1 0 0 0,1-1 0 0 0,-1 1 0 0 0,1-1-1 0 0,-1 1 1 0 0,0-1 0 0 0,1 0 0 0 0,-1 1 0 0 0,1-1 0 0 0,-1 0-1 0 0,1 1 1 0 0,-1-1 0 0 0,1 0 0 0 0,0 0 0 0 0,-1 0 0 0 0,1 1 0 0 0,1-2-23 0 0,-1 0 1 0 0,0 1 0 0 0,0-1 0 0 0,0 0 0 0 0,0 0 0 0 0,0 1 0 0 0,0-1 0 0 0,-1 0 0 0 0,1 0 0 0 0,0 0 0 0 0,0 0 0 0 0,-1 0 0 0 0,2-3 0 0 0,19-43-629 0 0,-21 47 690 0 0,27-85-158 0 0,-21 61 94 0 0,2 0 0 0 0,0 0-1 0 0,1 1 1 0 0,2 0-1 0 0,19-33 1 0 0,-28 54 65 0 0,4-8 18 0 0,1 1 0 0 0,0 1 0 0 0,11-12 0 0 0,-18 20 77 0 0,0 3-45 0 0,-1 1 1 0 0,-1-1-1 0 0,1 0 0 0 0,0 1 0 0 0,-1-1 1 0 0,0 0-1 0 0,-2 4 0 0 0,2-5-8 0 0,-47 70 514 0 0,35-54-384 0 0,0 1 0 0 0,-13 25 0 0 0,27-43-164 0 0,-9 16 167 0 0,1 1-1 0 0,-8 24 1 0 0,14-37-145 0 0,1 1 0 0 0,0-1 0 0 0,0 1 1 0 0,0-1-1 0 0,1 1 0 0 0,0-1 0 0 0,0 1 0 0 0,0 0 1 0 0,1-1-1 0 0,-1 1 0 0 0,1-1 0 0 0,4 10 0 0 0,-5-14-36 0 0,0 0-1 0 0,1 0 0 0 0,-1 1 0 0 0,1-1 1 0 0,0 0-1 0 0,-1 0 0 0 0,1 0 0 0 0,0-1 1 0 0,0 1-1 0 0,-1 0 0 0 0,1 0 0 0 0,0 0 1 0 0,0 0-1 0 0,0-1 0 0 0,0 1 0 0 0,0 0 0 0 0,0-1 1 0 0,0 1-1 0 0,0-1 0 0 0,0 1 0 0 0,1-1 1 0 0,-1 0-1 0 0,2 1 0 0 0,0-1-64 0 0,0 0 0 0 0,0 0 1 0 0,0 0-1 0 0,0 0 0 0 0,0 0 0 0 0,0-1 0 0 0,0 0 0 0 0,0 1 0 0 0,3-3 1 0 0,4-1-762 0 0,0 0 1 0 0,-1-1-1 0 0,0 0 1 0 0,14-10 0 0 0,31-26-7131 0 0,-39 33 5700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7.4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94 186 1120 0 0,'-1'2'587'0'0,"0"-1"0"0"0,0 0 0 0 0,0 0 0 0 0,1 0-1 0 0,-1 1 1 0 0,0-1 0 0 0,1 0 0 0 0,-1 1 0 0 0,0-1 0 0 0,1 0 0 0 0,0 1 0 0 0,-1-1-1 0 0,1 1 1 0 0,-1 2 0 0 0,4 27 2159 0 0,14 26-2256 0 0,-17-55-292 0 0,2 3-645 0 0,8 15 796 0 0,-3-14-2762 0 0,4-7-4607 0 0,-5-2 4934 0 0</inkml:trace>
  <inkml:trace contextRef="#ctx0" brushRef="#br0" timeOffset="1">55 20 1764 0 0,'-32'-14'7075'0'0,"10"11"-3328"0"0,21 3-3630 0 0,25-2-6253 0 0,-3 2 2340 0 0,-11 0 1761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7.8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0 218 1776 0 0,'0'0'8274'0'0,"7"8"-4477"0"0,7 9-2942 0 0,-13-16-836 0 0,-1 1 0 0 0,0-1 0 0 0,1 1 1 0 0,-1-1-1 0 0,0 1 0 0 0,0 0 0 0 0,0-1 0 0 0,0 1 0 0 0,0-1 0 0 0,-1 1 0 0 0,1-1 1 0 0,0 1-1 0 0,-1-1 0 0 0,1 1 0 0 0,-1-1 0 0 0,1 1 0 0 0,-1-1 0 0 0,0 0 1 0 0,-1 3-1 0 0,5-23 179 0 0,3-17-208 0 0,2-1 9 0 0,-1 7 24 0 0,12-35 0 0 0,-16 56-20 0 0,0 1 0 0 0,1 1 0 0 0,0-1 0 0 0,0 0 0 0 0,1 1 1 0 0,0 0-1 0 0,0 0 0 0 0,1 0 0 0 0,6-6 0 0 0,-11 12-7 0 0,0 1-1 0 0,0-1 0 0 0,0 0 0 0 0,1 1 1 0 0,-1-1-1 0 0,0 1 0 0 0,0-1 0 0 0,1 1 1 0 0,-1 0-1 0 0,0-1 0 0 0,0 1 0 0 0,1 0 1 0 0,-1 0-1 0 0,0 0 0 0 0,1 0 0 0 0,-1 0 1 0 0,0 0-1 0 0,1 0 0 0 0,-1 0 0 0 0,0 1 1 0 0,1-1-1 0 0,-1 1 0 0 0,0-1 1 0 0,0 1-1 0 0,1-1 0 0 0,-1 1 0 0 0,0-1 1 0 0,0 1-1 0 0,0 0 0 0 0,0 0 0 0 0,0 0 1 0 0,0 0-1 0 0,1 1 0 0 0,6 5-240 0 0,0 1 0 0 0,-1 0 0 0 0,7 11 0 0 0,-5-8-394 0 0,10 10-4164 0 0,29 26 1 0 0,-39-39 2646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48.3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202 8 1872 0 0,'-3'-1'576'0'0,"0"-1"0"0"0,0 1 0 0 0,1 1 1 0 0,-1-1-1 0 0,0 0 0 0 0,0 1 0 0 0,0-1 0 0 0,0 1 0 0 0,0 0 0 0 0,0 0 0 0 0,0 0 0 0 0,0 0 1 0 0,0 1-1 0 0,0-1 0 0 0,0 1 0 0 0,0 0 0 0 0,0 0 0 0 0,-4 2 0 0 0,2-1-281 0 0,0 2 0 0 0,0-1 0 0 0,0 0 0 0 0,0 1 0 0 0,1 0 0 0 0,0 0 0 0 0,-1 1 1 0 0,-5 8-1 0 0,-3 6-226 0 0,0 1 1 0 0,2 1-1 0 0,-15 35 1 0 0,22-45 8 0 0,-19 48 225 0 0,22-56-294 0 0,1 1-1 0 0,-1-1 0 0 0,0 1 0 0 0,1-1 1 0 0,0 1-1 0 0,-1-1 0 0 0,1 1 0 0 0,1-1 0 0 0,-1 1 1 0 0,0-1-1 0 0,1 0 0 0 0,0 1 0 0 0,0-1 1 0 0,2 7-1 0 0,-2-9-7 0 0,0 0 0 0 0,0 0 1 0 0,0 0-1 0 0,0 0 0 0 0,0 0 0 0 0,0-1 0 0 0,0 1 1 0 0,0 0-1 0 0,0 0 0 0 0,0-1 0 0 0,0 1 1 0 0,0-1-1 0 0,1 1 0 0 0,-1-1 0 0 0,0 0 1 0 0,0 1-1 0 0,1-1 0 0 0,-1 0 0 0 0,0 0 1 0 0,0 0-1 0 0,1 0 0 0 0,-1 0 0 0 0,0 0 0 0 0,1 0 1 0 0,-1 0-1 0 0,0 0 0 0 0,0-1 0 0 0,1 1 1 0 0,-1 0-1 0 0,0-1 0 0 0,0 1 0 0 0,2-2 1 0 0,38-20 46 0 0,-40 20-46 0 0,10-5-41 0 0,-1 0-1 0 0,-1-1 1 0 0,1 0-1 0 0,-1-1 1 0 0,-1 0-1 0 0,1 0 0 0 0,-2-1 1 0 0,1 0-1 0 0,-1-1 1 0 0,-1 0-1 0 0,0 0 1 0 0,-1 0-1 0 0,8-23 1 0 0,-12 30 33 0 0,0 1 0 0 0,-1-1 1 0 0,0 0-1 0 0,0 1 0 0 0,0-1 0 0 0,-1 0 1 0 0,1 1-1 0 0,-1-1 0 0 0,1 0 0 0 0,-1 1 1 0 0,-1-1-1 0 0,1 1 0 0 0,0-1 0 0 0,-1 1 1 0 0,1 0-1 0 0,-1-1 0 0 0,0 1 0 0 0,0 0 1 0 0,-1 0-1 0 0,-3-4 0 0 0,6 7 10 0 0,-1 0 0 0 0,1 0 0 0 0,0-1 0 0 0,-1 1 1 0 0,1 0-1 0 0,-1 0 0 0 0,1 0 0 0 0,0 0 0 0 0,-1-1 0 0 0,1 1 0 0 0,-1 0 0 0 0,1 0 0 0 0,-1 0 0 0 0,1 0 0 0 0,-1 0 0 0 0,1 0 1 0 0,0 0-1 0 0,-1 0 0 0 0,1 0 0 0 0,-1 0 0 0 0,1 1 0 0 0,-1-1 0 0 0,1 0 0 0 0,0 0 0 0 0,-1 0 0 0 0,1 0 0 0 0,-1 1 1 0 0,1-1-1 0 0,0 0 0 0 0,-1 0 0 0 0,1 1 0 0 0,0-1 0 0 0,-1 0 0 0 0,1 1 0 0 0,0-1 0 0 0,-1 0 0 0 0,1 1 0 0 0,0-1 0 0 0,0 0 1 0 0,-1 1-1 0 0,1-1 0 0 0,0 1 0 0 0,0-1 0 0 0,0 1 0 0 0,0-1 0 0 0,-1 0 0 0 0,1 1 0 0 0,0-1 0 0 0,0 1 0 0 0,0-1 0 0 0,0 1 1 0 0,-5 23 81 0 0,6-1-48 0 0,1 0 1 0 0,1-1 0 0 0,0 1-1 0 0,2-1 1 0 0,12 36-1 0 0,2-11 55 0 0,34 65 0 0 0,-36-81 31 0 0,-2 0 0 0 0,-1 0-1 0 0,-2 1 1 0 0,9 35 0 0 0,-19-58-69 0 0,0 1 1 0 0,0-1 0 0 0,-1 1-1 0 0,0 0 1 0 0,-1 0 0 0 0,0-1-1 0 0,0 1 1 0 0,-1 0-1 0 0,-1-1 1 0 0,1 1 0 0 0,-2 0-1 0 0,1-1 1 0 0,-1 0 0 0 0,-1 0-1 0 0,0 0 1 0 0,0 0-1 0 0,0 0 1 0 0,-12 15 0 0 0,8-14-18 0 0,-1 0 0 0 0,0-1 0 0 0,0 0 0 0 0,-1 0 0 0 0,0-1 0 0 0,-1-1 0 0 0,-20 12 0 0 0,26-16-25 0 0,-1 0-1 0 0,1-1 0 0 0,-1 1 1 0 0,0-2-1 0 0,1 1 1 0 0,-1 0-1 0 0,0-1 0 0 0,0 0 1 0 0,0-1-1 0 0,0 1 1 0 0,0-1-1 0 0,0 0 0 0 0,-1-1 1 0 0,1 1-1 0 0,0-1 1 0 0,1-1-1 0 0,-1 1 0 0 0,-11-5 1 0 0,13 4-8 0 0,0 0 0 0 0,0-1 0 0 0,0 1 1 0 0,1-1-1 0 0,-1 0 0 0 0,0 0 0 0 0,1-1 1 0 0,0 1-1 0 0,0-1 0 0 0,0 0 0 0 0,0 1 0 0 0,1-1 1 0 0,-1-1-1 0 0,1 1 0 0 0,0 0 0 0 0,1 0 1 0 0,-1-1-1 0 0,0 1 0 0 0,1-1 0 0 0,0 1 0 0 0,0-1 1 0 0,1 0-1 0 0,-1 1 0 0 0,1-1 0 0 0,1-8 1 0 0,-1 1-7 0 0,1 0 1 0 0,1 1-1 0 0,0-1 1 0 0,1 1 0 0 0,0 0-1 0 0,0 0 1 0 0,1 0-1 0 0,1 0 1 0 0,7-13 0 0 0,-2 9-47 0 0,0 0 0 0 0,0 1 1 0 0,2 1-1 0 0,0 0 0 0 0,0 1 1 0 0,1 0-1 0 0,1 0 0 0 0,0 2 1 0 0,0-1-1 0 0,26-12 0 0 0,-27 17-501 0 0,1-1-1 0 0,1 2 1 0 0,-1 0-1 0 0,1 1 1 0 0,18-4-1 0 0,-21 7-591 0 0,0-1-1 0 0,0 2 1 0 0,0 0-1 0 0,0 0 0 0 0,0 1 1 0 0,0 0-1 0 0,12 4 1 0 0,-3 1-1380 0 0,-5 4-21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1.8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1136 956 0 0,'0'0'5631'0'0,"-30"-3"-2189"0"0,24-5-3027 0 0,-9-14 684 0 0,14 22-1080 0 0,1-1 0 0 0,-1 0-1 0 0,1 1 1 0 0,0-1-1 0 0,0 0 1 0 0,-1 1 0 0 0,1-1-1 0 0,0 0 1 0 0,0 0-1 0 0,0 1 1 0 0,0-1 0 0 0,0 0-1 0 0,0 0 1 0 0,0 0 0 0 0,0 1-1 0 0,0-1 1 0 0,0 0-1 0 0,0 0 1 0 0,1 1 0 0 0,-1-1-1 0 0,0 0 1 0 0,0 1-1 0 0,1-1 1 0 0,-1 0 0 0 0,1 1-1 0 0,-1-1 1 0 0,0 0 0 0 0,1 1-1 0 0,0-2 1 0 0,2-1 36 0 0,-1-1 1 0 0,1 1-1 0 0,-1-1 1 0 0,0 0-1 0 0,0 0 1 0 0,0 0-1 0 0,1-6 1 0 0,12-22 311 0 0,-7 21-184 0 0,-6 8-151 0 0,0-1 0 0 0,1 0 0 0 0,0 1-1 0 0,-1 0 1 0 0,1 0 0 0 0,1 0 0 0 0,-1 0 0 0 0,6-4 0 0 0,2-1 115 0 0,1-1 0 0 0,-1 0 0 0 0,-1-1 0 0 0,14-15 0 0 0,11-12 319 0 0,65-53 398 0 0,13-1-191 0 0,-69 56-425 0 0,-32 24-171 0 0,1 0 0 0 0,0 2 0 0 0,0 0 0 0 0,23-12 0 0 0,-12 9 183 0 0,34-24 1 0 0,-38 23-43 0 0,0 1 0 0 0,41-19 0 0 0,0-1 7 0 0,-23 10-73 0 0,205-109 843 0 0,-157 80-819 0 0,-56 31-37 0 0,46-21-1 0 0,-12 9-32 0 0,32-12 59 0 0,-14 14 130 0 0,1 3 0 0 0,148-26 0 0 0,-184 49-235 0 0,1 1 1 0 0,-1 3-1 0 0,0 2 0 0 0,62 10 1 0 0,-19-2-38 0 0,-60-7 42 0 0,-1 2 0 0 0,0 0 1 0 0,-1 3-1 0 0,0 0 1 0 0,0 1-1 0 0,0 2 1 0 0,43 24-1 0 0,111 56 255 0 0,-156-74-194 0 0,-1 1 0 0 0,-1 1 0 0 0,41 42 0 0 0,-14-12 22 0 0,-23-24-64 0 0,-1 1 0 0 0,-1 2 0 0 0,-2 1 0 0 0,0 0 0 0 0,-2 2 1 0 0,-2 1-1 0 0,-1 0 0 0 0,19 45 0 0 0,-22-35 181 0 0,-3 1 0 0 0,13 70 0 0 0,-21-76-164 0 0,-3-1-1 0 0,0 1 1 0 0,-2-1-1 0 0,-2 1 1 0 0,-2-1-1 0 0,-1 0 1 0 0,-1 0-1 0 0,-3 0 1 0 0,-14 40-1 0 0,8-20 26 0 0,8-31-27 0 0,0-1 0 0 0,-14 32-1 0 0,-4 3 93 0 0,15-34-26 0 0,-23 42 0 0 0,-12 2 117 0 0,-64 78-1 0 0,-64 55-67 0 0,151-178-179 0 0,-6 5 32 0 0,-54 41 1 0 0,18-16-19 0 0,12-12 2 0 0,-94 59 1 0 0,71-52 98 0 0,42-31-70 0 0,0 0 1 0 0,-2-2 0 0 0,0-2 0 0 0,-52 14 0 0 0,-34 14 63 0 0,72-23-33 0 0,-2-1-1 0 0,0-3 0 0 0,-1-3 1 0 0,-100 12-1 0 0,75-17-26 0 0,0-4-1 0 0,-85-8 1 0 0,-56-31 75 0 0,124 18-129 0 0,47 9 47 0 0,1-3 0 0 0,-59-22 0 0 0,100 33-80 0 0,-29-12-11 0 0,-1-1 0 0 0,2-2 0 0 0,-36-22 0 0 0,-34-44-47 0 0,69 46 5 0 0,7 6 1 0 0,-21-22-14 0 0,44 45 55 0 0,0 0 1 0 0,0-1-1 0 0,1 1 0 0 0,0-1 0 0 0,0 0 1 0 0,-1-10-1 0 0,-2-4-17 0 0,-6-8-1 0 0,-25-50 0 0 0,8 21-12 0 0,19 34 15 0 0,2 0 1 0 0,-6-29-1 0 0,-10-31-47 0 0,18 65 29 0 0,1 0 0 0 0,1-1 0 0 0,1 0 1 0 0,1 1-1 0 0,0-1 0 0 0,3-30 0 0 0,-1 40 29 0 0,2-2-7 0 0,1 1 0 0 0,0 0 1 0 0,0 0-1 0 0,1 0 1 0 0,9-18-1 0 0,35-77-47 0 0,-42 94 75 0 0,1 1 0 0 0,0-1 0 0 0,0 1 0 0 0,1 1 0 0 0,14-17 0 0 0,12-16 10 0 0,-16 15 45 0 0,-13 20-38 0 0,0 0 0 0 0,1 0-1 0 0,0 1 1 0 0,1 0 0 0 0,10-11 0 0 0,56-63 41 0 0,-39 43-3 0 0,-28 30-45 0 0,1 0 1 0 0,1 0 0 0 0,-1 1-1 0 0,13-10 1 0 0,-7 6 21 0 0,1 0 0 0 0,20-26 0 0 0,-10 9 1 0 0,17-15-229 0 0,52-54-248 0 0,-41 55-3913 0 0,7 7-5612 0 0,-24 15 1166 0 0,-24 15 5891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4.5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13 274 592 0 0,'-12'3'13525'0'0,"12"-4"-13468"0"0,1 0 1 0 0,0 1 0 0 0,0-1-1 0 0,-1 0 1 0 0,1 0-1 0 0,0 0 1 0 0,0 1 0 0 0,0-1-1 0 0,0 1 1 0 0,0-1-1 0 0,0 1 1 0 0,0-1 0 0 0,0 1-1 0 0,0-1 1 0 0,0 1 0 0 0,0 0-1 0 0,0-1 1 0 0,0 1-1 0 0,1 0 1 0 0,0 0 0 0 0,165-42 756 0 0,43 3-391 0 0,-80 12-253 0 0,-41 11-73 0 0,614-93 218 0 0,-663 106-317 0 0,124-16 0 0 0,-103 8-588 0 0,-67 15-1615 0 0,-3 2-1897 0 0,3-5-2273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4.9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1 156 0 0,'-18'3'8417'0'0,"15"6"-3468"0"0,20 16-2085 0 0,-14-21-3023 0 0,4 2 299 0 0,0 0 0 0 0,1 0-1 0 0,0-1 1 0 0,0 0 0 0 0,0 0-1 0 0,0-1 1 0 0,1 0-1 0 0,0 0 1 0 0,0-1 0 0 0,17 4-1 0 0,26 11 251 0 0,-13-9-91 0 0,-35-9-255 0 0,0 0 0 0 0,0 1 1 0 0,0 0-1 0 0,-1-1 0 0 0,1 1 0 0 0,0 0 1 0 0,0 1-1 0 0,-1-1 0 0 0,1 1 0 0 0,-1 0 1 0 0,1-1-1 0 0,2 4 0 0 0,-5-5-21 0 0,-1 1-1 0 0,0 0 1 0 0,0-1 0 0 0,0 1 0 0 0,0 0-1 0 0,0-1 1 0 0,0 1 0 0 0,1 0-1 0 0,-2-1 1 0 0,1 1 0 0 0,0 0-1 0 0,0-1 1 0 0,0 1 0 0 0,0 0 0 0 0,0-1-1 0 0,0 1 1 0 0,-1 0 0 0 0,1-1-1 0 0,0 1 1 0 0,-1-1 0 0 0,1 1-1 0 0,0 0 1 0 0,-1-1 0 0 0,1 1 0 0 0,-1-1-1 0 0,1 1 1 0 0,-1 0 0 0 0,-17 20 169 0 0,13-17-125 0 0,-104 114-783 0 0,30-35-2293 0 0,6 8-4642 0 0,44-53 2519 0 0,19-21 2550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7.1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1 164 0 0,'3'11'324'0'0,"-3"-3"-156"0"0,3 0-152 0 0,-3 0-132 0 0,3-2-128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7.4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0 404 0 0,'0'14'536'0'0,"0"0"-136"0"0,0-1-140 0 0,0-2-88 0 0,0 0-80 0 0,0-2-36 0 0,0 1-28 0 0,3-4-20 0 0,0 2-20 0 0,-3-2-36 0 0,3-4-28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7.8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41 181 432 0 0,'-6'-13'699'0'0,"1"0"-1"0"0,0-1 1 0 0,1 0-1 0 0,1 0 1 0 0,0 0-1 0 0,-1-15 1 0 0,-5-21 2716 0 0,7 31 388 0 0,4 33 912 0 0,0 17-4378 0 0,1-1 0 0 0,2 1 0 0 0,17 57 1 0 0,4 19-170 0 0,-3-9-243 0 0,-13-62-846 0 0,9 61 1 0 0,-14-68-537 0 0,1 21-2764 0 0,-6-48 3490 0 0,0 1 0 0 0,0-1 1 0 0,0 1-1 0 0,0-1 0 0 0,-1 1 1 0 0,1-1-1 0 0,-1 0 0 0 0,0 1 1 0 0,-1 2-1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8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0 125 1340 0 0,'12'-3'7751'0'0,"25"-10"-7292"0"0,-7 2-470 0 0,-11 6-449 0 0,1 0 1 0 0,38-5 0 0 0,40 5-4960 0 0,-76 1 4274 0 0,5-14 3012 0 0,2 0 3938 0 0,-27 18-5623 0 0,0 0 1 0 0,-1 0-1 0 0,1 0 0 0 0,0 0 1 0 0,-1 1-1 0 0,1-1 0 0 0,0 0 1 0 0,-1 1-1 0 0,1 0 0 0 0,-1-1 1 0 0,1 1-1 0 0,-1 0 0 0 0,1 0 1 0 0,-1 0-1 0 0,1-1 0 0 0,-1 2 1 0 0,0-1-1 0 0,1 0 0 0 0,1 2 1 0 0,22 26 772 0 0,-24-28-897 0 0,8 9 124 0 0,-1 1 0 0 0,0 1 0 0 0,-1-1 1 0 0,0 1-1 0 0,-1 1 0 0 0,8 19 0 0 0,-13-28-151 0 0,0 1-1 0 0,1 0 0 0 0,-2 0 0 0 0,1 1 1 0 0,-1-1-1 0 0,1 0 0 0 0,-1 0 1 0 0,-1 0-1 0 0,1 0 0 0 0,-1 0 0 0 0,0 0 1 0 0,0 0-1 0 0,0 0 0 0 0,-1 0 0 0 0,0 0 1 0 0,1 0-1 0 0,-2-1 0 0 0,1 1 1 0 0,-1-1-1 0 0,-4 7 0 0 0,-17 18 136 0 0,22-28-150 0 0,1 1 1 0 0,-1 0-1 0 0,1-1 1 0 0,-1 0-1 0 0,0 1 1 0 0,0-1-1 0 0,1 0 1 0 0,-1 0-1 0 0,0 0 1 0 0,0 0-1 0 0,0 0 0 0 0,0-1 1 0 0,0 1-1 0 0,-4 0 1 0 0,6-1-13 0 0,0 0 0 0 0,-1-1 0 0 0,1 1 0 0 0,0 0 0 0 0,-1 0 0 0 0,1-1 0 0 0,0 1 0 0 0,-1 0 0 0 0,1-1 0 0 0,0 1-1 0 0,-1 0 1 0 0,1-1 0 0 0,0 1 0 0 0,0 0 0 0 0,0-1 0 0 0,-1 1 0 0 0,1-1 0 0 0,0 1 0 0 0,0 0 0 0 0,0-1 0 0 0,0 1 0 0 0,0-1 0 0 0,0 1 0 0 0,0-1 0 0 0,0 1 0 0 0,0 0 0 0 0,0-1 0 0 0,0 1 0 0 0,0-1 0 0 0,0 1 0 0 0,0-1 0 0 0,0 1 0 0 0,0 0 0 0 0,0-1 0 0 0,1 1 0 0 0,-1-1 0 0 0,6-19 12 0 0,-6 18-7 0 0,5-8-42 0 0,0 0-1 0 0,1 0 1 0 0,0 1 0 0 0,0-1-1 0 0,1 1 1 0 0,0 1 0 0 0,1-1 0 0 0,-1 1-1 0 0,2 0 1 0 0,-1 1 0 0 0,1 0-1 0 0,0 1 1 0 0,1 0 0 0 0,13-7-1 0 0,7 1-239 0 0,56-14 0 0 0,-53 18 328 0 0,55-23 0 0 0,-81 27-42 0 0,1 2 20 0 0,-1-1 1 0 0,0 0-1 0 0,0-1 0 0 0,0 1 1 0 0,-1-1-1 0 0,1-1 0 0 0,-1 1 0 0 0,0-1 1 0 0,0 0-1 0 0,-1-1 0 0 0,7-6 0 0 0,-12 11-27 0 0,0 0 0 0 0,0 0 0 0 0,1 1 0 0 0,-1-1 0 0 0,0 0 0 0 0,0 0 0 0 0,0 1 0 0 0,0-1 0 0 0,0 0 0 0 0,0 0 0 0 0,0 1 0 0 0,0-1 0 0 0,0 0 0 0 0,0 0 0 0 0,0 0 0 0 0,0 1 0 0 0,0-1 0 0 0,-1 0 0 0 0,1 0 0 0 0,0 1 0 0 0,-1-1 0 0 0,1 0 0 0 0,0 1 1 0 0,-1-1-1 0 0,1 0 0 0 0,-1 1 0 0 0,1-1 0 0 0,-1 1 0 0 0,0-1 0 0 0,1 1 0 0 0,-1-1 0 0 0,1 1 0 0 0,-1-1 0 0 0,0 1 0 0 0,1-1 0 0 0,-1 1 0 0 0,0 0 0 0 0,0 0 0 0 0,1-1 0 0 0,-1 1 0 0 0,0 0 0 0 0,0 0 0 0 0,1 0 0 0 0,-1 0 0 0 0,0-1 0 0 0,-1 2 0 0 0,-2-2-6 0 0,1 0 0 0 0,-1 0 0 0 0,0 1 0 0 0,1 0 1 0 0,-1 0-1 0 0,0 0 0 0 0,1 0 0 0 0,-7 1 0 0 0,-1 4 3 0 0,1 0 0 0 0,0 0 0 0 0,0 1 0 0 0,0 0 0 0 0,1 1 0 0 0,0 0 0 0 0,0 1 0 0 0,1-1 0 0 0,-15 19 0 0 0,7-6 52 0 0,1 2-1 0 0,1 0 0 0 0,-14 29 1 0 0,26-48-60 0 0,0-1 1 0 0,1 1-1 0 0,0 0 0 0 0,-1 0 1 0 0,1 0-1 0 0,1 1 0 0 0,-1-1 1 0 0,0 0-1 0 0,1 0 0 0 0,-1 0 1 0 0,1 1-1 0 0,0-1 0 0 0,0 0 1 0 0,1 0-1 0 0,-1 1 0 0 0,0-1 1 0 0,1 0-1 0 0,0 0 1 0 0,0 0-1 0 0,0 0 0 0 0,2 5 1 0 0,-1-6-94 0 0,0 1 1 0 0,0 0 0 0 0,1-1 0 0 0,-1 0 0 0 0,1 1-1 0 0,-1-1 1 0 0,1 0 0 0 0,0 0 0 0 0,0 0 0 0 0,0-1-1 0 0,0 1 1 0 0,0-1 0 0 0,0 0 0 0 0,0 1 0 0 0,1-1-1 0 0,-1-1 1 0 0,0 1 0 0 0,1 0 0 0 0,-1-1 0 0 0,4 0-1 0 0,20 1-1872 0 0,-1-1 0 0 0,0-1 0 0 0,1-2 0 0 0,-1-1 1 0 0,38-10-1 0 0,-38 8-200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8.7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33 101 1360 0 0,'-10'4'2677'0'0,"0"2"3465"0"0,27-5-3995 0 0,-1-1-1988 0 0,0-1 0 0 0,-1-1-1 0 0,1 0 1 0 0,0-1 0 0 0,-1 0-1 0 0,0-1 1 0 0,0-1 0 0 0,0-1-1 0 0,0 0 1 0 0,-1-1-1 0 0,0 0 1 0 0,-1-1 0 0 0,24-18-1 0 0,-37 26-164 0 0,1 0 0 0 0,-1-1 0 0 0,0 1 0 0 0,1 0 0 0 0,-1-1 0 0 0,1 1 0 0 0,-1 0 0 0 0,0-1 0 0 0,1 1 0 0 0,-1 0-1 0 0,0-1 1 0 0,1 1 0 0 0,-1-1 0 0 0,0 1 0 0 0,1-1 0 0 0,-1 1 0 0 0,0-1 0 0 0,0 1 0 0 0,0-1 0 0 0,0 1 0 0 0,0-1 0 0 0,1 1-1 0 0,-1-1 1 0 0,0 1 0 0 0,0-1 0 0 0,0 1 0 0 0,0-1 0 0 0,0 1 0 0 0,0-1 0 0 0,-1 0 0 0 0,1 1 0 0 0,0-1 0 0 0,0 1 0 0 0,0-1-1 0 0,0 1 1 0 0,-1-1 0 0 0,0-1-13 0 0,-1 1 0 0 0,1 0 0 0 0,-1 0 1 0 0,1 0-1 0 0,-1 1 0 0 0,1-1 0 0 0,-1 0 0 0 0,0 1 0 0 0,1-1 0 0 0,-1 0 0 0 0,-2 1 0 0 0,-5-2-37 0 0,1 1 0 0 0,-1 0 1 0 0,1 0-1 0 0,-10 1 0 0 0,7 2 94 0 0,0 1 0 0 0,1 0 0 0 0,-1 0 0 0 0,0 1 0 0 0,1 0 0 0 0,0 1 0 0 0,0 0 0 0 0,0 1 0 0 0,1 0 0 0 0,0 0 0 0 0,0 1 0 0 0,0 0 0 0 0,1 1 1 0 0,0 0-1 0 0,1 0 0 0 0,0 1 0 0 0,-11 17 0 0 0,16-24-39 0 0,0 1 0 0 0,0 0 0 0 0,0 0 0 0 0,1 1 0 0 0,0-1 0 0 0,-1 0 0 0 0,1 0 1 0 0,0 1-1 0 0,1-1 0 0 0,-1 0 0 0 0,1 1 0 0 0,-1-1 0 0 0,1 1 0 0 0,0-1 0 0 0,0 1 1 0 0,0-1-1 0 0,1 0 0 0 0,-1 1 0 0 0,1-1 0 0 0,0 0 0 0 0,0 1 0 0 0,0-1 0 0 0,1 0 1 0 0,-1 0-1 0 0,3 5 0 0 0,-1-4-108 0 0,1 0 1 0 0,0 0-1 0 0,-1 0 1 0 0,1-1-1 0 0,1 1 1 0 0,-1-1 0 0 0,0 0-1 0 0,1 0 1 0 0,0 0-1 0 0,-1-1 1 0 0,1 1-1 0 0,0-1 1 0 0,0-1-1 0 0,0 1 1 0 0,9 1-1 0 0,18 2-1847 0 0,0-2-1 0 0,-1-2 0 0 0,1-1 0 0 0,57-6 0 0 0,-59 3-29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9.2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274 44 1252 0 0,'-13'5'10202'0'0,"4"8"-7483"0"0,8-8-2624 0 0,-1 0 0 0 0,1 0 0 0 0,1-1 1 0 0,-1 1-1 0 0,1 10 0 0 0,0-15-88 0 0,1 0-1 0 0,0 0 1 0 0,0 0 0 0 0,0 0 0 0 0,0 0-1 0 0,0 0 1 0 0,0 0 0 0 0,-1-1 0 0 0,1 1-1 0 0,0 0 1 0 0,0 0 0 0 0,0-1 0 0 0,0 1-1 0 0,-1-1 1 0 0,1 1 0 0 0,0 0-1 0 0,0-1 1 0 0,-1 1 0 0 0,1-1 0 0 0,0 0-1 0 0,0-2-10 0 0,0 0 0 0 0,0 0 0 0 0,0 0 0 0 0,-1 0 0 0 0,1 0 0 0 0,-1 0 0 0 0,0 0 0 0 0,0 1 0 0 0,0-1 0 0 0,0 0 0 0 0,0 0 0 0 0,-1 0 0 0 0,1 0 0 0 0,-1 0 0 0 0,0 0 0 0 0,0 0 0 0 0,0 0 0 0 0,0 1 0 0 0,-1-1 0 0 0,1 0 0 0 0,-1 1 0 0 0,1-1-1 0 0,-1 1 1 0 0,0 0 0 0 0,0 0 0 0 0,0-1 0 0 0,0 1 0 0 0,0 0 0 0 0,-1 1 0 0 0,1-1 0 0 0,-1 0 0 0 0,1 1 0 0 0,-1-1 0 0 0,1 1 0 0 0,-1 0 0 0 0,0 0 0 0 0,0 0 0 0 0,0 0 0 0 0,0 0 0 0 0,0 1 0 0 0,1-1 0 0 0,-1 1 0 0 0,0 0 0 0 0,0 0 0 0 0,0 0 0 0 0,0 0 0 0 0,0 0-1 0 0,0 1 1 0 0,0-1 0 0 0,0 1 0 0 0,-4 1 0 0 0,-6 6 94 0 0,0 0-1 0 0,0 0 1 0 0,1 1 0 0 0,0 0-1 0 0,0 1 1 0 0,1 1-1 0 0,0 0 1 0 0,1 0-1 0 0,1 1 1 0 0,0 0-1 0 0,0 1 1 0 0,1 0-1 0 0,1 0 1 0 0,0 1 0 0 0,-6 16-1 0 0,12-26-76 0 0,0-1 0 0 0,0 1 0 0 0,0 0 0 0 0,0 0 1 0 0,1 0-1 0 0,-1-1 0 0 0,1 1 0 0 0,0 0 0 0 0,0 0 0 0 0,0 0 0 0 0,1 0 0 0 0,0-1 0 0 0,-1 1 0 0 0,1 0 0 0 0,1 0 0 0 0,-1-1 0 0 0,0 1 0 0 0,1-1 1 0 0,2 5-1 0 0,0-4-76 0 0,-1 0 0 0 0,0 0 0 0 0,1-1 0 0 0,0 1 0 0 0,0-1 0 0 0,0 0 0 0 0,0 0 0 0 0,1-1 0 0 0,-1 1 0 0 0,1-1 1 0 0,0 0-1 0 0,8 2 0 0 0,7 1-1067 0 0,0-1 0 0 0,0-1 0 0 0,0-1 0 0 0,0 0 0 0 0,0-2 0 0 0,25-2 0 0 0,-9-1-2798 0 0,-21 0 1854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9.5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34 348 0 0,'-3'-6'2311'0'0,"-8"-16"4459"0"0,14 17-4580 0 0,11 8-1994 0 0,-8 1-67 0 0,0-1 0 0 0,0 1 0 0 0,0 1 0 0 0,-1-1 0 0 0,1 1-1 0 0,-1 0 1 0 0,0 0 0 0 0,-1 0 0 0 0,1 0 0 0 0,-1 1 0 0 0,0 0 0 0 0,-1 0 0 0 0,1 0 0 0 0,-1 1 0 0 0,-1-1-1 0 0,1 1 1 0 0,1 7 0 0 0,2 5 145 0 0,-2 0 0 0 0,0 0 0 0 0,-2 0-1 0 0,0 0 1 0 0,0 20 0 0 0,-3-24-181 0 0,0 0-1 0 0,0-1 1 0 0,-2 1 0 0 0,0 0-1 0 0,0-1 1 0 0,-1 0-1 0 0,-1 0 1 0 0,0 0 0 0 0,-12 20-1 0 0,13-28-76 0 0,1-8-31 0 0,3-16-91 0 0,8-28-334 0 0,-3 34-43 0 0,1 1 0 0 0,0-1 0 0 0,1 1-1 0 0,1 0 1 0 0,0 1 0 0 0,0-1-1 0 0,1 2 1 0 0,0-1 0 0 0,20-14-1 0 0,-18 16-853 0 0,-1 1-1 0 0,1 0 0 0 0,0 1 0 0 0,0 1 0 0 0,1 0 0 0 0,14-5 0 0 0,-13 7-527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09.8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38 106 1524 0 0,'0'1'242'0'0,"0"0"0"0"0,0-1 0 0 0,0 1-1 0 0,0 0 1 0 0,1-1 0 0 0,-1 1 0 0 0,0 0 0 0 0,0-1-1 0 0,0 1 1 0 0,0 0 0 0 0,1-1 0 0 0,-1 1 0 0 0,0 0-1 0 0,1-1 1 0 0,-1 1 0 0 0,0-1 0 0 0,1 1 0 0 0,-1-1-1 0 0,1 1 1 0 0,-1-1 0 0 0,1 1 0 0 0,-1-1 0 0 0,1 1-1 0 0,-1-1 1 0 0,1 0 0 0 0,-1 1 0 0 0,1-1 0 0 0,0 0-1 0 0,-1 1 1 0 0,1-1 0 0 0,1 0 0 0 0,0 1-42 0 0,1-1 1 0 0,-1 0-1 0 0,1 0 1 0 0,-1 0-1 0 0,1 0 1 0 0,0 0-1 0 0,-1-1 1 0 0,1 1-1 0 0,2-2 1 0 0,32-12-569 0 0,-20 5 1155 0 0,-9 5-719 0 0,-1-1-1 0 0,1-1 0 0 0,-1 1 0 0 0,0-1 0 0 0,-1 0 0 0 0,1-1 0 0 0,-1 1 0 0 0,0-1 0 0 0,-1-1 1 0 0,1 1-1 0 0,5-13 0 0 0,-11 20-61 0 0,1 0 0 0 0,-1-1 0 0 0,0 1 0 0 0,0 0 0 0 0,0 0 0 0 0,0-1 0 0 0,0 1 0 0 0,0 0 1 0 0,0-1-1 0 0,0 1 0 0 0,0 0 0 0 0,0-1 0 0 0,0 1 0 0 0,0 0 0 0 0,0 0 0 0 0,0-1 0 0 0,0 1 0 0 0,0 0 0 0 0,0-1 0 0 0,0 1 0 0 0,0 0 1 0 0,0 0-1 0 0,0-1 0 0 0,-1 1 0 0 0,1 0 0 0 0,0-1 0 0 0,0 1 0 0 0,0 0 0 0 0,0 0 0 0 0,-1 0 0 0 0,1-1 0 0 0,0 1 0 0 0,0 0 0 0 0,0 0 1 0 0,-1 0-1 0 0,1-1 0 0 0,0 1 0 0 0,-1 0 0 0 0,1 0 0 0 0,-1 0 0 0 0,-16 0 90 0 0,-16 10 43 0 0,17-2 74 0 0,1 1 0 0 0,1 0-1 0 0,0 2 1 0 0,-25 22 0 0 0,32-26-132 0 0,0 0 0 0 0,1 0-1 0 0,0 1 1 0 0,0 0 0 0 0,1 0 0 0 0,0 1 0 0 0,0-1-1 0 0,1 1 1 0 0,0 0 0 0 0,-3 12 0 0 0,6-18-113 0 0,1-1-1 0 0,-1 0 1 0 0,1 1 0 0 0,-1-1 0 0 0,1 0 0 0 0,0 1-1 0 0,0-1 1 0 0,0 1 0 0 0,0-1 0 0 0,1 0 0 0 0,-1 1-1 0 0,1-1 1 0 0,-1 0 0 0 0,1 1 0 0 0,0-1 0 0 0,0 0 0 0 0,0 0-1 0 0,0 0 1 0 0,0 1 0 0 0,0-1 0 0 0,3 3 0 0 0,-1-3-123 0 0,0 1 0 0 0,0-1 0 0 0,0 1 1 0 0,1-1-1 0 0,-1 0 0 0 0,1-1 1 0 0,-1 1-1 0 0,1 0 0 0 0,-1-1 0 0 0,1 0 1 0 0,0 0-1 0 0,4 1 0 0 0,6 0-806 0 0,-1-1 0 0 0,1 0 0 0 0,0-1 0 0 0,-1-1 0 0 0,1 0 0 0 0,20-4 0 0 0,-10-1-895 0 0,-2 1-90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0.2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 12 596 0 0,'-2'-1'565'0'0,"1"0"0"0"0,0 0 0 0 0,-1 0 0 0 0,1 0 0 0 0,0 0 0 0 0,-1 0 1 0 0,0 0-1 0 0,1 1 0 0 0,-1-1 0 0 0,1 1 0 0 0,-1-1 0 0 0,0 1 0 0 0,1-1 0 0 0,-1 1 0 0 0,0 0 0 0 0,1 0 0 0 0,-4 0 0 0 0,2 1-196 0 0,1-1 0 0 0,-1 1 0 0 0,0 0 0 0 0,1 0 0 0 0,-1 0 0 0 0,0 0 0 0 0,1 0 0 0 0,-1 0 0 0 0,-3 4 0 0 0,-5 3-180 0 0,2 1-1 0 0,-1 0 1 0 0,-14 20 0 0 0,17-20 453 0 0,7-9-631 0 0,-12 14 265 0 0,2 0-1 0 0,-12 19 1 0 0,20-31-268 0 0,1 1 0 0 0,-1-1 1 0 0,1 0-1 0 0,0 1 0 0 0,-1-1 0 0 0,1 1 0 0 0,0-1 1 0 0,1 1-1 0 0,-1 0 0 0 0,0 0 0 0 0,1-1 0 0 0,0 1 1 0 0,-1 0-1 0 0,1 0 0 0 0,0-1 0 0 0,0 1 0 0 0,1 0 1 0 0,-1 0-1 0 0,1-1 0 0 0,-1 1 0 0 0,1 0 0 0 0,0-1 1 0 0,1 5-1 0 0,0-6-42 0 0,0 1 0 0 0,-1 0 0 0 0,1-1 1 0 0,0 0-1 0 0,0 1 0 0 0,0-1 0 0 0,0 0 0 0 0,0 0 0 0 0,0 0 1 0 0,0 0-1 0 0,0 0 0 0 0,1-1 0 0 0,-1 1 0 0 0,0-1 1 0 0,0 1-1 0 0,1-1 0 0 0,-1 0 0 0 0,0 0 0 0 0,1 0 0 0 0,-1 0 1 0 0,0 0-1 0 0,1 0 0 0 0,-1-1 0 0 0,0 1 0 0 0,0-1 0 0 0,1 0 1 0 0,-1 1-1 0 0,0-1 0 0 0,0 0 0 0 0,2-2 0 0 0,6-1-268 0 0,-1-1-1 0 0,0-1 1 0 0,0 1-1 0 0,0-2 1 0 0,9-7-1 0 0,-5 1-3 0 0,0 0 0 0 0,-1-1 0 0 0,0-1 0 0 0,-2 0 0 0 0,1 0 0 0 0,-2-1 0 0 0,13-28-1 0 0,-17 23 1661 0 0,-1 33-866 0 0,0-3-467 0 0,-1-1 0 0 0,1 1 0 0 0,1-1 1 0 0,-1 0-1 0 0,1-1 0 0 0,1 1 0 0 0,-1-1 0 0 0,1 0 0 0 0,13 12 1 0 0,-13-15-462 0 0,-1 0 0 0 0,1 0 0 0 0,-1-1 0 0 0,1 1 1 0 0,12 3-1 0 0,-12-4-727 0 0,1-1 1 0 0,-1-1-1 0 0,1 1 0 0 0,0-1 1 0 0,0-1-1 0 0,7 1 0 0 0,-4-1-853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0.6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49 908 0 0,'-2'-6'1373'0'0,"-1"1"0"0"0,0-1-1 0 0,0 1 1 0 0,-1-1 0 0 0,0 1-1 0 0,0 0 1 0 0,-5-5 0 0 0,8 11-1251 0 0,0 0 0 0 0,0 0 0 0 0,0 0 1 0 0,0 0-1 0 0,1 0 0 0 0,-1 0 0 0 0,0 0 1 0 0,1 1-1 0 0,-1-1 0 0 0,1 0 0 0 0,-1 1 0 0 0,1-1 1 0 0,0 0-1 0 0,0 1 0 0 0,-1 0 0 0 0,-2 41 187 0 0,1 0 0 0 0,1 0-1 0 0,3 0 1 0 0,2 0 0 0 0,11 54-1 0 0,-11-81-1112 0 0,1 0 0 0 0,0 0 0 0 0,1-1 0 0 0,11 21 0 0 0,-11-23-999 0 0,12 7-4375 0 0,-12-15 3962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0.9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1 232 1656 0 0,'0'0'1821'0'0,"6"2"3021"0"0,10 2-3901 0 0,3-5-622 0 0,1-1 1 0 0,-1-1 0 0 0,0-1 0 0 0,-1 0 0 0 0,1-1 0 0 0,34-16 0 0 0,-4-1 555 0 0,56-36 0 0 0,-92 50-739 0 0,49-32 399 0 0,-55 36-495 0 0,-2-1 0 0 0,1 0 0 0 0,0 0 0 0 0,-1-1 0 0 0,0 1 0 0 0,-1-1 1 0 0,7-9-1 0 0,-11 15-42 0 0,0 0 0 0 0,1-1 0 0 0,-1 1 0 0 0,0 0 0 0 0,0-1 0 0 0,0 1 0 0 0,1-1 0 0 0,-1 1 0 0 0,0 0 0 0 0,0-1 1 0 0,0 1-1 0 0,0-1 0 0 0,0 1 0 0 0,0 0 0 0 0,0-1 0 0 0,1 1 0 0 0,-1-1 0 0 0,0 1 0 0 0,-1-1 0 0 0,1 1 0 0 0,0 0 0 0 0,0-1 1 0 0,0 1-1 0 0,0-1 0 0 0,0 1 0 0 0,0 0 0 0 0,0-1 0 0 0,-1 1 0 0 0,1-1 0 0 0,0 1 0 0 0,0 0 0 0 0,-1-1 0 0 0,1 1 0 0 0,0 0 1 0 0,0-1-1 0 0,-1 1 0 0 0,1 0 0 0 0,0 0 0 0 0,-1-1 0 0 0,0 1 0 0 0,-22-3-95 0 0,-26 10-40 0 0,49-7 137 0 0,-12 3 47 0 0,0 1-1 0 0,0 0 1 0 0,0 1 0 0 0,1 0 0 0 0,0 0-1 0 0,0 1 1 0 0,-18 14 0 0 0,22-15 47 0 0,0 1 0 0 0,0 0 0 0 0,1 1 0 0 0,0-1 1 0 0,0 1-1 0 0,0 0 0 0 0,1 1 0 0 0,1-1 0 0 0,-1 1 0 0 0,1 0 0 0 0,-5 13 0 0 0,7-16-59 0 0,0 1 0 0 0,1-1 0 0 0,0 1 0 0 0,0 0 0 0 0,0-1 0 0 0,1 1-1 0 0,0 0 1 0 0,0-1 0 0 0,0 1 0 0 0,1 0 0 0 0,-1 0 0 0 0,1-1 0 0 0,1 1-1 0 0,-1-1 1 0 0,1 1 0 0 0,3 5 0 0 0,-2-4-15 0 0,1 0-1 0 0,1-1 1 0 0,-1 0-1 0 0,1 0 1 0 0,0 0 0 0 0,1 0-1 0 0,-1-1 1 0 0,1 0-1 0 0,0 0 1 0 0,12 7-1 0 0,-2-3-409 0 0,-1-2-1 0 0,2 1 0 0 0,-1-2 0 0 0,0 0 0 0 0,1-1 0 0 0,0-1 0 0 0,0-1 0 0 0,1 0 0 0 0,32 1 0 0 0,-21-4-4469 0 0,48-7 1 0 0,-62 3 2628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2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26 900 0 0,'0'-7'3079'0'0,"-2"-8"3792"0"0,-8 12-940 0 0,10 3-5671 0 0,-13 20 1702 0 0,10-17-1899 0 0,1 0 0 0 0,0 0 0 0 0,0 0 0 0 0,0 1 0 0 0,0-1 0 0 0,-2 8 0 0 0,-5 14 106 0 0,2 1 0 0 0,2 0 0 0 0,-5 42 0 0 0,9-53-161 0 0,1 1 1 0 0,0-1-1 0 0,2 0 0 0 0,0 0 0 0 0,0 0 0 0 0,1 0 1 0 0,10 26-1 0 0,-6-22-18 0 0,1-1-1 0 0,1 0 1 0 0,0 0 0 0 0,2-1 0 0 0,15 21 0 0 0,-25-36-11 0 0,1 0 0 0 0,-1-1 1 0 0,1 1-1 0 0,-1-1 1 0 0,1 0-1 0 0,0 1 1 0 0,0-1-1 0 0,0 0 1 0 0,0 0-1 0 0,0 0 1 0 0,0 0-1 0 0,0 0 1 0 0,0 0-1 0 0,0-1 1 0 0,0 1-1 0 0,0-1 1 0 0,0 0-1 0 0,1 1 1 0 0,-1-1-1 0 0,2 0 1 0 0,1-1-34 0 0,0 0 1 0 0,-1 1-1 0 0,1-2 1 0 0,-1 1-1 0 0,0 0 0 0 0,1-1 1 0 0,-1 0-1 0 0,0 0 1 0 0,5-3-1 0 0,8-7-184 0 0,-1 0 0 0 0,-1-1 0 0 0,20-21-1 0 0,-32 32 216 0 0,4-6-59 0 0,0 0 0 0 0,0 0 0 0 0,0 0 0 0 0,-1-1 0 0 0,-1 0 0 0 0,1 0 0 0 0,7-19 1 0 0,-12 25 83 0 0,0 1-1 0 0,0-1 1 0 0,-1 0 0 0 0,1 0 0 0 0,-1 0 0 0 0,1 1 0 0 0,-1-1 0 0 0,0 0 0 0 0,0 0 0 0 0,0 0 0 0 0,-1 0 0 0 0,1 1 0 0 0,-1-1 0 0 0,1 0 0 0 0,-1 0 0 0 0,0 0 0 0 0,0 1 0 0 0,0-1 0 0 0,0 1 0 0 0,-1-1 0 0 0,1 1 0 0 0,-1-1-1 0 0,1 1 1 0 0,-1 0 0 0 0,0 0 0 0 0,0 0 0 0 0,0 0 0 0 0,0 0 0 0 0,0 0 0 0 0,-1 0 0 0 0,1 1 0 0 0,0-1 0 0 0,-6-2 0 0 0,3 2-2 0 0,-1 0 0 0 0,1 0 0 0 0,-1 0 0 0 0,0 1-1 0 0,1 0 1 0 0,-1 0 0 0 0,0 1 0 0 0,0-1 0 0 0,0 1 0 0 0,0 0 0 0 0,0 1 0 0 0,0 0 0 0 0,1 0 0 0 0,-12 3 0 0 0,8-2-385 0 0,-1 1 0 0 0,1 1 1 0 0,1 0-1 0 0,-1 0 1 0 0,0 0-1 0 0,1 1 1 0 0,0 1-1 0 0,-10 7 1 0 0,16-8-5424 0 0,11-4 1037 0 0,0-1 2523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3.1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 1300 0 0,'-1'-1'11703'0'0,"-1"10"-8905"0"0,-1 15-2419 0 0,-6 274 3643 0 0,9-267-4208 0 0,6 46 1 0 0,-3-62-1342 0 0,0-1 1 0 0,9 25-1 0 0,-12-38 1404 0 0,15-3-13405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3.5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7 195 228 0 0,'0'0'1930'0'0,"-2"6"4142"0"0,-2 8-3657 0 0,4 160 1751 0 0,0-173-4365 0 0,0 0 1 0 0,-1-1-1 0 0,1 1 0 0 0,0 0 0 0 0,0 0 0 0 0,0-1 0 0 0,0 1 0 0 0,1 0 0 0 0,-1-1 0 0 0,0 1 0 0 0,0 0 0 0 0,0-1 0 0 0,0 1 1 0 0,1 0-1 0 0,-1-1 0 0 0,0 1 0 0 0,1-1 0 0 0,-1 1 0 0 0,0-1 0 0 0,1 1 0 0 0,-1 0 0 0 0,1-1 0 0 0,-1 1 0 0 0,1-1 0 0 0,-1 0 0 0 0,1 1 1 0 0,-1-1-1 0 0,1 1 0 0 0,0-1 0 0 0,-1 0 0 0 0,1 1 0 0 0,-1-1 0 0 0,1 0 0 0 0,0 0 0 0 0,-1 0 0 0 0,1 1 0 0 0,0-1 0 0 0,-1 0 1 0 0,1 0-1 0 0,0 0 0 0 0,-1 0 0 0 0,1 0 0 0 0,0 0 0 0 0,-1 0 0 0 0,1 0 0 0 0,0-1 0 0 0,-1 1 0 0 0,1 0 0 0 0,0 0 0 0 0,-1 0 1 0 0,1-1-1 0 0,0 1 0 0 0,-1 0 0 0 0,1-1 0 0 0,-1 1 0 0 0,1-1 0 0 0,-1 1 0 0 0,1-1 0 0 0,0 0 0 0 0,5-4-1885 0 0</inkml:trace>
  <inkml:trace contextRef="#ctx0" brushRef="#br0" timeOffset="1">34 23 792 0 0,'-7'-20'5756'0'0,"8"17"-6471"0"0,5 12-2459 0 0,-3-3 1535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3.9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24 1812 0 0,'31'35'6931'0'0,"-5"11"-4035"0"0,-23-41-2701 0 0,-1 0 0 0 0,0 1 0 0 0,0-1 0 0 0,-1 0 1 0 0,1 1-1 0 0,-1 0 0 0 0,0-1 0 0 0,-1 1 0 0 0,1 0 0 0 0,-1 0 1 0 0,0-1-1 0 0,-1 1 0 0 0,1 0 0 0 0,-1-1 0 0 0,-2 8 0 0 0,0-1 263 0 0,6-13-377 0 0,8-23-312 0 0,-7 6 113 0 0,1 1 0 0 0,13-30 0 0 0,-4 13 36 0 0,-12 29 72 0 0,0 0-1 0 0,1 0 0 0 0,0 0 0 0 0,0 1 0 0 0,0-1 1 0 0,1 1-1 0 0,-1 0 0 0 0,1 0 0 0 0,8-7 1 0 0,-10 9 5 0 0,1 0 0 0 0,0 0 0 0 0,-1 0-1 0 0,1 1 1 0 0,0-1 0 0 0,0 1 0 0 0,0-1 0 0 0,0 1 0 0 0,0 0 0 0 0,0 0 0 0 0,0 0 0 0 0,0 1 0 0 0,1-1 0 0 0,-1 1 0 0 0,0 0 0 0 0,0 0 0 0 0,1 0 0 0 0,3 1 0 0 0,10 3-69 0 0,-1 1-1 0 0,-1 1 1 0 0,1 1-1 0 0,-1 0 1 0 0,0 1 0 0 0,13 10-1 0 0,-7-4-3184 0 0,29 26-1 0 0,-40-34-547 0 0,-4-4 1756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4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61 880 0 0,'-9'-61'10972'0'0,"15"91"-8930"0"0,10 26-934 0 0,86 287 2109 0 0,-88-308-3103 0 0,12 43 63 0 0,-24-72-163 0 0,-1 0-1 0 0,0-1 1 0 0,0 1-1 0 0,-1 0 1 0 0,0 0 0 0 0,0-1-1 0 0,0 1 1 0 0,0 0-1 0 0,-1 0 1 0 0,0 0-1 0 0,-3 6 1 0 0,4-10-22 0 0,0-1 0 0 0,0 0-1 0 0,-1 1 1 0 0,1-1 0 0 0,-1 0 0 0 0,1 0 0 0 0,-1 1-1 0 0,0-1 1 0 0,1 0 0 0 0,-1 0 0 0 0,0 0 0 0 0,0 0-1 0 0,0 0 1 0 0,0 0 0 0 0,1 0 0 0 0,-2 0 0 0 0,1 0-1 0 0,0 0 1 0 0,0-1 0 0 0,0 1 0 0 0,0 0-1 0 0,0-1 1 0 0,-1 1 0 0 0,1-1 0 0 0,0 1 0 0 0,0-1-1 0 0,-1 0 1 0 0,1 1 0 0 0,0-1 0 0 0,-1 0 0 0 0,1 0-1 0 0,0 0 1 0 0,-1 0 0 0 0,1 0 0 0 0,0 0 0 0 0,-1 0-1 0 0,1-1 1 0 0,0 1 0 0 0,-1 0 0 0 0,1-1-1 0 0,0 1 1 0 0,-1-1 0 0 0,-1-1 0 0 0,0 0-28 0 0,0 1 0 0 0,1-2 0 0 0,-1 1 0 0 0,1 0-1 0 0,-1 0 1 0 0,1-1 0 0 0,0 1 0 0 0,0-1 0 0 0,0 0 0 0 0,0 0 0 0 0,0 0 0 0 0,1 0 0 0 0,-1 0 0 0 0,1 0 0 0 0,0 0-1 0 0,0 0 1 0 0,-1-4 0 0 0,1 2-23 0 0,1 0 0 0 0,-1 0 1 0 0,1-1-1 0 0,0 1 0 0 0,1 0 0 0 0,1-9 0 0 0,-1 11 14 0 0,0-1 0 0 0,0 1 1 0 0,0-1-1 0 0,1 0 0 0 0,-1 1 0 0 0,1 0 1 0 0,0-1-1 0 0,0 1 0 0 0,1 0 0 0 0,-1 0 0 0 0,0 0 1 0 0,1 1-1 0 0,4-5 0 0 0,-3 4-300 0 0,0 1 1 0 0,0-1-1 0 0,0 1 0 0 0,0 0 1 0 0,1 0-1 0 0,-1 0 0 0 0,1 1 0 0 0,-1 0 1 0 0,1 0-1 0 0,-1 0 0 0 0,1 0 1 0 0,0 1-1 0 0,7-1 0 0 0,33 7-7951 0 0,-36-3 5995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6.0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1 476 0 0,'-3'3'15426'0'0,"3"0"-16158"0"0,-12 137 4941 0 0,11-130-4063 0 0,-7 31 277 0 0,5-30-571 0 0,0 1 1 0 0,2-1-1 0 0,-2 15 0 0 0,28-50-870 0 0,-7 0 692 0 0,21-31 0 0 0,16-22 49 0 0,-44 63 232 0 0,22-23-87 0 0,-31 35 125 0 0,-1 1 1 0 0,1 0 0 0 0,0-1 0 0 0,-1 1 0 0 0,1 0 0 0 0,0 0 0 0 0,0 0 0 0 0,0 0 0 0 0,-1 0 0 0 0,1 0 0 0 0,0 1 0 0 0,0-1-1 0 0,0 1 1 0 0,0-1 0 0 0,1 1 0 0 0,-1 0 0 0 0,0 0 0 0 0,0 0 0 0 0,3 0 0 0 0,-3 1 12 0 0,1 1 0 0 0,-1-1 0 0 0,0 1 0 0 0,1 0 0 0 0,-1-1 0 0 0,0 1 1 0 0,0 0-1 0 0,0 0 0 0 0,0 0 0 0 0,-1 1 0 0 0,1-1 0 0 0,-1 0 0 0 0,1 1 0 0 0,-1-1 0 0 0,0 1 0 0 0,0-1 0 0 0,0 1 1 0 0,0-1-1 0 0,1 5 0 0 0,11 53 243 0 0,-12 13 39 0 0,-1-72 202 0 0,-6-26-253 0 0,6 16-257 0 0,1 0-1 0 0,0 1 1 0 0,0 0 0 0 0,1-1-1 0 0,0 1 1 0 0,1 0 0 0 0,4-10-1 0 0,-6 14 13 0 0,1 0-1 0 0,0 0 1 0 0,0 1-1 0 0,1-1 1 0 0,-1 0-1 0 0,1 1 1 0 0,-1-1-1 0 0,1 1 0 0 0,0 0 1 0 0,1 0-1 0 0,-1 0 1 0 0,0 1-1 0 0,1-1 1 0 0,-1 1-1 0 0,9-5 1 0 0,-9 6 7 0 0,0 1 1 0 0,1-1 0 0 0,-1 0-1 0 0,1 1 1 0 0,-1-1 0 0 0,1 1 0 0 0,-1 0-1 0 0,0 0 1 0 0,1 1 0 0 0,-1-1-1 0 0,1 1 1 0 0,-1 0 0 0 0,0 0-1 0 0,6 2 1 0 0,3 2-19 0 0,0 1-1 0 0,18 12 0 0 0,19 10-1531 0 0,-27-20-293 0 0,5 2-2210 0 0,2-1-3864 0 0,-23-9 5735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6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127 17 136 0 0,'-1'-1'289'0'0,"1"1"0"0"0,0-1 0 0 0,0 0 0 0 0,0 1 0 0 0,0-1 0 0 0,0 1 0 0 0,0-1 0 0 0,0 1 0 0 0,0-1-1 0 0,0 0 1 0 0,0 1 0 0 0,0-1 0 0 0,0 1 0 0 0,0-1 0 0 0,1 1 0 0 0,-1-1 0 0 0,0 0 0 0 0,0 1 0 0 0,1-1 0 0 0,-1 1 0 0 0,0-1 0 0 0,1 1 0 0 0,-1 0 0 0 0,0-1 0 0 0,1 1 0 0 0,-1-1 0 0 0,1 1 0 0 0,-1 0-1 0 0,1-1 1 0 0,0 0 0 0 0,0 2-92 0 0,0-1-1 0 0,0 0 1 0 0,0 0-1 0 0,0 1 0 0 0,0-1 1 0 0,0 1-1 0 0,-1-1 1 0 0,1 1-1 0 0,0-1 0 0 0,0 1 1 0 0,0-1-1 0 0,-1 1 1 0 0,1 0-1 0 0,0-1 1 0 0,0 2-1 0 0,24 33 1795 0 0,-21-27-1658 0 0,0 0 1 0 0,-1 1 0 0 0,0-1 0 0 0,-1 0-1 0 0,0 1 1 0 0,2 12 0 0 0,-4-18-277 0 0,0 0 0 0 0,0 0 0 0 0,-1 0 0 0 0,1-1 0 0 0,-1 1 0 0 0,1 0 0 0 0,-1 0 0 0 0,0-1 0 0 0,0 1 1 0 0,-1-1-1 0 0,1 1 0 0 0,0-1 0 0 0,-1 1 0 0 0,1-1 0 0 0,-1 0 0 0 0,0 0 0 0 0,0 0 0 0 0,0 0 0 0 0,0 0 0 0 0,0 0 0 0 0,0 0 0 0 0,-1 0 0 0 0,1-1 1 0 0,-4 2-1 0 0,-3 2 16 0 0,0-1 0 0 0,0 0 0 0 0,-1 0 1 0 0,1-1-1 0 0,-1-1 0 0 0,1 1 1 0 0,-1-1-1 0 0,-13 0 0 0 0,21-2-65 0 0,-1 0 0 0 0,0 0 1 0 0,0 0-1 0 0,0 0 0 0 0,0-1 0 0 0,1 1 0 0 0,-1-1 0 0 0,0 1 1 0 0,1-1-1 0 0,-1 0 0 0 0,0 0 0 0 0,1-1 0 0 0,-1 1 0 0 0,-3-3 1 0 0,5 3-20 0 0,-1-1 1 0 0,1 0-1 0 0,0 1 1 0 0,0-1 0 0 0,0 0-1 0 0,0 0 1 0 0,0 0-1 0 0,0 0 1 0 0,0 0 0 0 0,0 0-1 0 0,1 0 1 0 0,-1 0 0 0 0,1 0-1 0 0,-1 0 1 0 0,1 0-1 0 0,0 0 1 0 0,0 0 0 0 0,0 0-1 0 0,0-1 1 0 0,0 1-1 0 0,1-4 1 0 0,0 0-219 0 0,0 0 0 0 0,1 1 0 0 0,-1-1 0 0 0,1 0 0 0 0,0 0 0 0 0,1 1 0 0 0,-1 0 0 0 0,1-1 0 0 0,0 1 0 0 0,1 0 0 0 0,-1 0 0 0 0,1 1 1 0 0,0-1-1 0 0,0 1 0 0 0,0 0 0 0 0,1 0 0 0 0,-1 0 0 0 0,1 0 0 0 0,5-2 0 0 0,-4 2-829 0 0,1 1 1 0 0,-1 0-1 0 0,1 1 1 0 0,-1 0-1 0 0,1 0 1 0 0,0 0-1 0 0,0 1 0 0 0,-1-1 1 0 0,1 2-1 0 0,9-1 1 0 0,-4 1-1090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16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0 114 884 0 0,'1'-1'500'0'0,"0"1"1"0"0,0-1-1 0 0,0 0 0 0 0,0 1 1 0 0,0-1-1 0 0,0 1 0 0 0,0 0 1 0 0,1-1-1 0 0,-1 1 0 0 0,0 0 0 0 0,0-1 1 0 0,0 1-1 0 0,0 0 0 0 0,1 0 1 0 0,-1 0-1 0 0,0 0 0 0 0,0 0 1 0 0,0 0-1 0 0,1 1 0 0 0,0-1 1 0 0,28 14 2275 0 0,-23-10-2581 0 0,-1 1 0 0 0,1 0 0 0 0,-1 0 0 0 0,-1 0 0 0 0,1 1 0 0 0,5 8 0 0 0,-9-11-113 0 0,-1 0 0 0 0,1 0-1 0 0,-1 0 1 0 0,1 0 0 0 0,-1 1 0 0 0,0-1 0 0 0,-1 1-1 0 0,1-1 1 0 0,0 1 0 0 0,-1-1 0 0 0,0 1 0 0 0,0-1-1 0 0,0 1 1 0 0,0-1 0 0 0,-1 1 0 0 0,1-1 0 0 0,-1 1-1 0 0,0-1 1 0 0,0 0 0 0 0,0 1 0 0 0,-2 3 0 0 0,3-7-100 0 0,0 0 0 0 0,0 0 1 0 0,0-1-1 0 0,1 1 0 0 0,-1 0 1 0 0,0 0-1 0 0,0 0 1 0 0,0 0-1 0 0,0 0 0 0 0,0 0 1 0 0,0 0-1 0 0,1 0 1 0 0,-1 0-1 0 0,0 0 0 0 0,0 0 1 0 0,0 0-1 0 0,0 0 0 0 0,1-1 1 0 0,-1 1-1 0 0,0 0 1 0 0,0 0-1 0 0,0 0 0 0 0,0 0 1 0 0,0 1-1 0 0,1-1 0 0 0,-1 0 1 0 0,0 0-1 0 0,0 0 1 0 0,0 0-1 0 0,0 0 0 0 0,0 0 1 0 0,1 0-1 0 0,-1 0 0 0 0,0 0 1 0 0,0 0-1 0 0,0 0 1 0 0,0 0-1 0 0,0 0 0 0 0,1 1 1 0 0,-1-1-1 0 0,0 0 1 0 0,0 0-1 0 0,0 0 0 0 0,0 0 1 0 0,0 0-1 0 0,0 0 0 0 0,0 1 1 0 0,0-1-1 0 0,0 0 1 0 0,0 0-1 0 0,0 0 0 0 0,0 0 1 0 0,0 1-1 0 0,0-1 0 0 0,0 0 1 0 0,0 0-1 0 0,0 0 1 0 0,0 0-1 0 0,0 0 0 0 0,0 1 1 0 0,0-1-1 0 0,24-15-375 0 0,16-9 166 0 0,34-5 118 0 0,88-48 1 0 0,-136 63 117 0 0,-2-1 1 0 0,41-32-1 0 0,-64 47 0 0 0,0-1-1 0 0,0 0 1 0 0,0 1 0 0 0,0-1-1 0 0,0 0 1 0 0,0 0-1 0 0,-1 0 1 0 0,1 1 0 0 0,0-1-1 0 0,0 0 1 0 0,-1 0 0 0 0,1 0-1 0 0,-1 0 1 0 0,1 0 0 0 0,-1 0-1 0 0,1 0 1 0 0,-1 0-1 0 0,0 0 1 0 0,1-1 0 0 0,-1 1-1 0 0,0-1 1 0 0,0 1-4 0 0,-1 1-1 0 0,0-1 1 0 0,1 1 0 0 0,-1-1 0 0 0,1 1 0 0 0,-1 0-1 0 0,0-1 1 0 0,1 1 0 0 0,-1 0 0 0 0,0-1-1 0 0,1 1 1 0 0,-1 0 0 0 0,0 0 0 0 0,0 0-1 0 0,1 0 1 0 0,-1 0 0 0 0,0 0 0 0 0,0-1-1 0 0,1 2 1 0 0,-1-1 0 0 0,0 0 0 0 0,1 0 0 0 0,-2 0-1 0 0,-5 1 2 0 0,0 0 0 0 0,0 0-1 0 0,0 1 1 0 0,1 0 0 0 0,-1 0-1 0 0,-7 4 1 0 0,10-4-5 0 0,-84 52 257 0 0,79-47-164 0 0,0 0 1 0 0,0 1-1 0 0,1 0 1 0 0,0 0-1 0 0,0 1 1 0 0,-12 18-1 0 0,7-6 104 0 0,7-14-108 0 0,1 1 0 0 0,0 0 0 0 0,1 1 0 0 0,0-1 0 0 0,-5 13 0 0 0,9-19-84 0 0,-1 0 0 0 0,1 0 0 0 0,-1 1 1 0 0,1-1-1 0 0,0 0 0 0 0,0 0 0 0 0,0 1 1 0 0,0-1-1 0 0,0 0 0 0 0,1 0 1 0 0,-1 1-1 0 0,1-1 0 0 0,-1 0 0 0 0,1 0 1 0 0,0 0-1 0 0,0 0 0 0 0,0 0 0 0 0,0 0 1 0 0,0 0-1 0 0,0 0 0 0 0,1 0 0 0 0,-1 0 1 0 0,1-1-1 0 0,-1 1 0 0 0,1-1 0 0 0,0 1 1 0 0,2 1-1 0 0,4 3-217 0 0,0-1 0 0 0,0-1 0 0 0,0 1 0 0 0,0-1 0 0 0,1-1 0 0 0,0 1 0 0 0,-1-2 0 0 0,1 1 0 0 0,18 2 0 0 0,3-2-3418 0 0,52-2 0 0 0,-43-2-410 0 0,-15 1 1611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1.2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744 2567 1128 0 0,'-4'6'6396'0'0,"-13"18"-3868"0"0,11-19-2137 0 0,0-1 0 0 0,0 0-1 0 0,0 0 1 0 0,0-1 0 0 0,-1 1-1 0 0,1-1 1 0 0,-1-1 0 0 0,0 1 0 0 0,-8 1-1 0 0,-70 9 1115 0 0,19-4-1090 0 0,44-7-243 0 0,-1 0-1 0 0,0-1 1 0 0,0-2-1 0 0,0 0 0 0 0,1-1 1 0 0,-1-1-1 0 0,0-2 0 0 0,1 0 1 0 0,0-1-1 0 0,-27-12 0 0 0,37 13-148 0 0,1-1-1 0 0,-1 0 0 0 0,1 0 1 0 0,1-1-1 0 0,-1 0 1 0 0,1-1-1 0 0,1-1 1 0 0,-1 1-1 0 0,1-1 0 0 0,1-1 1 0 0,0 0-1 0 0,0 0 1 0 0,1-1-1 0 0,-8-14 0 0 0,7 8 6 0 0,0-1 0 0 0,2 1-1 0 0,0-1 1 0 0,1 0-1 0 0,0-1 1 0 0,2 1 0 0 0,0-1-1 0 0,1 0 1 0 0,1-20-1 0 0,-18-285 148 0 0,14 268-165 0 0,4 36-27 0 0,0 0-1 0 0,1-1 1 0 0,1 1-1 0 0,1-1 1 0 0,1 1-1 0 0,1 0 1 0 0,1 0-1 0 0,0 0 1 0 0,10-20-1 0 0,17-40-43 0 0,-14 32 43 0 0,47-85 1 0 0,-36 86 9 0 0,2 2-1 0 0,2 1 1 0 0,2 2 0 0 0,2 1 0 0 0,2 2 0 0 0,58-46 0 0 0,55-35-3 0 0,-96 83 63 0 0,1 3 0 0 0,2 3 0 0 0,0 2 0 0 0,3 2 0 0 0,0 4 0 0 0,1 2 0 0 0,66-13 0 0 0,173-26 12 0 0,-103 23-104 0 0,-56 9-25 0 0,274-67 72 0 0,162-70 1350 0 0,-374 108-472 0 0,341-50-1 0 0,-109 26-237 0 0,-359 63-580 0 0,197-40 92 0 0,-257 54-160 0 0,1 1 1 0 0,0 0-1 0 0,-1 2 0 0 0,1 0 1 0 0,0 1-1 0 0,0 1 1 0 0,32 6-1 0 0,-22-2 43 0 0,0-1 0 0 0,1-2 1 0 0,-1-1-1 0 0,1-1 0 0 0,-1-2 0 0 0,30-5 0 0 0,68-1 278 0 0,107 15 305 0 0,-113-3-294 0 0,70 7 220 0 0,21 13-21 0 0,-9-22-319 0 0,-104-4-121 0 0,231-12 377 0 0,-232 11-380 0 0,-65 4-78 0 0,49 12 122 0 0,-67-11-144 0 0,0 0-1 0 0,0 0 1 0 0,-1 1 0 0 0,0 1-1 0 0,1 1 1 0 0,24 10 0 0 0,-19-6 1 0 0,1-1 1 0 0,27 5 0 0 0,31 2-12 0 0,-28-7 31 0 0,-1 2 0 0 0,0 3 0 0 0,75 29 0 0 0,-110-36 13 0 0,-1 0 0 0 0,-1 1 0 0 0,1 1 0 0 0,-1 1 0 0 0,22 18 0 0 0,-7-3 7 0 0,2-1 1 0 0,0-1-1 0 0,40 21 0 0 0,-7-4-2 0 0,-2 2-1 0 0,98 86 0 0 0,-127-101-40 0 0,2-2 0 0 0,71 39 0 0 0,-67-42-3 0 0,30 18-19 0 0,41 25 49 0 0,189 80 0 0 0,-5-13 124 0 0,-207-84-104 0 0,138 68-80 0 0,-194-103 57 0 0,-1 1 0 0 0,0 1 0 0 0,-1 2 0 0 0,0 1-1 0 0,43 36 1 0 0,-44-26 19 0 0,-22-21-31 0 0,0 0 1 0 0,1 0-1 0 0,-1-1 0 0 0,1 0 0 0 0,0 0 1 0 0,1 0-1 0 0,-1-1 0 0 0,1 0 0 0 0,0 0 0 0 0,0-1 1 0 0,12 5-1 0 0,-10-5 3 0 0,0 1 1 0 0,-1 0-1 0 0,1 0 1 0 0,11 9 0 0 0,-8-6 13 0 0,111 74 228 0 0,-103-66-198 0 0,0 1 0 0 0,-2 0 1 0 0,31 37-1 0 0,-32-30-5 0 0,-1 0-1 0 0,-1 2 1 0 0,22 50 0 0 0,23 87 44 0 0,-16-41-38 0 0,6 7-52 0 0,-11-24 7 0 0,-18-41 1 0 0,53 188-62 0 0,-30-93-51 0 0,-32-117 92 0 0,13 73 0 0 0,-23-101 47 0 0,-1 0 0 0 0,0 0 0 0 0,-1 1 0 0 0,-1-1-1 0 0,0 0 1 0 0,-1 1 0 0 0,0-1 0 0 0,-1 0 0 0 0,-8 23 0 0 0,-44 106 153 0 0,25-75-133 0 0,-68 109 1 0 0,58-118-65 0 0,-92 97 0 0 0,-23 31-121 0 0,76-84 67 0 0,-174 166 213 0 0,111-126-60 0 0,-44 49-86 0 0,87-102-35 0 0,-4-5 0 0 0,-156 98 0 0 0,213-154 30 0 0,0-2 0 0 0,-83 33-1 0 0,-105 22 82 0 0,69-26-85 0 0,33-6-23 0 0,-189 64-99 0 0,271-100 128 0 0,0-1 0 0 0,-1-3 1 0 0,0-2-1 0 0,-90 1 0 0 0,-208-26 298 0 0,270 12-353 0 0,1-5 0 0 0,-1-3 0 0 0,-113-35 0 0 0,-118-37-83 0 0,170 51 5 0 0,14 0-189 0 0,-136-58 0 0 0,213 74 292 0 0,14 5 8 0 0,0-1 0 0 0,-34-20 0 0 0,60 30 20 0 0,1-1 0 0 0,0 1-1 0 0,0-2 1 0 0,0 1-1 0 0,0-1 1 0 0,1 0 0 0 0,0-1-1 0 0,1 1 1 0 0,0-1 0 0 0,0-1-1 0 0,0 1 1 0 0,-6-15-1 0 0,-1-7-16 0 0,9 23 17 0 0,0 0 1 0 0,1 0 0 0 0,0 0-1 0 0,0 0 1 0 0,1 0 0 0 0,0 0-1 0 0,1-1 1 0 0,-1 1-1 0 0,1-1 1 0 0,1 0 0 0 0,-1 1-1 0 0,2-13 1 0 0,2 7 12 0 0,0 0-1 0 0,1 0 1 0 0,0 0 0 0 0,1 0-1 0 0,1 1 1 0 0,0 0 0 0 0,0 0-1 0 0,13-16 1 0 0,74-85 116 0 0,-81 99-107 0 0,58-60 83 0 0,109-90-1 0 0,94-47-25 0 0,-229 179-62 0 0,149-117-20 0 0,-103 74 3 0 0,193-177-193 0 0,-226 193 136 0 0,159-175-213 0 0,-192 205 253 0 0,23-36-1 0 0,-40 54 42 0 0,-1-1-1 0 0,0 0 0 0 0,0 0 1 0 0,-1 0-1 0 0,-1-1 1 0 0,5-21-1 0 0,-2-5 98 0 0,2-41 0 0 0,-8 68-56 0 0,-1 0-1 0 0,0 0 1 0 0,-1 0-1 0 0,0 0 1 0 0,-1 0 0 0 0,-1 1-1 0 0,0-1 1 0 0,-4-12-1 0 0,-15-32 119 0 0,10 23-78 0 0,-24-44-1 0 0,-69-135 163 0 0,48 93-133 0 0,47 102-88 0 0,-2-1 1 0 0,0 2-1 0 0,-2 0 1 0 0,1 0-1 0 0,-23-18 1 0 0,8 6-6 0 0,-21-24-23 0 0,1-2 0 0 0,3-2 0 0 0,-74-121 0 0 0,-5-20-59 0 0,112 182 45 0 0,0 1 0 0 0,-1 0 1 0 0,0 1-1 0 0,-1 0 0 0 0,-29-19 0 0 0,-85-47-100 0 0,108 68 81 0 0,-87-46-152 0 0,-196-75 0 0 0,267 119 129 0 0,0 2 0 0 0,0 1 0 0 0,-1 2 0 0 0,-1 2 0 0 0,1 1 0 0 0,-60 1 0 0 0,-198 21-88 0 0,162-7 249 0 0,74-2-25 0 0,-106 26-1 0 0,1 1 50 0 0,103-30-93 0 0,0-2-1 0 0,-100-9 1 0 0,13 1-9 0 0,-111 25-72 0 0,99-4 0 0 0,62-10-14 0 0,11-2-50 0 0,-126 23-1 0 0,-109 25-116 0 0,240-43 248 0 0,0 4-1 0 0,-106 31 1 0 0,-153 67 374 0 0,319-104-389 0 0,-44 17-7 0 0,1 3 0 0 0,-98 56 0 0 0,141-69-28 0 0,1 0-1 0 0,1 2 0 0 0,0 1 0 0 0,-32 34 0 0 0,-218 233-5 0 0,248-259-16 0 0,0 0-1 0 0,2 2 1 0 0,1 1-1 0 0,-26 47 0 0 0,-52 93-43 0 0,55-98 14 0 0,39-64 69 0 0,-1-1 0 0 0,0-1 0 0 0,0 1 1 0 0,-1-1-1 0 0,1 1 0 0 0,-1-1 0 0 0,-9 6 0 0 0,-19 19-20 0 0,29-26 16 0 0,-1 1 0 0 0,1-1 0 0 0,0 1 0 0 0,-1-1 0 0 0,0 0 0 0 0,0-1 0 0 0,-8 4 0 0 0,7-3 6 0 0,-1 0 1 0 0,1 1-1 0 0,0-1 0 0 0,-9 8 0 0 0,10-9 6 0 0,0 1-1 0 0,0-1 1 0 0,0 0-1 0 0,0-1 0 0 0,0 1 1 0 0,0-1-1 0 0,0 0 0 0 0,0 0 1 0 0,0-1-1 0 0,-1 1 1 0 0,-5-2-1 0 0,-19 4-18 0 0,8 1-43 0 0,-1-2-1 0 0,-29 1 0 0 0,52-3 21 0 0,-22-25-3435 0 0,15 19 1445 0 0,4 3 871 0 0,0 1 1 0 0,0 0 0 0 0,0-1-1 0 0,1 1 1 0 0,-1-1 0 0 0,1 0-1 0 0,0 0 1 0 0,-1 0 0 0 0,1 0-1 0 0,1 0 1 0 0,-1 0 0 0 0,0-1 0 0 0,1 1-1 0 0,0-1 1 0 0,-2-3 0 0 0,1-4-1348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3.4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356 189 540 0 0,'-3'14'7231'0'0,"-6"13"-4690"0"0,3-11-1724 0 0,-44 190 2084 0 0,25-92-1943 0 0,-58 236 469 0 0,17-75-1236 0 0,62-259-208 0 0,2-1 0 0 0,0 1 0 0 0,0 28 0 0 0,2-44 13 0 0,3-4-12 0 0,1-1 19 0 0,-1 0-1 0 0,0 0 1 0 0,-1 0 0 0 0,0 0 0 0 0,1-1 0 0 0,2-10 0 0 0,-5 15-3 0 0,15-53 30 0 0,-3-1 1 0 0,8-83-1 0 0,5-25-113 0 0,51-149-161 0 0,0 26-16 0 0,-57 233 187 0 0,4-14 41 0 0,-23 66 36 0 0,1 1 0 0 0,-1 0 0 0 0,0-1 0 0 0,0 1 0 0 0,0 0 0 0 0,0-1 0 0 0,1 1-1 0 0,-1 0 1 0 0,0-1 0 0 0,0 1 0 0 0,0 0 0 0 0,0-1 0 0 0,0 1 0 0 0,0 0 0 0 0,0-1-1 0 0,0 1 1 0 0,0 0 0 0 0,0-1 0 0 0,0 1 0 0 0,0-1 0 0 0,0 1 0 0 0,0 0 0 0 0,0-1 0 0 0,0 1-1 0 0,-1 0 1 0 0,1-1 0 0 0,0 1 0 0 0,0 0 0 0 0,0-1 0 0 0,-1 1 0 0 0,1 0 0 0 0,0 0-1 0 0,0-1 1 0 0,-1 1 0 0 0,1 0 0 0 0,0 0 0 0 0,0-1 0 0 0,-1 1 0 0 0,1 0 0 0 0,0 0-1 0 0,-1 0 1 0 0,1 0 0 0 0,0-1 0 0 0,-1 1 0 0 0,1 0 0 0 0,0 0 0 0 0,-1 0 0 0 0,1 0-1 0 0,0 0 1 0 0,-1 0 0 0 0,1 0 0 0 0,0 0 0 0 0,-1 0 0 0 0,1 0 0 0 0,0 0 0 0 0,-1 0-1 0 0,-24 6 330 0 0,19-4-278 0 0,-6 1-59 0 0,1 0 0 0 0,1 0 0 0 0,-1 2 0 0 0,0-1 1 0 0,1 1-1 0 0,0 1 0 0 0,0-1 0 0 0,0 2 0 0 0,1-1 1 0 0,-11 12-1 0 0,-11 11 18 0 0,-40 50 0 0 0,9-10 28 0 0,-5 2-55 0 0,98-103-361 0 0,36-25 309 0 0,41-39-11 0 0,-58 45 21 0 0,60-67-2 0 0,-69 67 88 0 0,-40 50-32 0 0,-1 1 0 0 0,1-1-1 0 0,0 1 1 0 0,-1 0 0 0 0,1-1 0 0 0,0 1 0 0 0,0 0 0 0 0,0 0 0 0 0,-1 0 0 0 0,1 0-1 0 0,0 0 1 0 0,0 0 0 0 0,0 0 0 0 0,0 0 0 0 0,-1 0 0 0 0,1 0 0 0 0,0 0 0 0 0,0 0-1 0 0,-1 1 1 0 0,1-1 0 0 0,0 0 0 0 0,0 0 0 0 0,-1 1 0 0 0,1-1 0 0 0,0 1 0 0 0,0-1-1 0 0,-1 1 1 0 0,1-1 0 0 0,-1 1 0 0 0,1-1 0 0 0,0 1 0 0 0,-1-1 0 0 0,1 1 0 0 0,-1 0-1 0 0,1-1 1 0 0,-1 1 0 0 0,1 1 0 0 0,19 29 16 0 0,-18-28-13 0 0,86 180 124 0 0,-43-84-1506 0 0,-22-56-677 0 0,-14-29-933 0 0,-2 0 1 0 0,11 27-1 0 0,-14-27 703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4.0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1 272 0 0,'-1'0'415'0'0,"1"1"0"0"0,-1 0-1 0 0,0 0 1 0 0,1 0 0 0 0,-1-1 0 0 0,1 1-1 0 0,-1 0 1 0 0,1 0 0 0 0,-1 0 0 0 0,1 0-1 0 0,0 0 1 0 0,0 0 0 0 0,-1 0 0 0 0,1 0-1 0 0,0 0 1 0 0,0 0 0 0 0,0 0 0 0 0,0 0-1 0 0,0 1 1 0 0,7 24 1990 0 0,20 17-1561 0 0,-13-21-480 0 0,-2 0 0 0 0,0 1-1 0 0,-2 0 1 0 0,13 41-1 0 0,-9-25-157 0 0,-12-33-261 0 0,-1-1-1 0 0,0 1 1 0 0,0-1-1 0 0,0 1 1 0 0,-1 0-1 0 0,0 6 1 0 0,0-11-206 0 0,-7-4-4357 0 0,-10-17-367 0 0,11 10 2925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4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85 744 0 0,'0'-1'462'0'0,"0"-2"445"0"0,0-1-1 0 0,0 1 1 0 0,0 0 0 0 0,0-1 0 0 0,1 1 0 0 0,-1 0 0 0 0,3-6 0 0 0,-2 7-832 0 0,-1 1 0 0 0,1 1 1 0 0,0-1-1 0 0,0 0 1 0 0,0 0-1 0 0,-1 0 0 0 0,1 0 1 0 0,0 0-1 0 0,0 1 1 0 0,0-1-1 0 0,1 0 0 0 0,-1 1 1 0 0,0-1-1 0 0,0 1 1 0 0,0-1-1 0 0,0 1 0 0 0,0 0 1 0 0,1-1-1 0 0,-1 1 1 0 0,0 0-1 0 0,0 0 0 0 0,0 0 1 0 0,1 0-1 0 0,-1 0 1 0 0,2 0-1 0 0,0 0 48 0 0,0 0 1 0 0,1 0-1 0 0,-1 0 1 0 0,0 1-1 0 0,0-1 0 0 0,0 1 1 0 0,1 0-1 0 0,-1-1 1 0 0,0 1-1 0 0,0 1 0 0 0,0-1 1 0 0,0 0-1 0 0,0 1 1 0 0,-1 0-1 0 0,6 3 0 0 0,-7-3-51 0 0,1 0 0 0 0,-1 0 0 0 0,0 0 0 0 0,1 0 0 0 0,-1 0-1 0 0,0 1 1 0 0,-1-1 0 0 0,1 0 0 0 0,0 1 0 0 0,0-1 0 0 0,-1 0-1 0 0,0 1 1 0 0,1-1 0 0 0,-1 1 0 0 0,0-1 0 0 0,0 1 0 0 0,0-1 0 0 0,-1 1-1 0 0,1-1 1 0 0,-1 0 0 0 0,0 5 0 0 0,-1-3 6 0 0,0 1-1 0 0,0-1 1 0 0,0 0 0 0 0,0 1 0 0 0,0-1-1 0 0,-4 4 1 0 0,5-7-68 0 0,1 0 0 0 0,0 0 1 0 0,-1-1-1 0 0,1 1 0 0 0,-1 0 0 0 0,1 0 1 0 0,-1-1-1 0 0,0 1 0 0 0,1 0 0 0 0,-1-1 0 0 0,0 1 1 0 0,1 0-1 0 0,-1-1 0 0 0,0 1 0 0 0,0-1 0 0 0,1 1 1 0 0,-1-1-1 0 0,0 0 0 0 0,0 1 0 0 0,0-1 0 0 0,0 0 1 0 0,0 0-1 0 0,1 1 0 0 0,-1-1 0 0 0,0 0 1 0 0,0 0-1 0 0,0 0 0 0 0,0 0 0 0 0,0 0 0 0 0,0 0 1 0 0,0 0-1 0 0,0-1 0 0 0,1 1 0 0 0,-1 0 0 0 0,0 0 1 0 0,0-1-1 0 0,-1 0 0 0 0,0-1-13 0 0,1 0-1 0 0,-1-1 1 0 0,1 0 0 0 0,0 1-1 0 0,0-1 1 0 0,0 0 0 0 0,0 1-1 0 0,0-1 1 0 0,1 0 0 0 0,-1 0-1 0 0,1 0 1 0 0,0-3 0 0 0,0-37-821 0 0,0 40 516 0 0,1-1 0 0 0,0 1 0 0 0,0-1 0 0 0,0 1 0 0 0,0-1 0 0 0,1 1 0 0 0,-1 0 0 0 0,1 0 0 0 0,0 0 0 0 0,0 0 0 0 0,0 0 0 0 0,3-4 1 0 0,22-15-6246 0 0,-18 16 4464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4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0 636 0 0,'0'0'6385'0'0,"-1"8"-1080"0"0,2 11-3896 0 0,72 149 2262 0 0,-9-22-2503 0 0,-55-120-1048 0 0,7 15-301 0 0,25 46 0 0 0,-35-75 214 0 0,-3-6-590 0 0,-1-1-1 0 0,1 0 1 0 0,0 0 0 0 0,0 0 0 0 0,1 0 0 0 0,5 6 0 0 0,-8-10 380 0 0,0-1 0 0 0,-1 1 0 0 0,1-1 0 0 0,-1 0 0 0 0,1 1 0 0 0,0-1 0 0 0,-1 1 0 0 0,1-1 0 0 0,0 0 0 0 0,-1 0 0 0 0,1 1 0 0 0,0-1 0 0 0,0 0 0 0 0,-1 0 0 0 0,1 0 0 0 0,0 0 0 0 0,0 0 0 0 0,-1 0 0 0 0,1 0 0 0 0,0 0 0 0 0,0 0 0 0 0,1-1 0 0 0,-1 0-207 0 0,1 0 0 0 0,0 0 1 0 0,-1 0-1 0 0,0 0 1 0 0,1 0-1 0 0,-1 0 0 0 0,1-1 1 0 0,-1 1-1 0 0,0 0 1 0 0,0-1-1 0 0,0 1 0 0 0,0-1 1 0 0,1-3-1 0 0,4-7-1853 0 0,-3-2-5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5.0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27 640 0 0,'-16'-16'5170'0'0,"4"6"1847"0"0,19 29-4650 0 0,53 100-601 0 0,35 77-778 0 0,-86-174-1137 0 0,1-1-1 0 0,2-1 0 0 0,17 26 1 0 0,-18-32-1055 0 0,0-1-1 0 0,22 21 1 0 0,-32-33 894 0 0,0 0 0 0 0,0 0 0 0 0,0 0 1 0 0,0-1-1 0 0,1 1 0 0 0,-1 0 0 0 0,0-1 0 0 0,0 1 0 0 0,1-1 0 0 0,-1 1 0 0 0,1-1 0 0 0,-1 0 0 0 0,0 0 0 0 0,1 1 0 0 0,-1-1 0 0 0,1 0 0 0 0,-1 0 0 0 0,0 0 1 0 0,1-1-1 0 0,-1 1 0 0 0,1 0 0 0 0,-1-1 0 0 0,0 1 0 0 0,1 0 0 0 0,-1-1 0 0 0,0 0 0 0 0,1 1 0 0 0,-1-1 0 0 0,0 0 0 0 0,0 1 0 0 0,0-1 0 0 0,0 0 0 0 0,0 0 1 0 0,2-1-1 0 0,3-6-1944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5.4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23 257 1080 0 0,'-1'0'528'0'0,"0"1"-1"0"0,-1-1 1 0 0,1 1 0 0 0,0-1-1 0 0,-1 1 1 0 0,1 0-1 0 0,0 0 1 0 0,0 0 0 0 0,0 0-1 0 0,0 0 1 0 0,0 0-1 0 0,0 0 1 0 0,0 0 0 0 0,0 0-1 0 0,0 0 1 0 0,0 0-1 0 0,0 1 1 0 0,1-1 0 0 0,-1 0-1 0 0,1 0 1 0 0,-2 3 0 0 0,2-4-454 0 0,1 1 0 0 0,-1-1 1 0 0,0 0-1 0 0,0 0 1 0 0,0 1-1 0 0,0-1 0 0 0,0 0 1 0 0,0 1-1 0 0,0-1 0 0 0,1 0 1 0 0,-1 1-1 0 0,0-1 1 0 0,0 0-1 0 0,0 0 0 0 0,1 1 1 0 0,-1-1-1 0 0,0 0 1 0 0,0 0-1 0 0,1 0 0 0 0,-1 1 1 0 0,0-1-1 0 0,0 0 1 0 0,1 0-1 0 0,-1 0 0 0 0,0 0 1 0 0,1 0-1 0 0,-1 0 1 0 0,0 1-1 0 0,1-1 0 0 0,0 0 1 0 0,20-3 173 0 0,-8-2-70 0 0,-1 0 1 0 0,0-1-1 0 0,-1 0 1 0 0,1-1-1 0 0,-1 0 1 0 0,-1-1-1 0 0,16-13 0 0 0,-6 2 6 0 0,-1-1 0 0 0,27-34 0 0 0,-44 51-183 0 0,0 0 1 0 0,0 1 0 0 0,-1-1-1 0 0,1 0 1 0 0,-1 0-1 0 0,1 0 1 0 0,-1 0 0 0 0,0 0-1 0 0,0 0 1 0 0,0 0-1 0 0,-1 0 1 0 0,1-1-1 0 0,-1 1 1 0 0,1 0 0 0 0,-1 0-1 0 0,0-1 1 0 0,-1 1-1 0 0,1 0 1 0 0,0 0-1 0 0,-1 0 1 0 0,0-1 0 0 0,-1-2-1 0 0,1 2-19 0 0,-1 1 0 0 0,0 0-1 0 0,0-1 1 0 0,-1 1 0 0 0,1 0-1 0 0,-1 0 1 0 0,1 1 0 0 0,-1-1-1 0 0,0 1 1 0 0,0-1 0 0 0,0 1 0 0 0,0 0-1 0 0,0 0 1 0 0,-1 0 0 0 0,1 0-1 0 0,-1 1 1 0 0,1-1 0 0 0,-7-1 0 0 0,8 3 0 0 0,-1-1 0 0 0,1 1 0 0 0,-1-1 0 0 0,1 1 0 0 0,-1 0 0 0 0,1 0 0 0 0,-1 0 1 0 0,0 0-1 0 0,1 0 0 0 0,-1 1 0 0 0,1-1 0 0 0,-1 1 0 0 0,1-1 0 0 0,0 1 1 0 0,-1 0-1 0 0,1 0 0 0 0,0 0 0 0 0,-5 3 0 0 0,3-1-11 0 0,0 1 1 0 0,0-1-1 0 0,0 1 0 0 0,0 0 1 0 0,1 0-1 0 0,-1 1 0 0 0,1-1 1 0 0,-4 9-1 0 0,1-2-24 0 0,1 1 0 0 0,0 0 0 0 0,0 0-1 0 0,2 1 1 0 0,-1-1 0 0 0,-2 25 0 0 0,5-26-75 0 0,1 1 0 0 0,0 0-1 0 0,0-1 1 0 0,2 1 0 0 0,-1-1 0 0 0,1 0 0 0 0,1 1-1 0 0,5 15 1 0 0,-7-24-55 0 0,1 0 0 0 0,-1 0 0 0 0,0-1 0 0 0,1 1 0 0 0,0 0 0 0 0,-1-1 0 0 0,1 1 0 0 0,0-1 0 0 0,0 0 0 0 0,1 1-1 0 0,-1-1 1 0 0,0 0 0 0 0,1 0 0 0 0,-1-1 0 0 0,1 1 0 0 0,0-1 0 0 0,0 1 0 0 0,-1-1 0 0 0,1 0 0 0 0,0 0 0 0 0,0 0 0 0 0,0 0 0 0 0,0 0 0 0 0,0-1 0 0 0,0 1-1 0 0,1-1 1 0 0,-1 0 0 0 0,0 0 0 0 0,0 0 0 0 0,0 0 0 0 0,0-1 0 0 0,0 1 0 0 0,0-1 0 0 0,0 0 0 0 0,0 0 0 0 0,5-2 0 0 0,48-23-5400 0 0,-37 15 3569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5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50 1732 0 0,'-2'-2'680'0'0,"0"0"0"0"0,-1 0 0 0 0,1 1 0 0 0,-1-1 0 0 0,1 0 0 0 0,-1 1 0 0 0,0 0 0 0 0,0-1 0 0 0,1 1 0 0 0,-1 1 0 0 0,-5-2 0 0 0,6 1-393 0 0,-1 1-1 0 0,1 0 1 0 0,-1 0 0 0 0,1 0 0 0 0,-1 1 0 0 0,1-1 0 0 0,0 0 0 0 0,-1 1 0 0 0,1 0 0 0 0,0-1 0 0 0,-1 1 0 0 0,-2 2 0 0 0,2-1-159 0 0,-1 0 1 0 0,1 1-1 0 0,-1 0 0 0 0,1-1 0 0 0,0 2 0 0 0,0-1 1 0 0,0 0-1 0 0,0 0 0 0 0,1 1 0 0 0,-1-1 0 0 0,1 1 1 0 0,0 0-1 0 0,0 0 0 0 0,0 0 0 0 0,-1 6 0 0 0,0 0-9 0 0,1-6-95 0 0,0 0 1 0 0,1 0-1 0 0,0 0 0 0 0,0 0 1 0 0,0 1-1 0 0,0-1 0 0 0,0 0 1 0 0,1 0-1 0 0,0 1 0 0 0,0-1 1 0 0,0 0-1 0 0,1 0 0 0 0,1 9 1 0 0,-2-13-26 0 0,1 1-1 0 0,-1-1 1 0 0,1 1 0 0 0,-1-1 0 0 0,0 1-1 0 0,1-1 1 0 0,-1 1 0 0 0,1-1 0 0 0,-1 1 0 0 0,1-1-1 0 0,-1 1 1 0 0,1-1 0 0 0,-1 0 0 0 0,1 1 0 0 0,-1-1-1 0 0,1 0 1 0 0,0 0 0 0 0,-1 0 0 0 0,1 1-1 0 0,0-1 1 0 0,-1 0 0 0 0,1 0 0 0 0,-1 0 0 0 0,1 0-1 0 0,0 0 1 0 0,-1 0 0 0 0,1 0 0 0 0,0 0-1 0 0,-1 0 1 0 0,1 0 0 0 0,0 0 0 0 0,-1-1 0 0 0,1 1-1 0 0,-1 0 1 0 0,1 0 0 0 0,0-1 0 0 0,-1 1-1 0 0,1 0 1 0 0,-1-1 0 0 0,1 0 0 0 0,28-18-31 0 0,-23 15 13 0 0,-3 1-5 0 0,0-1 0 0 0,0 1 0 0 0,0 0-1 0 0,-1-1 1 0 0,1 1 0 0 0,-1-1 0 0 0,0 0 0 0 0,0 0 0 0 0,0 0-1 0 0,-1 0 1 0 0,0 0 0 0 0,1 0 0 0 0,-1-5 0 0 0,1 3-33 0 0,-1-1 0 0 0,0 1 1 0 0,0 0-1 0 0,0-1 0 0 0,-1 1 1 0 0,0-1-1 0 0,-1 1 0 0 0,-1-9 0 0 0,-1 6 13 0 0,-2-12-10 0 0,5 21 46 0 0,12 27-32 0 0,58 113 156 0 0,-61-119-87 0 0,-2 0 0 0 0,-1 0 0 0 0,0 0 0 0 0,-2 1 0 0 0,3 25 0 0 0,-5-19 40 0 0,-1 0 0 0 0,-4 43 0 0 0,2-64-50 0 0,1 1 0 0 0,-2 0 0 0 0,1-1 0 0 0,-1 1 0 0 0,0-1 0 0 0,-1 1 0 0 0,0-1-1 0 0,0 0 1 0 0,-1 0 0 0 0,1 0 0 0 0,-1-1 0 0 0,-1 1 0 0 0,1-1 0 0 0,-8 7-1 0 0,11-12-11 0 0,0 0-1 0 0,0 0 0 0 0,-1 0 0 0 0,1 0 0 0 0,0 0 1 0 0,-1 0-1 0 0,1 0 0 0 0,-1-1 0 0 0,1 1 0 0 0,-1 0 1 0 0,1-1-1 0 0,-1 1 0 0 0,1-1 0 0 0,-1 0 0 0 0,1 1 1 0 0,-1-1-1 0 0,0 0 0 0 0,1 0 0 0 0,-1 0 0 0 0,1 0 1 0 0,-1 0-1 0 0,0-1 0 0 0,1 1 0 0 0,-2-1 0 0 0,0 0 2 0 0,0-1 0 0 0,0 1 0 0 0,0-1 0 0 0,0 0 0 0 0,1 0 0 0 0,-1 0 0 0 0,1 0 0 0 0,0-1 0 0 0,-1 1 0 0 0,1-1 0 0 0,-2-3 0 0 0,-2-2-15 0 0,1-1 0 0 0,0 0 0 0 0,1 0 0 0 0,0 0 0 0 0,0 0 0 0 0,1-1 0 0 0,-3-10-1 0 0,5 10-129 0 0,-1 0-1 0 0,1-1 1 0 0,1 1-1 0 0,0 0 1 0 0,0 0-1 0 0,1 0 1 0 0,1-1-1 0 0,0 1 1 0 0,0 0-1 0 0,1 1 1 0 0,0-1-1 0 0,0 0 1 0 0,9-14-1 0 0,-6 13-419 0 0,0 1 0 0 0,1 1 0 0 0,0-1 0 0 0,1 1 0 0 0,0 0 0 0 0,1 1 0 0 0,9-8 0 0 0,47-33-5763 0 0,-45 37 4394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6.3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130 579 96 0 0,'0'0'251'0'0,"0"0"0"0"0,0-1 0 0 0,0 1 0 0 0,0 0 0 0 0,0-1 0 0 0,0 1 0 0 0,0-1 0 0 0,0 1 0 0 0,0 0 0 0 0,0-1 0 0 0,0 1 0 0 0,0 0 1 0 0,0-1-1 0 0,0 1 0 0 0,0-1 0 0 0,-1 1 0 0 0,1 0 0 0 0,0-1 0 0 0,0 1 0 0 0,0 0 0 0 0,-1-1 0 0 0,1 1 0 0 0,0 0 0 0 0,0 0 0 0 0,-1-1 0 0 0,1 1 0 0 0,0 0 0 0 0,-1 0 0 0 0,1-1 0 0 0,0 1 0 0 0,-1 0 0 0 0,1 0 0 0 0,0 0 0 0 0,-1 0 0 0 0,1 0 0 0 0,-1-1 0 0 0,-15 7 2978 0 0,-13 19-1489 0 0,19-11-1518 0 0,1 1 0 0 0,0 1 1 0 0,1 0-1 0 0,0 0 1 0 0,1 0-1 0 0,1 1 0 0 0,1 0 1 0 0,1 0-1 0 0,0 1 0 0 0,1-1 1 0 0,1 1-1 0 0,0 0 1 0 0,1 0-1 0 0,3 25 0 0 0,-2-41-221 0 0,0-1 0 0 0,0 1 0 0 0,0 0 0 0 0,1 0-1 0 0,-1-1 1 0 0,1 1 0 0 0,-1 0 0 0 0,1 0 0 0 0,-1-1-1 0 0,1 1 1 0 0,0-1 0 0 0,0 1 0 0 0,0-1 0 0 0,0 1 0 0 0,0-1-1 0 0,0 1 1 0 0,0-1 0 0 0,1 0 0 0 0,-1 1 0 0 0,0-1-1 0 0,4 2 1 0 0,-4-3-4 0 0,1 0-1 0 0,-1 1 1 0 0,1-1-1 0 0,0 0 1 0 0,-1 0-1 0 0,1 0 1 0 0,0 0 0 0 0,-1 0-1 0 0,1 0 1 0 0,0-1-1 0 0,-1 1 1 0 0,1-1-1 0 0,0 1 1 0 0,-1-1-1 0 0,1 1 1 0 0,-1-1-1 0 0,1 0 1 0 0,1-1-1 0 0,4-2-24 0 0,-1-1-1 0 0,-1 1 0 0 0,1-1 0 0 0,-1 0 1 0 0,1-1-1 0 0,-2 1 0 0 0,1-1 0 0 0,0 0 1 0 0,3-8-1 0 0,2-4-57 0 0,-2 0 1 0 0,0 0-1 0 0,-1-1 1 0 0,-1 0-1 0 0,-1-1 1 0 0,0 1-1 0 0,-2-1 1 0 0,0 0-1 0 0,-1 0 1 0 0,-1 0-1 0 0,-1 0 1 0 0,-3-26-1 0 0,3 43 82 0 0,-1-1-1 0 0,0 1 0 0 0,1 0 0 0 0,-1 0 0 0 0,0-1 0 0 0,-1 1 0 0 0,1 0 1 0 0,0 0-1 0 0,-5-5 0 0 0,5 7-7 0 0,8 26-304 0 0,-6-21 309 0 0,0 0 0 0 0,1-1 0 0 0,-1 1-1 0 0,1 0 1 0 0,0-1 0 0 0,0 0 0 0 0,0 1-1 0 0,0-1 1 0 0,1 0 0 0 0,-1 0-1 0 0,1 0 1 0 0,0-1 0 0 0,0 1 0 0 0,0-1-1 0 0,0 1 1 0 0,0-1 0 0 0,1 0-1 0 0,-1 0 1 0 0,1 0 0 0 0,-1-1 0 0 0,1 1-1 0 0,0-1 1 0 0,6 1 0 0 0,-7-2 13 0 0,1-1 1 0 0,0 1-1 0 0,0-1 1 0 0,-1-1-1 0 0,1 1 1 0 0,-1 0-1 0 0,1-1 1 0 0,-1 0-1 0 0,0 1 1 0 0,0-1-1 0 0,0-1 1 0 0,0 1-1 0 0,0 0 1 0 0,0-1-1 0 0,0 0 1 0 0,-1 1-1 0 0,1-1 1 0 0,-1 0-1 0 0,0 0 0 0 0,0 0 1 0 0,0-1-1 0 0,0 1 1 0 0,1-5-1 0 0,6-12 21 0 0,0 0-1 0 0,9-38 0 0 0,-13 42-22 0 0,1-9-3 0 0,-1 0 0 0 0,-1 0 0 0 0,-1 0 0 0 0,-2-1 0 0 0,0 1 0 0 0,-3-31 0 0 0,-5-6 16 0 0,-20-82 1 0 0,26 139-13 0 0,1 2 10 0 0,0 1-1 0 0,-1-1 0 0 0,0 1 0 0 0,1-1 0 0 0,-1 1 1 0 0,0-1-1 0 0,0 1 0 0 0,0 0 0 0 0,-1-1 0 0 0,1 1 1 0 0,-3-4-1 0 0,0 31 260 0 0,5-3-186 0 0,0 0 1 0 0,1-1-1 0 0,9 33 1 0 0,-9-44-82 0 0,1 0 1 0 0,0 0 0 0 0,1 0-1 0 0,0-1 1 0 0,0 0 0 0 0,1 0 0 0 0,0 0-1 0 0,1 0 1 0 0,11 12 0 0 0,-13-16-67 0 0,2-1 1 0 0,-1 0 0 0 0,0 0 0 0 0,1-1 0 0 0,0 0 0 0 0,-1 0 0 0 0,1 0 0 0 0,0-1 0 0 0,1 0-1 0 0,-1 0 1 0 0,0 0 0 0 0,1-1 0 0 0,9 1 0 0 0,11 0-1954 0 0,55-3 0 0 0,-34 0-1917 0 0,-2 1-488 0 0,-22 2 2145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6.8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 89 444 0 0,'-10'-22'5924'0'0,"0"-15"-2176"0"0,6 22-2624 0 0,4 14-1031 0 0,0 1 0 0 0,0-1-1 0 0,0 0 1 0 0,0 1 0 0 0,-1-1-1 0 0,1 0 1 0 0,0 1-1 0 0,0-1 1 0 0,-1 0 0 0 0,1 1-1 0 0,0-1 1 0 0,0 0 0 0 0,-1 1-1 0 0,1-1 1 0 0,-1 0-1 0 0,1 1 1 0 0,-1-1 0 0 0,1 1-1 0 0,-1-1 1 0 0,1 1 0 0 0,-1-1-1 0 0,1 1 1 0 0,-2-1 0 0 0,-9 11 1867 0 0,3 1-2011 0 0,-2 3 184 0 0,0 0 1 0 0,2 0-1 0 0,-1 1 0 0 0,-6 18 0 0 0,1-4-90 0 0,-23 64 24 0 0,40-91-65 0 0,-1-1-1 0 0,1 0 1 0 0,-1 0-1 0 0,1 0 1 0 0,0-1-1 0 0,-1 1 1 0 0,1 0-1 0 0,0-1 1 0 0,-1 0-1 0 0,1 0 1 0 0,0 0-1 0 0,3 0 1 0 0,2 1 24 0 0,2 1 44 0 0,1 0-1 0 0,-1 1 0 0 0,1 0 0 0 0,-1 1 0 0 0,0 0 0 0 0,-1 1 0 0 0,1 0 0 0 0,-1 0 1 0 0,0 1-1 0 0,0 0 0 0 0,0 1 0 0 0,-1 0 0 0 0,0 0 0 0 0,9 11 0 0 0,-8-7-60 0 0,0 0-1 0 0,-1 1 1 0 0,0 0-1 0 0,-1 0 0 0 0,0 1 1 0 0,-1 0-1 0 0,0 0 1 0 0,-1 1-1 0 0,0-1 0 0 0,3 19 1 0 0,-2-14-1819 0 0,-6-18 1697 0 0,0 0-1 0 0,0 0 1 0 0,0 0 0 0 0,0 0 0 0 0,0 0 0 0 0,0 0-1 0 0,1 0 1 0 0,-1 0 0 0 0,0 0 0 0 0,0 1 0 0 0,0-1 0 0 0,0 0-1 0 0,0 0 1 0 0,1 0 0 0 0,-1 0 0 0 0,0 0 0 0 0,0 0-1 0 0,0 0 1 0 0,0 0 0 0 0,1 0 0 0 0,-1 0 0 0 0,0 0-1 0 0,0 0 1 0 0,0 0 0 0 0,0 0 0 0 0,0-1 0 0 0,1 1 0 0 0,-1 0-1 0 0,0 0 1 0 0,0 0 0 0 0,0 0 0 0 0,0 0 0 0 0,0 0-1 0 0,1 0 1 0 0,-1 0 0 0 0,0 0 0 0 0,0-1 0 0 0,0 1-1 0 0,0 0 1 0 0,0 0 0 0 0,0 0 0 0 0,0 0 0 0 0,0 0 0 0 0,0 0-1 0 0,0-1 1 0 0,1 1 0 0 0,-1 0 0 0 0,6-16-6190 0 0,-3 3 5072 0 0,2-1-973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7.1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1 332 0 0,'0'0'4023'0'0,"1"4"1514"0"0,7 17-3147 0 0,4-6-1679 0 0,1-1 1 0 0,0 0 0 0 0,1 0-1 0 0,1-2 1 0 0,16 12 0 0 0,35 33 691 0 0,-66-57-1396 0 0,20 20 272 0 0,0 0 0 0 0,-2 1 0 0 0,30 46 0 0 0,-48-66-295 0 0,0-1 0 0 0,1 1 0 0 0,-1 0 1 0 0,0-1-1 0 0,0 1 0 0 0,1 0 0 0 0,-1-1 0 0 0,0 1 0 0 0,1-1 0 0 0,-1 1 0 0 0,0-1 0 0 0,1 1 0 0 0,-1-1 0 0 0,1 1 0 0 0,-1-1 0 0 0,1 1 0 0 0,-1-1 0 0 0,1 1 0 0 0,-1-1 0 0 0,1 0 0 0 0,0 1 0 0 0,-1-1 0 0 0,1 0 0 0 0,0 1 0 0 0,-1-1 0 0 0,1 0 0 0 0,0 0 0 0 0,-1 0 0 0 0,1 0 0 0 0,0 0 0 0 0,0 0 0 0 0,0 0-6 0 0,0-1 0 0 0,0 0 0 0 0,0 0 0 0 0,0 0 0 0 0,-1-1-1 0 0,1 1 1 0 0,-1 0 0 0 0,1 0 0 0 0,0 0 0 0 0,-1 0 0 0 0,0 0 0 0 0,1-1 0 0 0,-1 1-1 0 0,1-3 1 0 0,4-47-212 0 0,-6 24 193 0 0,0 14 18 0 0,1 0 0 0 0,0 0 0 0 0,1 1 0 0 0,0-1-1 0 0,1 0 1 0 0,0 1 0 0 0,7-20 0 0 0,-9 31 22 0 0,1 0 0 0 0,0 0 0 0 0,0 0 0 0 0,-1 0 0 0 0,1 0 0 0 0,0 0 0 0 0,0 0 0 0 0,0 0 0 0 0,0 0-1 0 0,0 0 1 0 0,1 1 0 0 0,-1-1 0 0 0,0 0 0 0 0,0 1 0 0 0,0-1 0 0 0,1 1 0 0 0,-1-1 0 0 0,0 1 0 0 0,0 0 0 0 0,1-1 0 0 0,-1 1 0 0 0,0 0 0 0 0,1 0 0 0 0,-1 0 0 0 0,0 0 0 0 0,1 0 0 0 0,-1 0 0 0 0,0 0 0 0 0,1 1 0 0 0,-1-1-1 0 0,0 0 1 0 0,1 1 0 0 0,-1-1 0 0 0,2 2 0 0 0,7 2-115 0 0,0 0-1 0 0,0 1 0 0 0,12 8 0 0 0,-7-5-452 0 0,-12-7 467 0 0,51 23-3698 0 0,-51-23 3069 0 0,1 0 0 0 0,0 0 0 0 0,0-1 0 0 0,0 1 1 0 0,0-1-1 0 0,0 0 0 0 0,0 0 0 0 0,0 0 0 0 0,0 0 0 0 0,0-1 1 0 0,0 0-1 0 0,6-2 0 0 0,-3 1-1264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7.5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40 104 484 0 0,'3'-11'2448'0'0,"-1"3"-1153"0"0,0 2 0 0 0,1-1 0 0 0,-1 0 1 0 0,6-8-1 0 0,-8 14-1218 0 0,0 1 0 0 0,0-1 1 0 0,1 1-1 0 0,-1-1 0 0 0,1 1 1 0 0,-1-1-1 0 0,0 1 0 0 0,1-1 1 0 0,-1 1-1 0 0,1-1 0 0 0,-1 1 1 0 0,1-1-1 0 0,-1 1 0 0 0,1 0 1 0 0,0-1-1 0 0,-1 1 0 0 0,1 0 1 0 0,-1 0-1 0 0,1-1 0 0 0,0 1 1 0 0,-1 0-1 0 0,1 0 0 0 0,0 0 1 0 0,-1 0-1 0 0,1 0 0 0 0,0 0 0 0 0,-1 0 1 0 0,1 0-1 0 0,0 0 0 0 0,-1 0 1 0 0,1 0-1 0 0,0 0 0 0 0,-1 0 1 0 0,1 1-1 0 0,0-1 0 0 0,-1 0 1 0 0,1 0-1 0 0,-1 1 0 0 0,1-1 1 0 0,0 0-1 0 0,-1 1 0 0 0,1-1 1 0 0,-1 1-1 0 0,1-1 0 0 0,-1 1 1 0 0,0-1-1 0 0,1 1 0 0 0,-1-1 1 0 0,1 1-1 0 0,-1-1 0 0 0,0 1 1 0 0,1-1-1 0 0,-1 1 0 0 0,0 0 1 0 0,1 0-1 0 0,1 3 14 0 0,-1-1 1 0 0,1 1 0 0 0,-1 0-1 0 0,1 0 1 0 0,-1-1-1 0 0,0 1 1 0 0,-1 0-1 0 0,1 0 1 0 0,0 0-1 0 0,-1 0 1 0 0,0 1-1 0 0,0-1 1 0 0,-1 0-1 0 0,1 0 1 0 0,-1 0 0 0 0,1 0-1 0 0,-1 0 1 0 0,-1 0-1 0 0,1-1 1 0 0,0 1-1 0 0,-1 0 1 0 0,0-1-1 0 0,0 1 1 0 0,0-1-1 0 0,0 1 1 0 0,-1-1 0 0 0,1 0-1 0 0,-1 0 1 0 0,0 0-1 0 0,0 0 1 0 0,0 0-1 0 0,0-1 1 0 0,0 1-1 0 0,-1-1 1 0 0,1 0-1 0 0,-5 2 1 0 0,7-4-94 0 0,0 1 0 0 0,0-1 0 0 0,0 0 0 0 0,0 0 0 0 0,0 0 0 0 0,1 0 0 0 0,-1 0 0 0 0,0 0 0 0 0,0 0 0 0 0,0 0 0 0 0,0 0 0 0 0,0-1 0 0 0,1 1 0 0 0,-1 0 0 0 0,0-1 0 0 0,0 1 0 0 0,0 0 0 0 0,1-1 0 0 0,-1 1 0 0 0,0-1 0 0 0,0 1 0 0 0,1-1 0 0 0,-1 1 0 0 0,-1-2 0 0 0,-11-23-414 0 0,10 17-14 0 0,1 0 0 0 0,0-1 0 0 0,1 1 0 0 0,-2-15 0 0 0,3 16-623 0 0,1 0 0 0 0,-1 0 1 0 0,1 0-1 0 0,0 0 0 0 0,1 0 0 0 0,-1 1 1 0 0,2-1-1 0 0,-1 0 0 0 0,1 1 1 0 0,5-11-1 0 0,-2 6-1112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7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1 187 64 0 0,'0'4'1141'0'0,"0"0"0"0"0,1 1-1 0 0,-1-1 1 0 0,1 0 0 0 0,0 0 0 0 0,0 0 0 0 0,1 0-1 0 0,3 8 1 0 0,2-1-380 0 0,0 0 0 0 0,0-1 0 0 0,15 16-1 0 0,-12-16-239 0 0,-1 1 0 0 0,12 21 0 0 0,-15-24-368 0 0,-1 1-1 0 0,0 0 0 0 0,-1 0 0 0 0,0 1 0 0 0,-1-1 1 0 0,0 1-1 0 0,0 0 0 0 0,-1 0 0 0 0,0 0 0 0 0,0 19 1 0 0,-2-29-160 0 0,0 0-1 0 0,1 1 1 0 0,-1-1 0 0 0,0 0 0 0 0,0 0 0 0 0,0 1 0 0 0,0-1 0 0 0,0 0 0 0 0,0 0 0 0 0,0 0 0 0 0,0 1 0 0 0,0-1 0 0 0,0 0 0 0 0,0 0 0 0 0,0 1 0 0 0,0-1 0 0 0,-1 0 0 0 0,1 0 0 0 0,0 0 0 0 0,0 1 0 0 0,0-1 0 0 0,0 0 0 0 0,0 0 0 0 0,0 0 0 0 0,0 0 0 0 0,-1 1 0 0 0,1-1 0 0 0,0 0 0 0 0,0 0 0 0 0,0 0 0 0 0,0 0 0 0 0,-1 0 0 0 0,1 1 0 0 0,0-1 0 0 0,0 0 0 0 0,0 0 0 0 0,-1 0 0 0 0,1 0 0 0 0,0 0 0 0 0,0 0 0 0 0,0 0 0 0 0,-1 0 0 0 0,1 0 0 0 0,0 0 0 0 0,0 0 0 0 0,-1 0 0 0 0,1 0 0 0 0,0 0-1 0 0,0 0 1 0 0,-1 0 0 0 0,-12-10-302 0 0,-10-17-20 0 0,8-5 318 0 0,1 1-1 0 0,2-1 1 0 0,1-1 0 0 0,2 0 0 0 0,1-1-1 0 0,1 0 1 0 0,-2-41 0 0 0,8 67 3 0 0,1 0 1 0 0,0 0-1 0 0,0-1 0 0 0,1 1 1 0 0,0 0-1 0 0,0 0 1 0 0,1 0-1 0 0,0 0 1 0 0,4-10-1 0 0,-5 16 1 0 0,0-1 0 0 0,1 1 0 0 0,-1-1 0 0 0,0 1 0 0 0,1-1 0 0 0,0 1 0 0 0,0 0 1 0 0,-1 0-1 0 0,1 0 0 0 0,0 0 0 0 0,1 0 0 0 0,-1 1 0 0 0,0-1 0 0 0,1 0 0 0 0,-1 1 0 0 0,0 0 0 0 0,1 0 0 0 0,0-1 0 0 0,-1 2 0 0 0,1-1 0 0 0,0 0 0 0 0,-1 0 0 0 0,1 1 0 0 0,0-1 0 0 0,0 1 1 0 0,0 0-1 0 0,-1 0 0 0 0,1 0 0 0 0,5 1 0 0 0,-4 0 5 0 0,0-1 0 0 0,0 1 0 0 0,0 0 0 0 0,-1 0 0 0 0,1 0 0 0 0,0 0 0 0 0,-1 0 0 0 0,1 1 0 0 0,-1 0 0 0 0,1 0 0 0 0,-1 0 0 0 0,0 0 0 0 0,0 0 0 0 0,0 1 0 0 0,0 0 1 0 0,0-1-1 0 0,-1 1 0 0 0,1 0 0 0 0,2 4 0 0 0,-3-3 5 0 0,0 1 1 0 0,0-1-1 0 0,-1 0 1 0 0,1 0-1 0 0,-1 1 1 0 0,0-1-1 0 0,-1 1 1 0 0,1-1-1 0 0,-1 1 1 0 0,0-1-1 0 0,0 1 1 0 0,0-1 0 0 0,-1 1-1 0 0,1 0 1 0 0,-3 8-1 0 0,0-2-6 0 0,-1 0 1 0 0,0 1-1 0 0,-1-1 1 0 0,-6 10-1 0 0,9-17-22 0 0,0 0 0 0 0,0 0 0 0 0,-1-1 0 0 0,1 1 0 0 0,-1-1 0 0 0,0 0 0 0 0,0 0 0 0 0,0 0 0 0 0,0 0 0 0 0,0 0 0 0 0,-1-1 0 0 0,1 0-1 0 0,-1 1 1 0 0,-6 1 0 0 0,9-3-24 0 0,0-1-1 0 0,0 1 1 0 0,0-1-1 0 0,-1 0 0 0 0,1 0 1 0 0,0 0-1 0 0,0 0 1 0 0,0 0-1 0 0,-1 0 0 0 0,1 0 1 0 0,0 0-1 0 0,0 0 1 0 0,0 0-1 0 0,0-1 0 0 0,-1 1 1 0 0,1-1-1 0 0,0 1 1 0 0,0 0-1 0 0,0-1 0 0 0,0 0 1 0 0,0 1-1 0 0,0-1 1 0 0,0 0-1 0 0,0 1 0 0 0,0-1 1 0 0,0 0-1 0 0,1 0 1 0 0,-1 0-1 0 0,0 0 0 0 0,0 0 1 0 0,1 0-1 0 0,-1 0 1 0 0,1 0-1 0 0,-1 0 0 0 0,1 0 1 0 0,-1 0-1 0 0,1 0 1 0 0,0-1-1 0 0,-1 1 0 0 0,1 0 1 0 0,0 0-1 0 0,0-2 1 0 0,-1-2-781 0 0,1 1 0 0 0,-1 0 1 0 0,1-1-1 0 0,0 1 0 0 0,1-1 1 0 0,-1 1-1 0 0,1 0 0 0 0,0-1 1 0 0,0 1-1 0 0,1-5 0 0 0,1 3-1268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8:18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192 9 596 0 0,'0'0'229'0'0,"0"-1"1"0"0,0 1-1 0 0,0 0 0 0 0,0-1 0 0 0,0 1 1 0 0,0 0-1 0 0,0-1 0 0 0,0 1 0 0 0,-1 0 1 0 0,1-1-1 0 0,0 1 0 0 0,0 0 0 0 0,0-1 1 0 0,0 1-1 0 0,0 0 0 0 0,-1 0 0 0 0,1-1 1 0 0,0 1-1 0 0,0 0 0 0 0,0 0 0 0 0,-1-1 0 0 0,1 1 1 0 0,0 0-1 0 0,0 0 0 0 0,-1-1 0 0 0,1 1 1 0 0,0 0-1 0 0,0 0 0 0 0,-1 0 0 0 0,1 0 1 0 0,0 0-1 0 0,-1-1 0 0 0,1 1 0 0 0,0 0 1 0 0,-1 0-1 0 0,1 0 0 0 0,-1 0 0 0 0,-16 4 3830 0 0,-13 15-1862 0 0,12-3-2144 0 0,0 0 1 0 0,2 2-1 0 0,0 0 1 0 0,-22 33-1 0 0,28-38-84 0 0,8-10 13 0 0,-1 0 0 0 0,1 0 0 0 0,0-1 0 0 0,0 1 0 0 0,1 0 0 0 0,-1 1 1 0 0,0-1-1 0 0,1 0 0 0 0,0 0 0 0 0,-2 7 0 0 0,31-19-86 0 0,-23 6 110 0 0,1-1 1 0 0,1 2-1 0 0,-1-1 0 0 0,0 0 0 0 0,1 1 0 0 0,-1 0 1 0 0,1 1-1 0 0,0 0 0 0 0,-1 0 0 0 0,1 0 1 0 0,0 1-1 0 0,0-1 0 0 0,0 2 0 0 0,11 1 1 0 0,-12-1 3 0 0,-1 0 1 0 0,1 0 0 0 0,-1 0-1 0 0,0 1 1 0 0,1 0 0 0 0,-1 0-1 0 0,0 1 1 0 0,0-1 0 0 0,-1 1-1 0 0,1 0 1 0 0,-1 0-1 0 0,1 1 1 0 0,-1-1 0 0 0,0 1-1 0 0,0 0 1 0 0,0 0 0 0 0,-1 0-1 0 0,6 9 1 0 0,-8-9 10 0 0,1-1-1 0 0,-1 1 0 0 0,0 0 1 0 0,0 0-1 0 0,0 0 1 0 0,-1 0-1 0 0,0 0 1 0 0,1 0-1 0 0,-1 0 0 0 0,0 1 1 0 0,-1-1-1 0 0,1 0 1 0 0,-1 0-1 0 0,0 0 1 0 0,0-1-1 0 0,0 1 1 0 0,-1 0-1 0 0,1 0 0 0 0,-1 0 1 0 0,0-1-1 0 0,0 1 1 0 0,0-1-1 0 0,0 1 1 0 0,-4 2-1 0 0,1 2 7 0 0,-1 0-1 0 0,-1-1 0 0 0,1 0 1 0 0,-1-1-1 0 0,-1 0 1 0 0,1 0-1 0 0,-1 0 1 0 0,0-1-1 0 0,-11 6 1 0 0,16-9-108 0 0,0-1 0 0 0,-1 1 0 0 0,1-1 1 0 0,0 0-1 0 0,-1 0 0 0 0,1 0 1 0 0,0 0-1 0 0,-1 0 0 0 0,1-1 1 0 0,-1 0-1 0 0,0 0 0 0 0,1 0 1 0 0,-1 0-1 0 0,1 0 0 0 0,-1-1 1 0 0,1 1-1 0 0,-1-1 0 0 0,1 0 1 0 0,0 0-1 0 0,-1 0 0 0 0,1-1 1 0 0,-4-1-1 0 0,7 2-500 0 0,9-1-10057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1.4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327 636 1368 0 0,'-2'-11'5740'0'0,"2"11"-5638"0"0,0 0-1 0 0,0-1 1 0 0,-1 1-1 0 0,1 0 1 0 0,0 0-1 0 0,0 0 1 0 0,0-1-1 0 0,0 1 1 0 0,0 0-1 0 0,0 0 1 0 0,1 0-1 0 0,-1-1 1 0 0,0 1-1 0 0,0 0 1 0 0,0 0-1 0 0,0 0 1 0 0,0-1-1 0 0,0 1 1 0 0,0 0-1 0 0,0 0 1 0 0,0 0 0 0 0,1-1-1 0 0,-1 1 1 0 0,0 0-1 0 0,0 0 1 0 0,0 0-1 0 0,0 0 1 0 0,0 0-1 0 0,1-1 1 0 0,-1 1-1 0 0,0 0 1 0 0,0 0-1 0 0,0 0 1 0 0,1 0-1 0 0,-1 0 1 0 0,0 0-1 0 0,0 0 1 0 0,0 0-1 0 0,1 0 1 0 0,-1 0-1 0 0,0 0 1 0 0,0 0-1 0 0,0 0 1 0 0,1 0-1 0 0,-1 0 1 0 0,0 0-1 0 0,0 0 1 0 0,0 0-1 0 0,1 0 1 0 0,-1 0-1 0 0,6-3-528 0 0,66-19 2497 0 0,-35 12-1404 0 0,26-12 235 0 0,75-38 1 0 0,27-11-387 0 0,426-120-893 0 0,-461 162 623 0 0,243-22 1 0 0,-293 43-141 0 0,163-14 219 0 0,309-46 648 0 0,-549 67-965 0 0,269-48 729 0 0,-213 42-561 0 0,0 2-1 0 0,99 6 0 0 0,-47 5-182 0 0,-25-2-44 0 0,133 22 0 0 0,-197-21 116 0 0,-1 0 1 0 0,0 1-1 0 0,0 1 0 0 0,0 2 1 0 0,-1 0-1 0 0,-1 0 1 0 0,1 2-1 0 0,-1 1 1 0 0,-1 0-1 0 0,0 1 0 0 0,-1 1 1 0 0,15 16-1 0 0,12 13 73 0 0,-8-8 51 0 0,46 56 0 0 0,-65-69-102 0 0,-1 0 0 0 0,-2 2-1 0 0,0-1 1 0 0,-2 2 0 0 0,0 0 0 0 0,-2 0 0 0 0,-1 1 0 0 0,12 53 0 0 0,-5 20 148 0 0,-4 1 0 0 0,-5 1 0 0 0,-6 115 0 0 0,-5-162-115 0 0,-3 0 0 0 0,-2-1 0 0 0,-3-1 0 0 0,-32 92-1 0 0,18-80-165 0 0,-2 0 0 0 0,-3-2-1 0 0,-3-2 1 0 0,-44 62 0 0 0,-182 213-185 0 0,231-299 266 0 0,-24 29 163 0 0,-2-3 0 0 0,-4-1-1 0 0,-2-4 1 0 0,-100 75-1 0 0,88-83-81 0 0,-2-2 0 0 0,-2-4-1 0 0,-2-3 1 0 0,-1-4 0 0 0,-116 35-1 0 0,46-34-169 0 0,-298 30-1 0 0,362-62-69 0 0,-162-12 0 0 0,202 4 70 0 0,-97-18-112 0 0,46 4 115 0 0,33 5 131 0 0,1-2 0 0 0,-112-43 1 0 0,76 23-19 0 0,64 21-49 0 0,1-1 0 0 0,1-2 0 0 0,-36-22 0 0 0,-89-67-44 0 0,158 105 32 0 0,-36-25-44 0 0,1-2 0 0 0,1-1 0 0 0,1-1 1 0 0,-38-45-1 0 0,-98-112-135 0 0,71 82 249 0 0,67 69-35 0 0,1-2 0 0 0,-40-66-1 0 0,23 28-10 0 0,-70-126 67 0 0,103 175-113 0 0,1-2 1 0 0,1 0 0 0 0,1 0-1 0 0,1-1 1 0 0,2 0-1 0 0,-10-60 1 0 0,15-104-36 0 0,4 113 24 0 0,0 56 2 0 0,1 1 1 0 0,1 0 0 0 0,2-1-1 0 0,0 1 1 0 0,1 1 0 0 0,1-1-1 0 0,2 1 1 0 0,21-41 0 0 0,-3 16 5 0 0,1 1 1 0 0,65-77-1 0 0,-57 82-28 0 0,2 2 0 0 0,2 1 0 0 0,1 2 0 0 0,2 2 0 0 0,55-34 0 0 0,-57 43-1216 0 0,1 2 0 0 0,2 2 0 0 0,64-22 0 0 0,50 4-9796 0 0,-127 33 8594 0 0,2-2-217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2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73 323 704 0 0,'0'0'7972'0'0,"2"8"-4399"0"0,2 9-2407 0 0,6 22 201 0 0,28 72 0 0 0,-33-98-1140 0 0,-2 1 1 0 0,5 24 0 0 0,-5-21-96 0 0,-3 22 41 0 0,-2-24-59 0 0,1-14-3 0 0,-2-7 53 0 0,-22-74-27 0 0,1 10-114 0 0,13 28-33 0 0,1 0-1 0 0,3-1 1 0 0,1 0 0 0 0,2 0 0 0 0,3-85 0 0 0,3 119-12 0 0,-1 1 0 0 0,1 0 0 0 0,1 0 0 0 0,-1 0 1 0 0,1 0-1 0 0,1 0 0 0 0,-1 0 0 0 0,1 1 0 0 0,8-11 0 0 0,-10 14 8 0 0,1 1 0 0 0,0-1 0 0 0,-1 1-1 0 0,2 0 1 0 0,-1 0 0 0 0,0 0 0 0 0,0 0 0 0 0,1 0 0 0 0,0 1-1 0 0,-1-1 1 0 0,1 1 0 0 0,0 0 0 0 0,0 0 0 0 0,1 1 0 0 0,-1-1 0 0 0,0 1-1 0 0,0 0 1 0 0,1 0 0 0 0,6-1 0 0 0,-9 3 11 0 0,-1-1 0 0 0,1 0 0 0 0,-1 0 1 0 0,1 1-1 0 0,-1-1 0 0 0,1 1 0 0 0,-1 0 0 0 0,0-1 1 0 0,1 1-1 0 0,-1 0 0 0 0,0 0 0 0 0,0-1 0 0 0,1 1 1 0 0,-1 0-1 0 0,0 0 0 0 0,0 1 0 0 0,0-1 0 0 0,0 0 0 0 0,0 0 1 0 0,0 0-1 0 0,-1 1 0 0 0,1-1 0 0 0,0 0 0 0 0,-1 1 1 0 0,1-1-1 0 0,0 1 0 0 0,-1-1 0 0 0,0 0 0 0 0,1 1 0 0 0,-1-1 1 0 0,0 1-1 0 0,0 1 0 0 0,2 9-3 0 0,-1-1 0 0 0,-1 1 0 0 0,-1 13 0 0 0,1-11-32 0 0,0 110-1184 0 0,3-122 1146 0 0,0-1 0 0 0,0 1 0 0 0,0 0-1 0 0,0-1 1 0 0,1 0 0 0 0,-1 0 0 0 0,0 0 0 0 0,5 1 0 0 0,5 1 18 0 0,-6 0 50 0 0,-1 0 0 0 0,1 0 1 0 0,0 1-1 0 0,-1 0 1 0 0,0 0-1 0 0,0 0 0 0 0,0 1 1 0 0,-1 0-1 0 0,0 0 0 0 0,1 1 1 0 0,-2-1-1 0 0,1 1 0 0 0,-1 0 1 0 0,0 0-1 0 0,0 1 1 0 0,0-1-1 0 0,-1 1 0 0 0,0 0 1 0 0,-1-1-1 0 0,3 10 0 0 0,-3-7 22 0 0,0-1-1 0 0,-1 0 1 0 0,0 1-1 0 0,0-1 1 0 0,-1 1-1 0 0,0-1 1 0 0,0 1-1 0 0,-1-1 1 0 0,0 1-1 0 0,-1-1 0 0 0,0 0 1 0 0,0 1-1 0 0,-1-1 1 0 0,0 0-1 0 0,0 0 1 0 0,-1-1-1 0 0,-6 10 1 0 0,2-5 24 0 0,0 0 0 0 0,-1-1 0 0 0,0-1 0 0 0,-1 1 0 0 0,0-2 0 0 0,-23 18 0 0 0,30-25-13 0 0,0 0 0 0 0,0 0 0 0 0,-1 0 0 0 0,1 0 0 0 0,0 0 0 0 0,-1-1 0 0 0,1 0 0 0 0,-1 0 0 0 0,0 0 1 0 0,1 0-1 0 0,-1 0 0 0 0,0-1 0 0 0,0 1 0 0 0,1-1 0 0 0,-1 0 0 0 0,0-1 0 0 0,0 1 0 0 0,1 0 0 0 0,-1-1 0 0 0,0 0 0 0 0,1 0 0 0 0,-1 0 1 0 0,0 0-1 0 0,1-1 0 0 0,0 0 0 0 0,-1 1 0 0 0,1-1 0 0 0,0 0 0 0 0,0 0 0 0 0,-5-5 0 0 0,-5-6 35 0 0,1-1 1 0 0,0 0-1 0 0,1-1 0 0 0,0 0 0 0 0,2 0 1 0 0,-1-1-1 0 0,2-1 0 0 0,-9-23 0 0 0,12 26-174 0 0,0-1 0 0 0,1 0 0 0 0,0 0 0 0 0,2 0 0 0 0,0 0 0 0 0,-1-17-1 0 0,3 28-110 0 0,0-1-1 0 0,1 1 1 0 0,-1 0-1 0 0,1 0 0 0 0,0 0 1 0 0,0 0-1 0 0,0 0 1 0 0,0 0-1 0 0,1 1 0 0 0,-1-1 1 0 0,1 0-1 0 0,4-5 1 0 0,-4 6-292 0 0,0 1 1 0 0,0 0 0 0 0,0 0 0 0 0,1 0 0 0 0,-1 0 0 0 0,1 0 0 0 0,-1 0 0 0 0,1 0-1 0 0,-1 1 1 0 0,1-1 0 0 0,0 1 0 0 0,0 0 0 0 0,0 0 0 0 0,0 0 0 0 0,0 0 0 0 0,6 0-1 0 0,0 0-1723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3.0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13 161 1412 0 0,'-3'4'10196'0'0,"-6"9"-8497"0"0,11 6-1417 0 0,1-1 1 0 0,1 0-1 0 0,1-1 0 0 0,0 1 0 0 0,1-1 0 0 0,1 0 0 0 0,1 0 1 0 0,12 20-1 0 0,-13-24-216 0 0,4 7-5 0 0,0-1 0 0 0,22 28-1 0 0,-30-44-49 0 0,0 1-1 0 0,0 0 1 0 0,0-1-1 0 0,1 0 1 0 0,-1 1-1 0 0,1-1 1 0 0,0-1-1 0 0,0 1 1 0 0,0-1-1 0 0,0 1 1 0 0,1-1-1 0 0,-1 0 0 0 0,0-1 1 0 0,1 1-1 0 0,0-1 1 0 0,-1 0-1 0 0,1 0 1 0 0,5 1-1 0 0,-7-3 6 0 0,0 1 0 0 0,-1 0 0 0 0,1 0 0 0 0,0-1 0 0 0,0 1 0 0 0,0-1 0 0 0,-1 0 0 0 0,1 0 0 0 0,0 0 0 0 0,-1 0-1 0 0,1-1 1 0 0,-1 1 0 0 0,1-1 0 0 0,-1 0 0 0 0,0 1 0 0 0,4-5 0 0 0,-2 2 9 0 0,-1 0-1 0 0,1 0 1 0 0,-1-1 0 0 0,0 0 0 0 0,-1 1-1 0 0,1-1 1 0 0,-1 0 0 0 0,2-7 0 0 0,0-4 31 0 0,0 0 0 0 0,-1 0 0 0 0,-1 0 0 0 0,0-32 0 0 0,-3-20-30 0 0,-1 28-983 0 0,2-1 1 0 0,7-48-1 0 0,-6 83 102 0 0,1 0 0 0 0,-1 0 0 0 0,1 0 0 0 0,1 0 0 0 0,-1 0 1 0 0,1 1-1 0 0,0-1 0 0 0,0 1 0 0 0,0 0 0 0 0,1 0 0 0 0,5-7 0 0 0,0 4-1322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3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 0 1532 0 0,'0'0'7618'0'0,"-19"17"-4018"0"0,15-14-3546 0 0,0 1 0 0 0,1 0-1 0 0,-1 0 1 0 0,1 1 0 0 0,0-1 0 0 0,0 1 0 0 0,1 0 0 0 0,-1-1 0 0 0,1 1 0 0 0,0 0-1 0 0,-2 9 1 0 0,-10 17-81 0 0,12-27 9 0 0,0 1 0 0 0,0 0 1 0 0,0 0-1 0 0,1 0 0 0 0,-2 8 0 0 0,3-12 5 0 0,6-1 54 0 0,1 0 14 0 0,-1 1 0 0 0,0 0 0 0 0,1 0 0 0 0,-1 1 0 0 0,0 0 0 0 0,0 0 0 0 0,0 0 0 0 0,0 1 0 0 0,-1-1 0 0 0,1 1 0 0 0,0 1 1 0 0,-1-1-1 0 0,0 1 0 0 0,0 0 0 0 0,0 0 0 0 0,-1 1 0 0 0,1-1 0 0 0,-1 1 0 0 0,0 0 0 0 0,0 0 0 0 0,-1 0 0 0 0,1 1 0 0 0,-1-1 0 0 0,0 1 1 0 0,-1 0-1 0 0,1 0 0 0 0,-1 0 0 0 0,-1 0 0 0 0,1 0 0 0 0,-1 1 0 0 0,0-1 0 0 0,0 0 0 0 0,-1 1 0 0 0,1-1 0 0 0,-2 0 0 0 0,1 1 0 0 0,-1-1 1 0 0,0 0-1 0 0,0 1 0 0 0,0-1 0 0 0,-1 0 0 0 0,0 0 0 0 0,-1 0 0 0 0,-5 11 0 0 0,3-7-430 0 0,-2 0 0 0 0,0-1 1 0 0,-13 16-1 0 0,18-23 37 0 0,0 0 0 0 0,0 0 1 0 0,0 0-1 0 0,0-1 1 0 0,-1 1-1 0 0,1 0 1 0 0,0-1-1 0 0,-1 0 0 0 0,-4 2 1 0 0,5-2 1 0 0,1-1 0 0 0,0 0-1 0 0,0 0 1 0 0,0 0 0 0 0,0 0 0 0 0,0 0 0 0 0,0 0 0 0 0,0 0-1 0 0,0 0 1 0 0,0 0 0 0 0,0-1 0 0 0,0 1 0 0 0,0 0 0 0 0,0-1 0 0 0,0 1-1 0 0,0-1 1 0 0,0 1 0 0 0,0-1 0 0 0,0 1 0 0 0,0-1 0 0 0,0 0-1 0 0,0 1 1 0 0,1-1 0 0 0,-1 0 0 0 0,-1-1 0 0 0,-2-4-1777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4.0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109 0 848 0 0,'-27'8'8187'0'0,"0"10"-5641"0"0,18-10-2398 0 0,0 0 0 0 0,1 1-1 0 0,-10 12 1 0 0,17-20-146 0 0,0 0 0 0 0,0 0-1 0 0,0 0 1 0 0,1 0 0 0 0,-1 0 0 0 0,0 1 0 0 0,0-1 0 0 0,1 0 0 0 0,-1 1 0 0 0,0-1-1 0 0,1 0 1 0 0,0 1 0 0 0,-1-1 0 0 0,1 0 0 0 0,0 1 0 0 0,-1-1 0 0 0,1 1-1 0 0,0-1 1 0 0,0 1 0 0 0,0-1 0 0 0,0 1 0 0 0,1-1 0 0 0,-1 0 0 0 0,0 1 0 0 0,1-1-1 0 0,-1 1 1 0 0,1-1 0 0 0,-1 0 0 0 0,1 1 0 0 0,-1-1 0 0 0,1 0 0 0 0,0 0 0 0 0,0 1-1 0 0,0-1 1 0 0,0 0 0 0 0,0 0 0 0 0,0 0 0 0 0,1 1 0 0 0,4 2 14 0 0,1 0-1 0 0,-1-1 1 0 0,1 1 0 0 0,-1-2 0 0 0,1 1-1 0 0,10 2 1 0 0,-8-2 94 0 0,0 0 0 0 0,0 0 0 0 0,0 1 0 0 0,0 0-1 0 0,-1 0 1 0 0,0 1 0 0 0,9 6 0 0 0,-14-8-31 0 0,0 0-1 0 0,0 0 1 0 0,-1 0 0 0 0,1 0-1 0 0,0 0 1 0 0,-1 0 0 0 0,0 1-1 0 0,0-1 1 0 0,0 1 0 0 0,0 0-1 0 0,-1-1 1 0 0,1 1 0 0 0,-1 0-1 0 0,0 0 1 0 0,0 0 0 0 0,-1 0-1 0 0,1 0 1 0 0,-1 0 0 0 0,1 5-1 0 0,-2 8-15 0 0,-1 1 0 0 0,0 0 0 0 0,-1-1 0 0 0,-1 0 0 0 0,-11 33 0 0 0,-22 36-2782 0 0,34-79 2968 0 0,-3 4-4925 0 0,6-21-513 0 0,3-3 3335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4.3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7 676 0 0,'0'-1'426'0'0,"-1"1"-1"0"0,1-1 1 0 0,0 1 0 0 0,-1 0 0 0 0,1-1-1 0 0,0 1 1 0 0,-1-1 0 0 0,1 1-1 0 0,0 0 1 0 0,-1-1 0 0 0,1 1 0 0 0,-1 0-1 0 0,1 0 1 0 0,-1-1 0 0 0,1 1-1 0 0,-1 0 1 0 0,1 0 0 0 0,-1 0 0 0 0,1-1-1 0 0,-1 1 1 0 0,1 0 0 0 0,-1 0-1 0 0,0 0 1 0 0,1 0 0 0 0,-1 0 0 0 0,1 0-1 0 0,-1 0 1 0 0,1 15 3780 0 0,18 32-4256 0 0,-14-39 1072 0 0,36 104-352 0 0,29 139-1 0 0,-57-204-1606 0 0,7 32-2297 0 0,-4-27-3889 0 0,-7-38 2466 0 0,-7-9 2331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4.8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1 211 1064 0 0,'133'-93'2708'0'0,"-91"65"-1873"0"0,65-56 1 0 0,-98 79 4057 0 0,-8 5-4793 0 0,-1 1-1 0 0,0-1 0 0 0,1 1 1 0 0,-1-1-1 0 0,1 1 0 0 0,-1 0 1 0 0,0-1-1 0 0,0 1 0 0 0,1 0 1 0 0,-1 0-1 0 0,0-1 0 0 0,0 1 1 0 0,0 0-1 0 0,0-1 0 0 0,0 1 1 0 0,0 0-1 0 0,0 0 0 0 0,0-1 1 0 0,0 1-1 0 0,0 0 0 0 0,0-1 1 0 0,0 1-1 0 0,-1 0 0 0 0,1-1 1 0 0,0 1-1 0 0,-1 0 0 0 0,1 0 1 0 0,-8 24 1129 0 0,-5 10-356 0 0,-2 3-409 0 0,2 1 0 0 0,-13 58 0 0 0,22-74-415 0 0,-6 41 4 0 0,10-61-57 0 0,0-1 0 0 0,0 1 0 0 0,0 0 0 0 0,0 0 0 0 0,0 0 0 0 0,1 0 0 0 0,-1 0 0 0 0,1 0 0 0 0,0-1 0 0 0,0 1-1 0 0,0 0 1 0 0,0-1 0 0 0,1 1 0 0 0,-1 0 0 0 0,1-1 0 0 0,-1 0 0 0 0,5 5 0 0 0,-5-6-1 0 0,0-1 0 0 0,1 1 0 0 0,-1 0 0 0 0,1 0 0 0 0,-1-1 0 0 0,1 1 0 0 0,-1-1 0 0 0,1 0 0 0 0,-1 1 0 0 0,1-1 0 0 0,-1 0 0 0 0,1 0 0 0 0,0 0 0 0 0,-1 0 1 0 0,1 0-1 0 0,-1 0 0 0 0,1 0 0 0 0,-1-1 0 0 0,1 1 0 0 0,-1 0 0 0 0,1-1 0 0 0,-1 1 0 0 0,1-1 0 0 0,-1 0 0 0 0,1 0 0 0 0,-1 1 0 0 0,3-3 0 0 0,37-30-177 0 0,-35 28 134 0 0,1-2-13 0 0,0 0 0 0 0,-1-1-1 0 0,0 1 1 0 0,0-1 0 0 0,0 0-1 0 0,-1-1 1 0 0,0 0 0 0 0,-1 1 0 0 0,0-1-1 0 0,-1-1 1 0 0,1 1 0 0 0,-2 0 0 0 0,4-18-1 0 0,-5 14-3 0 0,1-1 0 0 0,-2 1 0 0 0,0 0-1 0 0,-1-1 1 0 0,0 1 0 0 0,-1 0 0 0 0,0 0-1 0 0,-1 0 1 0 0,-7-20 0 0 0,5 16 48 0 0,5 13 29 0 0,-1 1 1 0 0,1 0-1 0 0,-1 0 1 0 0,0 0-1 0 0,0 0 0 0 0,0 0 1 0 0,0 1-1 0 0,-1-1 1 0 0,1 0-1 0 0,-1 0 1 0 0,0 1-1 0 0,-2-4 1 0 0,1 36 465 0 0,9 7-665 0 0,2 0-1 0 0,1-1 0 0 0,1 0 0 0 0,3-1 0 0 0,25 54 1 0 0,-27-77-868 0 0,-2-3-680 0 0,-7-5-2187 0 0,4-9-121 0 0,0-1 1935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5.1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60 220 0 0,'0'0'214'0'0,"0"0"-1"0"0,0 0 1 0 0,-1 0 0 0 0,1 0-1 0 0,0 0 1 0 0,0 0 0 0 0,-1 0-1 0 0,1 1 1 0 0,0-1 0 0 0,0 0-1 0 0,-1 0 1 0 0,1 0 0 0 0,0 0-1 0 0,0 0 1 0 0,-1 1 0 0 0,1-1 0 0 0,0 0-1 0 0,0 0 1 0 0,0 0 0 0 0,-1 0-1 0 0,1 1 1 0 0,0-1 0 0 0,0 0-1 0 0,0 0 1 0 0,0 1 0 0 0,0-1-1 0 0,0 0 1 0 0,0 0 0 0 0,-1 1-1 0 0,1-1 1 0 0,0 0 0 0 0,0 0-1 0 0,0 1 1 0 0,0-1 0 0 0,0 0-1 0 0,0 1 1 0 0,2 14 3026 0 0,8 13-1097 0 0,43 97 1310 0 0,-53-125-3466 0 0,-1 0 1 0 0,1 0-1 0 0,0 0 1 0 0,0 1-1 0 0,0-1 1 0 0,0 0-1 0 0,0 0 1 0 0,0 0-1 0 0,0 1 1 0 0,0-1-1 0 0,0 0 1 0 0,0 0-1 0 0,0 1 1 0 0,0-1-1 0 0,1 0 1 0 0,-1 0-1 0 0,0 0 1 0 0,0 1-1 0 0,0-1 1 0 0,0 0-1 0 0,0 0 1 0 0,0 0-1 0 0,0 1 1 0 0,0-1-1 0 0,1 0 1 0 0,-1 0-1 0 0,0 0 1 0 0,0 0-1 0 0,0 0 1 0 0,0 1-1 0 0,1-1 1 0 0,-1 0-1 0 0,0 0 1 0 0,0 0-1 0 0,0 0 1 0 0,1 0-1 0 0,-1 0 1 0 0,0 0-1 0 0,0 0 1 0 0,0 0-1 0 0,1 0 1 0 0,-1 0-1 0 0,0 0 1 0 0,0 0-1 0 0,1 0 1 0 0,-1 0-1 0 0,0 0 1 0 0,0 0-1 0 0,0 0 1 0 0,1 0-1 0 0,-1 0 1 0 0,0 0-1 0 0,0 0 1 0 0,0 0-1 0 0,1 0 1 0 0,-1-1-1 0 0,6-16-403 0 0,1-35 104 0 0,-6 48 290 0 0,1-20-13 0 0,2 1 1 0 0,0 0 0 0 0,2 1-1 0 0,14-39 1 0 0,-20 60 38 0 0,0 1-1 0 0,0-1 1 0 0,1 0 0 0 0,-1 1 0 0 0,0-1 0 0 0,0 0 0 0 0,1 1 0 0 0,-1-1 0 0 0,1 1-1 0 0,-1-1 1 0 0,0 1 0 0 0,1-1 0 0 0,-1 0 0 0 0,1 1 0 0 0,-1 0 0 0 0,1-1-1 0 0,-1 1 1 0 0,1-1 0 0 0,0 1 0 0 0,-1 0 0 0 0,1-1 0 0 0,0 1 0 0 0,-1 0-1 0 0,1 0 1 0 0,0-1 0 0 0,-1 1 0 0 0,1 0 0 0 0,0 0 0 0 0,-1 0 0 0 0,1 0 0 0 0,0 0-1 0 0,1 0 1 0 0,0 1 7 0 0,-1 0 0 0 0,1-1 0 0 0,0 1 0 0 0,-1 1 0 0 0,1-1 0 0 0,0 0 0 0 0,-1 0 0 0 0,0 0 0 0 0,1 1 1 0 0,-1-1-1 0 0,3 4 0 0 0,4 7 47 0 0,0 0 1 0 0,8 19-1 0 0,-14-27-52 0 0,22 38-731 0 0,33 44-1 0 0,-25-40-3159 0 0,-25-38 1842 0 0,-2-5-3395 0 0,0-5 3315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7:45.5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2108 0 0,'6'5'12851'0'0,"21"15"-9767"0"0,4 2-2747 0 0,-18-11 46 0 0,0 1 0 0 0,-1 0-1 0 0,-1 1 1 0 0,0 0-1 0 0,0 1 1 0 0,-2 0-1 0 0,1 1 1 0 0,-2 0 0 0 0,0 0-1 0 0,7 22 1 0 0,3 14 195 0 0,19 103 0 0 0,-34-142-623 0 0,1 12-321 0 0,3 36 0 0 0,-6-52 197 0 0,-1 1 1 0 0,0-1-1 0 0,-1 0 1 0 0,0 0-1 0 0,0 0 1 0 0,0 0-1 0 0,-1 0 1 0 0,-4 9-1 0 0,6-15 155 0 0,-1-1-1 0 0,1 0 0 0 0,-1 1 0 0 0,1-1 1 0 0,-1 0-1 0 0,0 0 0 0 0,0 0 1 0 0,1 0-1 0 0,-1 0 0 0 0,0 0 0 0 0,0 0 1 0 0,0 0-1 0 0,0 0 0 0 0,0 0 1 0 0,-1 0-1 0 0,1-1 0 0 0,0 1 0 0 0,0 0 1 0 0,0-1-1 0 0,-1 1 0 0 0,1-1 1 0 0,0 1-1 0 0,-1-1 0 0 0,1 0 0 0 0,0 0 1 0 0,-1 1-1 0 0,1-1 0 0 0,0 0 1 0 0,-1 0-1 0 0,1 0 0 0 0,-1 0 1 0 0,1-1-1 0 0,0 1 0 0 0,-1 0 0 0 0,1-1 1 0 0,0 1-1 0 0,0 0 0 0 0,-1-1 1 0 0,1 0-1 0 0,0 1 0 0 0,0-1 0 0 0,-1 0 1 0 0,-1-1-1 0 0,-1-1 13 0 0,-1 0 0 0 0,1-1 0 0 0,0 0 0 0 0,0 1 0 0 0,0-1 0 0 0,0-1 0 0 0,1 1 0 0 0,-1-1 1 0 0,-3-6-1 0 0,3 1-26 0 0,-1-1 1 0 0,2 1 0 0 0,-1 0 0 0 0,2-1 0 0 0,-1 1-1 0 0,2-1 1 0 0,-1 0 0 0 0,1 0 0 0 0,1-20 0 0 0,1 26-96 0 0,-1 0 0 0 0,0 0 0 0 0,1 0-1 0 0,0 0 1 0 0,1 1 0 0 0,-1-1 0 0 0,1 0 0 0 0,-1 1 0 0 0,2-1 0 0 0,-1 1 0 0 0,0-1 0 0 0,1 1 0 0 0,0 0 0 0 0,0 0 0 0 0,0 0 0 0 0,0 0 0 0 0,1 1 0 0 0,-1-1 0 0 0,1 1 0 0 0,0 0 0 0 0,0 0 0 0 0,0 0 0 0 0,7-2 0 0 0,-9 4-330 0 0,1 0 0 0 0,-1 1 0 0 0,1-1 0 0 0,0 1 0 0 0,-1 0 1 0 0,1 0-1 0 0,0 0 0 0 0,0 0 0 0 0,-1 0 0 0 0,1 1 0 0 0,0-1 0 0 0,-1 1 1 0 0,1-1-1 0 0,-1 1 0 0 0,1 0 0 0 0,-1 0 0 0 0,1 1 0 0 0,-1-1 0 0 0,0 0 1 0 0,1 1-1 0 0,-1-1 0 0 0,0 1 0 0 0,0 0 0 0 0,0 0 0 0 0,0 0 1 0 0,0 0-1 0 0,-1 0 0 0 0,1 0 0 0 0,-1 0 0 0 0,1 0 0 0 0,-1 1 0 0 0,2 2 1 0 0,3 8-2020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5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13 701 1044 0 0,'-2'-3'966'0'0,"0"-1"1"0"0,1 1-1 0 0,-1-1 0 0 0,1 1 1 0 0,-1-1-1 0 0,1 1 0 0 0,-1-7 1 0 0,2 7-859 0 0,1 1 1 0 0,-1-1 0 0 0,0 1-1 0 0,1 0 1 0 0,0-1 0 0 0,-1 1-1 0 0,1 0 1 0 0,0 0 0 0 0,0-1-1 0 0,0 1 1 0 0,0 0 0 0 0,1 0 0 0 0,-1 0-1 0 0,0 0 1 0 0,1 0 0 0 0,0 1-1 0 0,-1-1 1 0 0,1 0 0 0 0,0 1-1 0 0,2-2 1 0 0,48-45 1081 0 0,-12 10-180 0 0,60-44 0 0 0,-25 35-474 0 0,137-63 0 0 0,-198 104-502 0 0,328-144 967 0 0,-279 126-735 0 0,1 3 0 0 0,1 3 0 0 0,109-16 0 0 0,-107 23-89 0 0,136-18 468 0 0,-172 27-471 0 0,-1 1 1 0 0,1 1 0 0 0,-1 2 0 0 0,47 7 0 0 0,-55-3-74 0 0,0 1 0 0 0,-1 0 0 0 0,0 2 0 0 0,-1 0 1 0 0,0 1-1 0 0,0 1 0 0 0,18 15 0 0 0,119 102 458 0 0,-142-113-465 0 0,-2 0 0 0 0,0 0 0 0 0,-1 1-1 0 0,0 1 1 0 0,-1 0 0 0 0,-1 0 0 0 0,-1 1 0 0 0,0 1 0 0 0,-2-1 0 0 0,0 1 0 0 0,6 25-1 0 0,-3 1 111 0 0,-2 0-1 0 0,-2 0 0 0 0,0 87 0 0 0,-7-104-89 0 0,-1-1-1 0 0,-2 0 1 0 0,-1-1-1 0 0,-1 1 0 0 0,-1-1 1 0 0,-1 0-1 0 0,-14 29 0 0 0,-3-1 61 0 0,-2-2-1 0 0,-42 61 1 0 0,44-77-163 0 0,-84 119 87 0 0,91-133-25 0 0,-1-1 0 0 0,-1 0 0 0 0,0-1-1 0 0,-39 27 1 0 0,9-13 148 0 0,-1-2-1 0 0,-2-3 1 0 0,-73 30 0 0 0,91-46-136 0 0,0-1 0 0 0,-1-2 1 0 0,0-2-1 0 0,0-1 1 0 0,-1-2-1 0 0,-61 2 0 0 0,62-7-47 0 0,0-1-1 0 0,0-2 1 0 0,0-2-1 0 0,0-1 0 0 0,1-1 1 0 0,0-2-1 0 0,-58-24 1 0 0,69 23-37 0 0,0-2 0 0 0,1 0 1 0 0,1-2-1 0 0,0 0 1 0 0,0-2-1 0 0,2 0 0 0 0,0-1 1 0 0,1-1-1 0 0,0-1 1 0 0,2-1-1 0 0,0 0 0 0 0,2-2 1 0 0,0 1-1 0 0,-22-46 0 0 0,-78-233-65 0 0,112 294 52 0 0,0 0 0 0 0,0 0 0 0 0,1 0 0 0 0,0-1 0 0 0,0 1 0 0 0,0-1 0 0 0,1 0 0 0 0,0 1 0 0 0,1-1 0 0 0,-1 0 0 0 0,1 1 0 0 0,1-1 0 0 0,-1 0 0 0 0,1 1 0 0 0,0-1 0 0 0,1 0 0 0 0,-1 1 0 0 0,1-1 0 0 0,1 1 0 0 0,-1 0 0 0 0,5-8 0 0 0,100-211-188 0 0,-23 43-78 0 0,-13 54-749 0 0,13-27-2923 0 0,-70 128 1322 0 0,32-45 0 0 0,-31 52-771 0 0,0 1 0 0 0,33-31 0 0 0,-28 34 889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6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1431 784 0 0,'1'-2'9467'0'0,"0"-1"-6121"0"0,10-20-3224 0 0,21-15 158 0 0,2 1 0 0 0,41-35 0 0 0,-7 6 74 0 0,414-364 1235 0 0,-283 261-1153 0 0,-111 93-185 0 0,-4-4-1 0 0,-3-3 1 0 0,-4-4 0 0 0,72-106 0 0 0,-110 141-181 0 0,-26 32 149 0 0,-14 21-569 0 0,1 0 0 0 0,-1 0 0 0 0,0 0 0 0 0,0-1 1 0 0,1 1-1 0 0,-1 0 0 0 0,1 0 0 0 0,-1 0 0 0 0,1 0 0 0 0,-1 0 0 0 0,1 0 0 0 0,-1 0 0 0 0,1 0 0 0 0,0 0 1 0 0,0 0-1 0 0,0 0 0 0 0,-1 0 0 0 0,1 2 0 0 0,0-1-186 0 0,0-1 0 0 0,0 1 1 0 0,0-1-1 0 0,-1 1 0 0 0,1 0 0 0 0,-1-1 1 0 0,1 1-1 0 0,-1-1 0 0 0,1 1 0 0 0,-1-1 1 0 0,0 0-1 0 0,0 1 0 0 0,0-1 1 0 0,0 0-1 0 0,0 1 0 0 0,0-1 0 0 0,-2 1 1 0 0,-2 1-1483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7.1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0 1488 0 0,'-37'15'9411'0'0,"37"-15"-9370"0"0,-1 0 1 0 0,1 0-1 0 0,0 0 1 0 0,0 0-1 0 0,0 0 1 0 0,0 0 0 0 0,0 0-1 0 0,0 1 1 0 0,0-1-1 0 0,0 0 1 0 0,0 0-1 0 0,-1 0 1 0 0,1 0 0 0 0,0 0-1 0 0,0 0 1 0 0,0 0-1 0 0,0 0 1 0 0,0 1-1 0 0,0-1 1 0 0,0 0 0 0 0,0 0-1 0 0,0 0 1 0 0,0 0-1 0 0,0 0 1 0 0,0 0-1 0 0,0 0 1 0 0,0 1 0 0 0,0-1-1 0 0,0 0 1 0 0,0 0-1 0 0,0 0 1 0 0,0 0-1 0 0,0 0 1 0 0,0 0 0 0 0,0 0-1 0 0,0 1 1 0 0,0-1-1 0 0,0 0 1 0 0,0 0-1 0 0,0 0 1 0 0,1 0 0 0 0,-1 0-1 0 0,0 0 1 0 0,0 0-1 0 0,0 0 1 0 0,0 1-1 0 0,0-1 1 0 0,0 0 0 0 0,0 0-1 0 0,0 0 1 0 0,0 0-1 0 0,1 0 1 0 0,-1 0-1 0 0,0 0 1 0 0,0 0 0 0 0,0 0-1 0 0,0 0 1 0 0,0 0-1 0 0,0 0 1 0 0,0 0-1 0 0,1 0 1 0 0,-1 0 0 0 0,0 0-1 0 0,0 0 1 0 0,0 0-1 0 0,0 0 1 0 0,25 2 784 0 0,42-8 890 0 0,-58 4-1549 0 0,0 0 0 0 0,0 0 0 0 0,1 1 0 0 0,-1 1 0 0 0,1 0 0 0 0,-1 0 0 0 0,0 1 0 0 0,1 0 0 0 0,-1 0 0 0 0,0 1 0 0 0,0 1 0 0 0,0-1 0 0 0,12 6 0 0 0,-14-5-134 0 0,-1 1 0 0 0,0 0 0 0 0,0 0 0 0 0,0 0 1 0 0,-1 1-1 0 0,1 0 0 0 0,-1 0 0 0 0,0 0 0 0 0,-1 1 0 0 0,1-1 0 0 0,5 11 1 0 0,-7-10-15 0 0,-1-1 1 0 0,0 0-1 0 0,0 1 0 0 0,-1 0 1 0 0,1-1-1 0 0,-1 1 1 0 0,-1 0-1 0 0,1-1 0 0 0,-1 1 1 0 0,0 0-1 0 0,0 0 1 0 0,-1-1-1 0 0,1 1 1 0 0,-1 0-1 0 0,-2 5 0 0 0,-1 2-228 0 0,0 0 1 0 0,-1 0-1 0 0,0-1 0 0 0,-1 1 0 0 0,-9 12 0 0 0,-20 29-5677 0 0,27-44 3834 0 0,-10 20-5198 0 0,14-24 4791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7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35 844 0 0,'-4'-8'3892'0'0,"-9"-15"3761"0"0,8 20-4503 0 0,3 13-571 0 0,3-3-2390 0 0,0-1 0 0 0,0 1 1 0 0,1 0-1 0 0,0-1 0 0 0,5 12 0 0 0,6 24 310 0 0,-1 30-200 0 0,3 0 0 0 0,46 136 0 0 0,-58-200-304 0 0,1 1-1 0 0,0-1 0 0 0,0 0 1 0 0,1 0-1 0 0,0 0 0 0 0,9 10 1 0 0,-12-16 1 0 0,0 0 0 0 0,0 0 0 0 0,0-1 0 0 0,0 1 0 0 0,0-1 0 0 0,0 1 0 0 0,1-1 0 0 0,-1 0 0 0 0,1 1 0 0 0,-1-1 0 0 0,1-1-1 0 0,-1 1 1 0 0,1 0 0 0 0,-1-1 0 0 0,1 1 0 0 0,0-1 0 0 0,-1 0 0 0 0,1 0 0 0 0,0 0 0 0 0,-1 0 0 0 0,1 0 0 0 0,-1 0 0 0 0,1-1 0 0 0,0 1 0 0 0,-1-1 0 0 0,1 0 0 0 0,2-1 0 0 0,5-3-8 0 0,0 0 1 0 0,-1-1-1 0 0,0 0 0 0 0,0 0 1 0 0,0-1-1 0 0,-1 0 0 0 0,0 0 1 0 0,0-1-1 0 0,-1 0 0 0 0,0-1 0 0 0,11-17 1 0 0,-10 13-1 0 0,0 0 0 0 0,-1-1 0 0 0,-1 1 0 0 0,0-1 0 0 0,-1 0 0 0 0,-1-1 1 0 0,0 1-1 0 0,2-19 0 0 0,-5 27-3 0 0,0 0 0 0 0,-1 1 0 0 0,0-1 1 0 0,0 0-1 0 0,0 0 0 0 0,-1 1 0 0 0,0-1 0 0 0,-3-10 0 0 0,3 14 8 0 0,0 0-1 0 0,1 1 0 0 0,-1-1 0 0 0,0 1 0 0 0,-1-1 0 0 0,1 1 0 0 0,0-1 1 0 0,0 1-1 0 0,-1 0 0 0 0,1-1 0 0 0,0 1 0 0 0,-1 0 0 0 0,1 0 1 0 0,-1 0-1 0 0,0 0 0 0 0,1 0 0 0 0,-1 1 0 0 0,0-1 0 0 0,0 0 0 0 0,1 1 1 0 0,-1 0-1 0 0,0-1 0 0 0,0 1 0 0 0,0 0 0 0 0,1 0 0 0 0,-1 0 1 0 0,0 0-1 0 0,0 0 0 0 0,0 0 0 0 0,-3 1 0 0 0,-14 2-64 0 0,1 2 1 0 0,0 0-1 0 0,0 1 0 0 0,0 0 0 0 0,1 2 1 0 0,-23 12-1 0 0,-12 6-1445 0 0,41-21 487 0 0,25-13-12695 0 0,-5 0 11506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7.9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28 1452 0 0,'-13'-15'5994'0'0,"0"2"2630"0"0,13 14-8503 0 0,-1 0-1 0 0,1 0 1 0 0,-1 0 0 0 0,1 0 0 0 0,0 0 0 0 0,0 0 0 0 0,-1 0-1 0 0,1 0 1 0 0,0 0 0 0 0,0 0 0 0 0,0 0 0 0 0,0 0-1 0 0,0 0 1 0 0,0-1 0 0 0,0 1 0 0 0,0 0 0 0 0,0 0-1 0 0,1 0 1 0 0,-1 0 0 0 0,0 0 0 0 0,1 0 0 0 0,0 1-1 0 0,12 85 1063 0 0,34 178 64 0 0,-42-240-1460 0 0,1-1 0 0 0,2 0 0 0 0,0 0 0 0 0,1-1 0 0 0,19 32 1 0 0,-27-53 48 0 0,0 0 1 0 0,0-1 0 0 0,1 1-1 0 0,-1 0 1 0 0,1-1 0 0 0,-1 1-1 0 0,1-1 1 0 0,0 1 0 0 0,-1-1-1 0 0,1 0 1 0 0,0 1 0 0 0,0-1 0 0 0,0 0-1 0 0,0-1 1 0 0,0 1 0 0 0,0 0-1 0 0,0 0 1 0 0,4 0 0 0 0,-4-1-134 0 0,-1 0 0 0 0,1 0 0 0 0,-1 0 0 0 0,1-1 1 0 0,-1 1-1 0 0,0 0 0 0 0,1-1 0 0 0,-1 1 0 0 0,0-1 1 0 0,1 1-1 0 0,-1-1 0 0 0,0 1 0 0 0,0-1 0 0 0,0 0 1 0 0,1 0-1 0 0,-1 0 0 0 0,0 1 0 0 0,0-1 0 0 0,0 0 0 0 0,0 0 1 0 0,0-1-1 0 0,-1 1 0 0 0,1 0 0 0 0,0 0 0 0 0,0 0 1 0 0,-1-1-1 0 0,1 1 0 0 0,-1 0 0 0 0,1-3 0 0 0,5-12-4060 0 0,-5 5 2145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8.3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1 311 1052 0 0,'0'5'7278'0'0,"1"1"-3499"0"0,10 30-1869 0 0,62 143 359 0 0,-68-169-2633 0 0,3-5-4600 0 0,-7-6 4583 0 0,-1 1 0 0 0,1-1-1 0 0,0 0 1 0 0,-1 0 0 0 0,1 1-1 0 0,0-1 1 0 0,-1 0-1 0 0,1 0 1 0 0,-1 0 0 0 0,1 0-1 0 0,-1 0 1 0 0,0 0 0 0 0,1 0-1 0 0,-1 0 1 0 0,0 0-1 0 0,0 0 1 0 0,1 0 0 0 0,-1 0-1 0 0,0 0 1 0 0,0-1 0 0 0,2-8-1847 0 0</inkml:trace>
  <inkml:trace contextRef="#ctx0" brushRef="#br0" timeOffset="1">86 98 1340 0 0,'-21'-48'7547'0'0,"2"4"-4380"0"0,19 44-3259 0 0,0-1 1 0 0,0 1 0 0 0,0 0-1 0 0,0 0 1 0 0,0 0-1 0 0,0 0 1 0 0,0-1 0 0 0,0 1-1 0 0,0 0 1 0 0,0 0 0 0 0,0 0-1 0 0,0-1 1 0 0,0 1-1 0 0,0 0 1 0 0,0 0 0 0 0,0 0-1 0 0,0 0 1 0 0,1 0 0 0 0,-1-1-1 0 0,0 1 1 0 0,0 0-1 0 0,0 0 1 0 0,0 0 0 0 0,0 0-1 0 0,0 0 1 0 0,1-1-1 0 0,-1 1 1 0 0,0 0 0 0 0,0 0-1 0 0,0 0 1 0 0,0 0 0 0 0,0 0-1 0 0,1 0 1 0 0,-1 0-1 0 0,0 0 1 0 0,0 0 0 0 0,0 0-1 0 0,0 0 1 0 0,1 0 0 0 0,-1 0-1 0 0,0 0 1 0 0,0 0-1 0 0,0 0 1 0 0,1 0 0 0 0,-1 0-1 0 0,0 0 1 0 0,0 0-1 0 0,0 0 1 0 0,0 0 0 0 0,1 0-1 0 0,-1 0 1 0 0,0 0 0 0 0,0 0-1 0 0,0 0 1 0 0,1 1-1 0 0,15 1-3115 0 0,-14-2 2318 0 0,7 1-1067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8.7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1 1696 0 0,'-1'0'381'0'0,"0"0"-1"0"0,1 0 1 0 0,-1 0-1 0 0,0 0 1 0 0,0 0-1 0 0,1 0 1 0 0,-1 1-1 0 0,0-1 1 0 0,0 0-1 0 0,1 0 1 0 0,-1 1-1 0 0,0-1 1 0 0,1 1-1 0 0,-1-1 1 0 0,0 0 0 0 0,1 1-1 0 0,-1-1 1 0 0,1 1-1 0 0,-1 0 1 0 0,1-1-1 0 0,-1 1 1 0 0,1-1-1 0 0,-1 2 1 0 0,-4 19 3063 0 0,10 28-2813 0 0,-4-41 160 0 0,24 72 890 0 0,-23-70-1588 0 0,0 1 0 0 0,-1 0-1 0 0,0 0 1 0 0,-1-1 0 0 0,0 1-1 0 0,-1 0 1 0 0,0 0 0 0 0,-1 0-1 0 0,0-1 1 0 0,0 1 0 0 0,-5 12-1 0 0,16-135-558 0 0,-7 91 419 0 0,1-1 0 0 0,1 1 0 0 0,11-31 0 0 0,-14 47 41 0 0,1 1 0 0 0,0 0 0 0 0,-1 0 0 0 0,2 1 0 0 0,-1-1 0 0 0,0 0 0 0 0,1 1 0 0 0,-1-1 0 0 0,1 1 0 0 0,0 0 0 0 0,0 0 1 0 0,1 0-1 0 0,-1 0 0 0 0,1 0 0 0 0,-1 1 0 0 0,1-1 0 0 0,0 1 0 0 0,0 0 0 0 0,0 1 0 0 0,0-1 0 0 0,0 1 0 0 0,0-1 0 0 0,0 1 0 0 0,1 0 0 0 0,-1 1 0 0 0,0-1 0 0 0,1 1 0 0 0,-1 0 0 0 0,0 0 0 0 0,1 0 0 0 0,-1 0 0 0 0,0 1 0 0 0,1 0 0 0 0,5 2 0 0 0,101 27-2242 0 0,-96-26 496 0 0,-13-3 1070 0 0,1 0 1 0 0,-1-1 0 0 0,1 1-1 0 0,-1 0 1 0 0,1-1-1 0 0,-1 0 1 0 0,1 0 0 0 0,-1 0-1 0 0,1 0 1 0 0,-1 0-1 0 0,1 0 1 0 0,-1 0-1 0 0,1-1 1 0 0,4-1 0 0 0,1-1-1579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9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52 1604 0 0,'-3'-6'1704'0'0,"-1"0"-1"0"0,0 0 1 0 0,0 0-1 0 0,0 0 1 0 0,0 1-1 0 0,-1 0 1 0 0,-7-7 2291 0 0,16 15-3730 0 0,0-1 1 0 0,0 1 0 0 0,-1 0 0 0 0,1 1-1 0 0,-1-1 1 0 0,5 6 0 0 0,-5-5-84 0 0,10 11 205 0 0,-2 0 0 0 0,0 0 0 0 0,0 1 0 0 0,-1 0 0 0 0,12 31 0 0 0,28 94 753 0 0,-38-102-981 0 0,1-1-1 0 0,2 0 1 0 0,24 45-1 0 0,40 46 110 0 0,-77-127-256 0 0,-1 1-1 0 0,0-1 1 0 0,1 0-1 0 0,-1 1 1 0 0,0-1-1 0 0,0 1 1 0 0,0-1-1 0 0,-1 1 0 0 0,1 0 1 0 0,0 2-1 0 0,-1-4-2 0 0,0 1-1 0 0,0-1 0 0 0,-1 0 1 0 0,1 0-1 0 0,0 0 0 0 0,0 0 0 0 0,0 0 1 0 0,-1 0-1 0 0,1 0 0 0 0,-1 0 1 0 0,1 0-1 0 0,0 0 0 0 0,-1 0 0 0 0,0-1 1 0 0,1 1-1 0 0,-1 0 0 0 0,0 0 1 0 0,-1 1-1 0 0,0 0-5 0 0,-1-1 0 0 0,0 1 0 0 0,0-1 0 0 0,0 0 0 0 0,0 0 0 0 0,0 0 0 0 0,0 0 0 0 0,0 0 0 0 0,-1-1 0 0 0,1 0 0 0 0,0 1 0 0 0,0-1 0 0 0,0 0 0 0 0,-1-1 0 0 0,-4 0 0 0 0,0 1-63 0 0,1-1 1 0 0,0 0 0 0 0,0-1-1 0 0,0 1 1 0 0,0-1 0 0 0,0-1-1 0 0,1 1 1 0 0,-1-1 0 0 0,0 0-1 0 0,1-1 1 0 0,0 1-1 0 0,0-1 1 0 0,0-1 0 0 0,1 1-1 0 0,-1-1 1 0 0,1 0 0 0 0,0 0-1 0 0,0 0 1 0 0,1-1 0 0 0,-1 0-1 0 0,1 0 1 0 0,1 0 0 0 0,-1 0-1 0 0,1-1 1 0 0,-3-8 0 0 0,0-3-43 0 0,2 0 0 0 0,0 0 0 0 0,1-1 0 0 0,1 0 0 0 0,0-26 0 0 0,2 34 56 0 0,1 1 0 0 0,0 0 1 0 0,0-1-1 0 0,1 1 1 0 0,1 0-1 0 0,0-1 0 0 0,0 2 1 0 0,1-1-1 0 0,0 0 1 0 0,0 1-1 0 0,8-12 0 0 0,-10 18-64 0 0,0 0-1 0 0,0 0 0 0 0,1 0 0 0 0,-1 1 1 0 0,1-1-1 0 0,-1 1 0 0 0,1 0 0 0 0,0-1 1 0 0,0 1-1 0 0,0 1 0 0 0,0-1 0 0 0,0 0 1 0 0,0 1-1 0 0,0-1 0 0 0,1 1 1 0 0,-1 0-1 0 0,0 0 0 0 0,1 1 0 0 0,-1-1 1 0 0,1 1-1 0 0,-1-1 0 0 0,1 1 0 0 0,5 1 1 0 0,4 1-1475 0 0,-1 0 1 0 0,0 1-1 0 0,0 1 0 0 0,0 0 1 0 0,14 8-1 0 0,8 1-4959 0 0,-18-7 4046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9.6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29 158 800 0 0,'-27'-3'8411'0'0,"25"-4"-4829"0"0,13-6-3214 0 0,7 0 21 0 0,0 1 0 0 0,0 1 0 0 0,1 0 0 0 0,33-13 0 0 0,-12 6 283 0 0,-35 15-558 0 0,14-6 371 0 0,-1 0-1 0 0,34-9 1 0 0,-48 16-434 0 0,0 1-1 0 0,0 0 0 0 0,0 0 1 0 0,0 1-1 0 0,0-1 0 0 0,0 1 1 0 0,0 0-1 0 0,0 0 0 0 0,0 0 0 0 0,0 0 1 0 0,0 1-1 0 0,0 0 0 0 0,0 0 1 0 0,0 0-1 0 0,0 0 0 0 0,-1 0 1 0 0,1 1-1 0 0,0 0 0 0 0,-1 0 1 0 0,6 3-1 0 0,-7-2-38 0 0,0-1-1 0 0,0 1 1 0 0,-1 0 0 0 0,0 0 0 0 0,1 0-1 0 0,-1 0 1 0 0,0 0 0 0 0,0 0 0 0 0,0 0-1 0 0,-1 0 1 0 0,1 0 0 0 0,-1 0 0 0 0,0 1-1 0 0,0-1 1 0 0,0 0 0 0 0,0 0 0 0 0,0 0-1 0 0,-1 0 1 0 0,0 1 0 0 0,0 2-1 0 0,-3 9 32 0 0,0 0 0 0 0,-10 25 0 0 0,-43 82 140 0 0,31-70-85 0 0,-33 96-1 0 0,58-145-99 0 0,0 0-1 0 0,0 0 0 0 0,0 0 0 0 0,0 1 0 0 0,1-1 0 0 0,-1 0 1 0 0,1 0-1 0 0,0 0 0 0 0,0 1 0 0 0,0-1 0 0 0,1 0 1 0 0,-1 0-1 0 0,1 0 0 0 0,-1 1 0 0 0,1-1 0 0 0,0 0 0 0 0,0 0 1 0 0,2 3-1 0 0,-1-4-2 0 0,0 0 0 0 0,0 0 0 0 0,0-1 0 0 0,0 1 0 0 0,0-1 1 0 0,0 1-1 0 0,0-1 0 0 0,1 0 0 0 0,-1 1 0 0 0,0-1 0 0 0,1-1 0 0 0,-1 1 0 0 0,1 0 0 0 0,-1 0 1 0 0,1-1-1 0 0,0 0 0 0 0,-1 1 0 0 0,1-1 0 0 0,-1 0 0 0 0,1 0 0 0 0,0-1 0 0 0,4 0 0 0 0,20-3-540 0 0,-1-2 0 0 0,1-1 0 0 0,-1-1-1 0 0,29-13 1 0 0,12-12-8019 0 0,-49 23 3950 0 0,-12 7 2300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29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9 268 1048 0 0,'0'1'160'0'0,"0"-1"0"0"0,-1 0 1 0 0,1 0-1 0 0,0 0 0 0 0,0 0 0 0 0,-1 0 0 0 0,1 0 0 0 0,0 0 0 0 0,-1 0 1 0 0,1 0-1 0 0,0 0 0 0 0,0 0 0 0 0,-1 0 0 0 0,1-1 0 0 0,0 1 0 0 0,-1 0 1 0 0,1 0-1 0 0,0 0 0 0 0,0 0 0 0 0,-1 0 0 0 0,1 0 0 0 0,0-1 0 0 0,0 1 1 0 0,0 0-1 0 0,-1 0 0 0 0,1 0 0 0 0,0-1 0 0 0,0 1 0 0 0,0 0 0 0 0,-1 0 1 0 0,1-1-1 0 0,0 1 0 0 0,0 0 0 0 0,0 0 0 0 0,0-1 0 0 0,0 1 0 0 0,5-12 3039 0 0,14-7-1441 0 0,11 0-1503 0 0,1 2-1 0 0,49-21 0 0 0,-54 27-383 0 0,199-80-3005 0 0,-72 40-4032 0 0,-137 46 5850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30.3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312 90 132 0 0,'0'0'402'0'0,"-1"-1"0"0"0,0 1 0 0 0,0-1-1 0 0,1 1 1 0 0,-1-1 0 0 0,0 0 0 0 0,0 0 0 0 0,1 1 0 0 0,-1-1 0 0 0,1 0-1 0 0,-1 0 1 0 0,1 0 0 0 0,-1 1 0 0 0,1-1 0 0 0,0 0 0 0 0,-1 0 0 0 0,1 0-1 0 0,0 0 1 0 0,0 0 0 0 0,-1 0 0 0 0,1 0 0 0 0,0 0 0 0 0,0-1 0 0 0,3-6 4448 0 0,8 17-3958 0 0,-8-5-825 0 0,-1-1 0 0 0,0 1-1 0 0,0 0 1 0 0,-1 0 0 0 0,0 1 0 0 0,1-1 0 0 0,-1 0 0 0 0,0 0 0 0 0,-1 1 0 0 0,1-1 0 0 0,-1 0 0 0 0,0 1-1 0 0,0-1 1 0 0,0 1 0 0 0,-1-1 0 0 0,1 0 0 0 0,-1 1 0 0 0,0-1 0 0 0,-1 0 0 0 0,1 0 0 0 0,-3 6 0 0 0,-2 2-2 0 0,0 1 0 0 0,0-1 0 0 0,-1-1 1 0 0,-1 1-1 0 0,-14 16 0 0 0,14-19-26 0 0,-2 0-1 0 0,1 0 1 0 0,-1-1-1 0 0,-1 0 1 0 0,1 0-1 0 0,-1-1 1 0 0,0-1-1 0 0,-14 6 1 0 0,19-9-22 0 0,-1 0 0 0 0,0-1 0 0 0,0 0 0 0 0,0 0 1 0 0,0 0-1 0 0,0-1 0 0 0,0 0 0 0 0,-1-1 1 0 0,1 1-1 0 0,0-1 0 0 0,-1-1 0 0 0,1 1 1 0 0,0-1-1 0 0,0-1 0 0 0,-12-2 0 0 0,17 2-18 0 0,0 1 0 0 0,-1-1-1 0 0,1 1 1 0 0,0-1-1 0 0,0 0 1 0 0,0 0 0 0 0,0 1-1 0 0,0-2 1 0 0,0 1-1 0 0,0 0 1 0 0,1 0 0 0 0,-1 0-1 0 0,1-1 1 0 0,0 1 0 0 0,-1-1-1 0 0,1 1 1 0 0,0-1-1 0 0,0 0 1 0 0,1 1 0 0 0,-1-1-1 0 0,1 0 1 0 0,-1 0-1 0 0,1 1 1 0 0,0-1 0 0 0,0 0-1 0 0,0 0 1 0 0,0 1 0 0 0,1-1-1 0 0,-1 0 1 0 0,1-2-1 0 0,1-5-28 0 0,0 0-1 0 0,0 1 0 0 0,1-1 1 0 0,1 1-1 0 0,-1-1 0 0 0,1 1 0 0 0,7-10 1 0 0,0 2-295 0 0,1 0 0 0 0,1 1 0 0 0,0 1 0 0 0,1 0 0 0 0,30-24 1 0 0,-33 30-686 0 0,1 1 0 0 0,0 1 0 0 0,22-11 0 0 0,-24 14-514 0 0,0 1 1 0 0,1 0-1 0 0,-1 0 1 0 0,0 0-1 0 0,17 0 1 0 0,-12 2-795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30.6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47 2024 0 0,'0'0'9765'0'0,"19"22"-7107"0"0,-15-17-2495 0 0,0-1 0 0 0,0 1-1 0 0,0 0 1 0 0,0 1 0 0 0,-1-1-1 0 0,1 0 1 0 0,-2 1-1 0 0,1 0 1 0 0,0 0 0 0 0,1 6-1 0 0,-2-4-83 0 0,0 0-1 0 0,0 0 0 0 0,-1 0 1 0 0,0 0-1 0 0,0 0 0 0 0,-1 0 1 0 0,0 0-1 0 0,-1 0 1 0 0,1 1-1 0 0,-1-1 0 0 0,-1 0 1 0 0,-3 11-1 0 0,1-2-69 0 0,4-15-31 0 0,0 0 1 0 0,-1 0-1 0 0,1 1 0 0 0,-1-1 1 0 0,1 0-1 0 0,-1 0 0 0 0,0 0 0 0 0,0 1 1 0 0,0-1-1 0 0,0 0 0 0 0,-3 3 1 0 0,4-5-41 0 0,-12-25-391 0 0,11 13 422 0 0,0 0 1 0 0,1-1-1 0 0,0 1 1 0 0,1-1-1 0 0,0 1 1 0 0,1 0-1 0 0,0 0 1 0 0,5-13-1 0 0,-2 7 56 0 0,2-1 0 0 0,0 1 0 0 0,1 0-1 0 0,14-23 1 0 0,-20 39-24 0 0,-1-1 0 0 0,1 1-1 0 0,-1 0 1 0 0,1 0 0 0 0,0-1 0 0 0,0 1-1 0 0,0 1 1 0 0,0-1 0 0 0,0 0-1 0 0,0 0 1 0 0,1 1 0 0 0,-1-1 0 0 0,1 1-1 0 0,-1 0 1 0 0,1 0 0 0 0,-1 0 0 0 0,1 0-1 0 0,-1 0 1 0 0,1 0 0 0 0,0 1-1 0 0,0 0 1 0 0,-1-1 0 0 0,4 1 0 0 0,2 1-202 0 0,0 0 0 0 0,-1 1 0 0 0,1-1 0 0 0,-1 2 0 0 0,1-1 0 0 0,-1 1 0 0 0,8 4 0 0 0,-3-2-1247 0 0,0 0 0 0 0,25 5 1 0 0,5-5-5508 0 0,-33-5 4821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19:31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1 307 664 0 0,'5'-6'7292'0'0,"8"-8"-5116"0"0,126-91 2457 0 0,-122 94-4375 0 0,0-1 0 0 0,17-16 1 0 0,-30 25-236 0 0,-1 0 1 0 0,1 0 0 0 0,-1 0-1 0 0,0-1 1 0 0,-1 1 0 0 0,1-1-1 0 0,-1 0 1 0 0,1 0 0 0 0,-1 0-1 0 0,0 0 1 0 0,-1 0 0 0 0,1 0-1 0 0,-1-1 1 0 0,1 1 0 0 0,-1 0-1 0 0,0-7 1 0 0,-1 9-9 0 0,0 0 0 0 0,0-1 0 0 0,0 1 0 0 0,0 0 0 0 0,-1-1 0 0 0,1 1 0 0 0,-1 0 0 0 0,1-1 0 0 0,-1 1 0 0 0,0 0 0 0 0,0 0-1 0 0,0-1 1 0 0,0 1 0 0 0,0 0 0 0 0,-1 0 0 0 0,1 0 0 0 0,-1 1 0 0 0,1-1 0 0 0,-1 0 0 0 0,0 0 0 0 0,1 1 0 0 0,-1-1 0 0 0,0 1 0 0 0,0 0 0 0 0,0-1 0 0 0,0 1 0 0 0,-1 0 0 0 0,1 0-1 0 0,-3-1 1 0 0,1 1-7 0 0,0 1 0 0 0,0-1 0 0 0,-1 1 0 0 0,1 0 0 0 0,0-1 0 0 0,0 2 0 0 0,0-1 0 0 0,0 0 0 0 0,0 1 0 0 0,0 0-1 0 0,0 0 1 0 0,0 0 0 0 0,0 0 0 0 0,0 1 0 0 0,1 0 0 0 0,-6 2 0 0 0,0 2 13 0 0,0 1-1 0 0,0 0 1 0 0,1 0 0 0 0,0 0 0 0 0,0 1 0 0 0,1 0 0 0 0,0 1-1 0 0,0 0 1 0 0,1 0 0 0 0,0 0 0 0 0,1 1 0 0 0,0-1 0 0 0,0 1-1 0 0,-3 13 1 0 0,5-16 0 0 0,1 0 0 0 0,1 0-1 0 0,-1 1 1 0 0,1-1 0 0 0,0 0-1 0 0,1 1 1 0 0,0-1 0 0 0,0 1-1 0 0,0-1 1 0 0,1 1 0 0 0,0-1-1 0 0,1 1 1 0 0,0-1 0 0 0,0 0-1 0 0,0 0 1 0 0,1 0 0 0 0,0 0 0 0 0,0 0-1 0 0,1-1 1 0 0,0 1 0 0 0,7 8-1 0 0,-7-10-25 0 0,1-1-1 0 0,0 0 1 0 0,0 0-1 0 0,1 0 0 0 0,-1 0 1 0 0,1-1-1 0 0,0 0 1 0 0,0 0-1 0 0,0 0 0 0 0,0-1 1 0 0,0 0-1 0 0,0 0 1 0 0,1-1-1 0 0,-1 1 0 0 0,1-2 1 0 0,11 2-1 0 0,12-2-213 0 0,-1-1 0 0 0,45-7 0 0 0,-23 2-604 0 0,-1 0-622 0 0,-24 3-2397 0 0,1 1 1 0 0,47 1-1 0 0,-59 2 1363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17.5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2055 2385 96 0 0,'0'0'5513'0'0,"-6"1"-1795"0"0,-18 5-2340 0 0,-55 15 1504 0 0,63-16-2520 0 0,1 0 1 0 0,-1-1 0 0 0,-1-1-1 0 0,1 0 1 0 0,0-1 0 0 0,-31-1-1 0 0,-18-9 236 0 0,-114-32-1 0 0,46 9-323 0 0,-308-56 375 0 0,276 60-153 0 0,-70-17 106 0 0,212 38-496 0 0,1-1 0 0 0,0-1-1 0 0,-34-18 1 0 0,47 20-44 0 0,-1 0-1 0 0,1 0 0 0 0,1-1 0 0 0,-1 0 1 0 0,1-1-1 0 0,0 0 0 0 0,1 0 1 0 0,0 0-1 0 0,-11-18 0 0 0,8 10 27 0 0,0-1 0 0 0,0 0 0 0 0,2 0 0 0 0,-12-36 0 0 0,-3-30 8 0 0,-12-91 1 0 0,23 107-11 0 0,-38-123-1 0 0,-45-70-133 0 0,65 171-40 0 0,5 11 0 0 0,15 50 74 0 0,2 0 1 0 0,1 0-1 0 0,1 0 1 0 0,2-1 0 0 0,0 0-1 0 0,2 0 1 0 0,4-53-1 0 0,0 61 34 0 0,1 0 0 0 0,0 0 0 0 0,2 1 0 0 0,1 0 0 0 0,15-37 0 0 0,-15 45-23 0 0,0 1-1 0 0,1-1 1 0 0,0 1 0 0 0,0 1 0 0 0,2-1 0 0 0,-1 1 0 0 0,1 1-1 0 0,1-1 1 0 0,-1 2 0 0 0,18-13 0 0 0,39-19-4 0 0,1 3 0 0 0,2 2 0 0 0,1 4 0 0 0,119-36 0 0 0,-124 46 162 0 0,306-87 884 0 0,-225 76-689 0 0,2 7-1 0 0,0 6 0 0 0,198 0 0 0 0,-134 25-3 0 0,-1 10-1 0 0,306 63 1 0 0,-216-6 306 0 0,-141-31-204 0 0,345 75 983 0 0,-193-76-980 0 0,-41-8-230 0 0,60 13-23 0 0,-120-36-143 0 0,-88-6-111 0 0,-90-3 24 0 0,712 23 516 0 0,-167-38-109 0 0,-379 3-353 0 0,364-11-196 0 0,-461 22 79 0 0,266 5-74 0 0,-106 18 437 0 0,-14 4-52 0 0,-247-27-216 0 0,119 20 141 0 0,-68-10 63 0 0,-9 9-32 0 0,-27-12-112 0 0,5 1 31 0 0,11 3 56 0 0,-18 1 178 0 0,-12-9-296 0 0,1 0 0 0 0,0 0 0 0 0,-1-1 0 0 0,1 1 0 0 0,0-1 0 0 0,0 0 0 0 0,0 0 0 0 0,1 0-1 0 0,-1 0 1 0 0,0-1 0 0 0,1 1 0 0 0,4 1 0 0 0,-3-2-24 0 0,0 2 0 0 0,1-1-1 0 0,-2 0 1 0 0,1 1-1 0 0,0 0 1 0 0,0 0 0 0 0,-1 1-1 0 0,7 6 1 0 0,1 8 29 0 0,0 0-1 0 0,-2 1 1 0 0,0 1-1 0 0,-1 0 1 0 0,8 28-1 0 0,-2-7 19 0 0,56 160 318 0 0,-59-159-259 0 0,-3 0 1 0 0,9 85 0 0 0,5 63 1 0 0,1 2-8 0 0,-22-167-81 0 0,4 203 117 0 0,-8-201-101 0 0,-1-1-1 0 0,0 1 1 0 0,-3 0-1 0 0,0-1 1 0 0,-1 0 0 0 0,-16 35-1 0 0,4-21 8 0 0,-3-2-1 0 0,0 0 0 0 0,-3-2 1 0 0,-45 53-1 0 0,-66 64-212 0 0,96-111 111 0 0,19-18 40 0 0,-1-1 0 0 0,-1-1 0 0 0,0-1 0 0 0,-2-1 0 0 0,-37 23 0 0 0,41-32 0 0 0,-3 3-58 0 0,-53 21-1 0 0,67-32 65 0 0,1-1-1 0 0,-1 1 1 0 0,1-1-1 0 0,-1-1 1 0 0,0 0 0 0 0,0 0-1 0 0,0-1 1 0 0,0 0-1 0 0,-15-3 1 0 0,-44-10-46 0 0,1-4-1 0 0,-99-38 1 0 0,-127-69 147 0 0,290 122-89 0 0,-155-74 97 0 0,-120-50 56 0 0,10 28-257 0 0,-450-101 0 0 0,613 180-131 0 0,0 5-1 0 0,0 5 0 0 0,-160 6 0 0 0,172 12 197 0 0,1 4 0 0 0,-166 46-1 0 0,197-43 80 0 0,-209 72 55 0 0,188-59-115 0 0,79-28 16 0 0,-226 88-177 0 0,168-66 136 0 0,-1-2 0 0 0,-66 13 0 0 0,100-27 39 0 0,-184 36-88 0 0,-60 15-149 0 0,229-47 176 0 0,-68 8-1 0 0,-1 0-51 0 0,-214 36-291 0 0,266-50 482 0 0,-95-3 0 0 0,-19 1 42 0 0,125-1-81 0 0,-1-3 0 0 0,-64-9 0 0 0,80 7-18 0 0,-55-1 44 0 0,57 4-46 0 0,-42-6 1 0 0,-71-18 26 0 0,127 21-47 0 0,12 3-5 0 0,1 0 0 0 0,-1-1 0 0 0,1 0-1 0 0,0 0 1 0 0,0-1 0 0 0,-1 1 0 0 0,1-1 0 0 0,0-1-1 0 0,0 1 1 0 0,1-1 0 0 0,-1 0 0 0 0,1 0-1 0 0,-1-1 1 0 0,1 1 0 0 0,0-1 0 0 0,-6-6-1 0 0,3 1-38 0 0,-1 0 0 0 0,0 0 0 0 0,-1 1 0 0 0,1 0 0 0 0,-2 1-1 0 0,1 0 1 0 0,-1 1 0 0 0,-17-8 0 0 0,26 13-145 0 0,1-1 0 0 0,0 1-1 0 0,0 0 1 0 0,0-1 0 0 0,0 1 0 0 0,1-1 0 0 0,-1 1-1 0 0,0-1 1 0 0,1 1 0 0 0,-1-1 0 0 0,1 0 0 0 0,-1 1-1 0 0,1-1 1 0 0,0 0 0 0 0,-1 1 0 0 0,1-1 0 0 0,0 0-1 0 0,1-2 1 0 0,0-45-3672 0 0,-1 32 2290 0 0,0-93-13737 0 0,0 94 12667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29.5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0 928 0 0,'-16'7'14889'0'0,"28"-5"-13954"0"0,15-1-194 0 0,35 6 0 0 0,7 1-389 0 0,368 20-1960 0 0,-412-25 549 0 0,22 2-1471 0 0,-45-5 1906 0 0,1 0 0 0 0,-1 0 0 0 0,0-1 0 0 0,1 1 0 0 0,-1 0 0 0 0,0-1 0 0 0,0 0 0 0 0,0 0 0 0 0,4-1 0 0 0,1-6-3691 0 0,-2 2 2129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29.8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6 1216 0 0,'-9'-5'10313'0'0,"18"20"-8103"0"0,19 24-2277 0 0,-9-18 394 0 0,0-1 0 0 0,34 27 0 0 0,-28-26-60 0 0,29 31-1 0 0,-51-49-230 0 0,-1 0 1 0 0,0 1-1 0 0,0-1 0 0 0,0 1 0 0 0,0-1 0 0 0,0 1 1 0 0,-1 0-1 0 0,0 0 0 0 0,1 0 0 0 0,-1 0 1 0 0,-1 0-1 0 0,1 0 0 0 0,-1 0 0 0 0,1 0 1 0 0,-1 0-1 0 0,0 0 0 0 0,-1 0 0 0 0,1 0 1 0 0,-1 0-1 0 0,0 0 0 0 0,0 0 0 0 0,0 0 0 0 0,0 0 1 0 0,-1 0-1 0 0,1 0 0 0 0,-4 5 0 0 0,-1 1-18 0 0,0 1-1 0 0,-1-1 1 0 0,0 0-1 0 0,-1-1 1 0 0,1 0-1 0 0,-2 0 1 0 0,-16 13-1 0 0,-10 3-633 0 0,-11 10-4626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0.3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26 186 1920 0 0,'0'0'4095'0'0,"0"8"1324"0"0,3 9-4239 0 0,10 13-678 0 0,-1 0 0 0 0,-2 1 0 0 0,-1 0 1 0 0,7 46-1 0 0,-15-70-456 0 0,-1-1 0 0 0,1 1 0 0 0,-1-1 1 0 0,-1 1-1 0 0,1-1 0 0 0,-1 1 0 0 0,0-1 0 0 0,-1 1 1 0 0,0-1-1 0 0,0 1 0 0 0,0-1 0 0 0,-1 0 0 0 0,1 0 1 0 0,-1 0-1 0 0,-1-1 0 0 0,-5 9 0 0 0,8-13-52 0 0,1-1-1 0 0,-1 1 1 0 0,0 0 0 0 0,1-1-1 0 0,-1 1 1 0 0,0-1-1 0 0,0 1 1 0 0,1 0 0 0 0,-1-1-1 0 0,0 0 1 0 0,0 1 0 0 0,0-1-1 0 0,0 1 1 0 0,1-1-1 0 0,-1 0 1 0 0,0 0 0 0 0,0 0-1 0 0,0 1 1 0 0,0-1 0 0 0,0 0-1 0 0,0 0 1 0 0,0 0-1 0 0,0 0 1 0 0,0-1 0 0 0,0 1-1 0 0,0 0 1 0 0,0 0-1 0 0,1 0 1 0 0,-1-1 0 0 0,0 1-1 0 0,-1-1 1 0 0,0-1-12 0 0,0 1 0 0 0,1-1 0 0 0,-1 0 0 0 0,1 0 0 0 0,-1 0 1 0 0,1 0-1 0 0,0 0 0 0 0,0 0 0 0 0,0 0 0 0 0,0-1 0 0 0,0 1 0 0 0,0-3 0 0 0,-3-10-86 0 0,1 0 0 0 0,-2-28 0 0 0,3 11 41 0 0,2 0-1 0 0,1 0 1 0 0,2 0-1 0 0,1 0 1 0 0,1 0-1 0 0,2 1 1 0 0,1 0-1 0 0,1 0 1 0 0,16-33-1 0 0,-22 57 45 0 0,1 1 0 0 0,0 0-1 0 0,0 0 1 0 0,1 1 0 0 0,-1-1 0 0 0,1 1-1 0 0,1 0 1 0 0,-1 0 0 0 0,1 1 0 0 0,-1 0 0 0 0,13-7-1 0 0,-16 10 21 0 0,0-1 0 0 0,0 1 0 0 0,0 0 0 0 0,0 0 0 0 0,0 1-1 0 0,1-1 1 0 0,-1 0 0 0 0,0 1 0 0 0,0-1 0 0 0,1 1 0 0 0,-1 0-1 0 0,0 0 1 0 0,1 0 0 0 0,-1 0 0 0 0,0 0 0 0 0,1 0 0 0 0,-1 1 0 0 0,0-1-1 0 0,1 1 1 0 0,-1-1 0 0 0,0 1 0 0 0,0 0 0 0 0,0 0 0 0 0,1 0 0 0 0,-1 0-1 0 0,0 0 1 0 0,-1 1 0 0 0,1-1 0 0 0,0 1 0 0 0,0-1 0 0 0,0 1-1 0 0,-1 0 1 0 0,1-1 0 0 0,-1 1 0 0 0,0 0 0 0 0,1 0 0 0 0,-1 0 0 0 0,0 0-1 0 0,2 4 1 0 0,-2-1 14 0 0,0-1 0 0 0,0 0 0 0 0,0 1-1 0 0,0-1 1 0 0,0 1 0 0 0,-1-1 0 0 0,0 0-1 0 0,0 1 1 0 0,0-1 0 0 0,-1 1 0 0 0,1-1-1 0 0,-1 1 1 0 0,0-1 0 0 0,-1 0 0 0 0,1 1-1 0 0,-1-1 1 0 0,1 0 0 0 0,-1 0 0 0 0,0 0-1 0 0,-1 0 1 0 0,1 0 0 0 0,-4 3 0 0 0,-5 9 82 0 0,-2-1 0 0 0,0-1 0 0 0,-24 22 0 0 0,35-34-98 0 0,-6 5 68 0 0,-1 1 1 0 0,0-1-1 0 0,-11 6 1 0 0,18-12-65 0 0,0 0 1 0 0,0 0 0 0 0,-1 0 0 0 0,1 0-1 0 0,-1 0 1 0 0,1-1 0 0 0,0 1-1 0 0,-1-1 1 0 0,-2 1 0 0 0,4-1-16 0 0,0 0 1 0 0,0 0 0 0 0,0 0-1 0 0,0 0 1 0 0,0-1 0 0 0,0 1-1 0 0,0 0 1 0 0,1 0 0 0 0,-1-1-1 0 0,0 1 1 0 0,0-1 0 0 0,0 1-1 0 0,0-1 1 0 0,1 1 0 0 0,-1-1-1 0 0,0 1 1 0 0,0-1 0 0 0,1 0-1 0 0,-1 1 1 0 0,0-1 0 0 0,1 0-1 0 0,-1 0 1 0 0,1 1 0 0 0,-1-2-1 0 0,-1-1-200 0 0,1 0 1 0 0,0-1-1 0 0,0 1 0 0 0,0 0 0 0 0,0 0 0 0 0,1-1 0 0 0,-1 1 0 0 0,1 0 0 0 0,0-1 1 0 0,0 1-1 0 0,0 0 0 0 0,1-1 0 0 0,-1 1 0 0 0,1-1 0 0 0,-1 1 0 0 0,1 0 0 0 0,0 0 1 0 0,2-5-1 0 0,-1 5-400 0 0,-1 0 0 0 0,1 0 0 0 0,-1 0 1 0 0,1 0-1 0 0,0 1 0 0 0,0-1 0 0 0,1 1 0 0 0,-1-1 1 0 0,0 1-1 0 0,1-1 0 0 0,4-2 0 0 0,4-2-1504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0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210 1 908 0 0,'-5'9'8110'0'0,"-15"8"-5113"0"0,2-2-1937 0 0,-24 27 344 0 0,30-32-1226 0 0,1 1 1 0 0,1 0-1 0 0,-1 1 0 0 0,-12 19 1 0 0,20-27-150 0 0,-7 13 46 0 0,0 1 0 0 0,1-1-1 0 0,-8 23 1 0 0,15-36-79 0 0,1 0 1 0 0,0 1-1 0 0,-1-1 0 0 0,2 1 0 0 0,-1 0 1 0 0,0-1-1 0 0,1 1 0 0 0,0-1 1 0 0,0 1-1 0 0,0 0 0 0 0,1-1 0 0 0,0 1 1 0 0,-1 0-1 0 0,2-1 0 0 0,-1 1 1 0 0,0-1-1 0 0,1 0 0 0 0,0 1 0 0 0,3 4 1 0 0,-4-8-11 0 0,-1 1 0 0 0,1-1 0 0 0,0 0 0 0 0,0 0 0 0 0,0 0 0 0 0,0 0 0 0 0,0 0 0 0 0,0-1 1 0 0,0 1-1 0 0,0 0 0 0 0,0 0 0 0 0,0 0 0 0 0,0-1 0 0 0,0 1 0 0 0,1-1 0 0 0,-1 1 0 0 0,0-1 0 0 0,1 0 0 0 0,-1 1 0 0 0,0-1 0 0 0,0 0 1 0 0,1 0-1 0 0,-1 0 0 0 0,1 0 0 0 0,1 0 0 0 0,0-1-37 0 0,0 1 1 0 0,0-1-1 0 0,0-1 1 0 0,0 1-1 0 0,0 0 1 0 0,0-1 0 0 0,-1 1-1 0 0,1-1 1 0 0,0 0-1 0 0,3-4 1 0 0,2-1-133 0 0,0-1 0 0 0,-1-1 0 0 0,0 1 0 0 0,-1-1 0 0 0,10-17 1 0 0,-9 12 71 0 0,0-1 1 0 0,0 1 0 0 0,-2-1 0 0 0,0 0 0 0 0,-1-1-1 0 0,3-15 1 0 0,3-38-61 0 0,5 88 290 0 0,-8-7-16 0 0,0 0 0 0 0,-1 1 0 0 0,-1 0 0 0 0,4 13 0 0 0,-5-13-41 0 0,0-1 0 0 0,1 0 0 0 0,0 0 0 0 0,1-1 0 0 0,9 14 0 0 0,-15-24-63 0 0,1-1 0 0 0,-1 1 0 0 0,1 0 0 0 0,-1-1 1 0 0,1 1-1 0 0,-1 0 0 0 0,1-1 0 0 0,0 1 0 0 0,-1-1 0 0 0,1 1 0 0 0,0-1 0 0 0,-1 1 0 0 0,1-1 1 0 0,0 0-1 0 0,0 1 0 0 0,0-1 0 0 0,-1 0 0 0 0,1 0 0 0 0,0 1 0 0 0,0-1 0 0 0,0 0 0 0 0,-1 0 1 0 0,1 0-1 0 0,0 0 0 0 0,0 0 0 0 0,0 0 0 0 0,0 0 0 0 0,0-1 0 0 0,0 1 0 0 0,1-1-2 0 0,0 0-1 0 0,1 0 0 0 0,-1 0 0 0 0,-1-1 0 0 0,1 1 0 0 0,0-1 1 0 0,0 1-1 0 0,0-1 0 0 0,-1 1 0 0 0,3-4 0 0 0,2-3-11 0 0,0 0 0 0 0,-1-1 0 0 0,8-17 0 0 0,12-47-52 0 0,-24 73 68 0 0,-1-1 1 0 0,0 1-1 0 0,0 0 1 0 0,0-1 0 0 0,0 1-1 0 0,0 0 1 0 0,0-1-1 0 0,1 1 1 0 0,-1 0-1 0 0,0-1 1 0 0,0 1-1 0 0,1 0 1 0 0,-1 0-1 0 0,0 0 1 0 0,0-1-1 0 0,1 1 1 0 0,-1 0-1 0 0,0 0 1 0 0,1 0 0 0 0,-1-1-1 0 0,0 1 1 0 0,0 0-1 0 0,1 0 1 0 0,-1 0-1 0 0,0 0 1 0 0,1 0-1 0 0,-1 0 1 0 0,1 0-1 0 0,-1 0 1 0 0,0 0-1 0 0,1 0 1 0 0,-1 0-1 0 0,0 0 1 0 0,1 0-1 0 0,-1 0 1 0 0,15 9 67 0 0,16 22-5 0 0,-26-25-93 0 0,-4-4 28 0 0,14 14-1311 0 0,0-1 1 0 0,26 21 0 0 0,-33-30 315 0 0,-8-5 643 0 0,1 0 1 0 0,0 0 0 0 0,0 0-1 0 0,0-1 1 0 0,0 1-1 0 0,1 0 1 0 0,-1 0-1 0 0,0-1 1 0 0,0 1 0 0 0,0-1-1 0 0,0 1 1 0 0,1-1-1 0 0,-1 0 1 0 0,0 1-1 0 0,2-1 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1.3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4 123 1044 0 0,'-2'-36'3780'0'0,"1"25"-2687"0"0,0-1 0 0 0,1 1 0 0 0,0 0 0 0 0,1-1 0 0 0,3-12 0 0 0,-4 24-1051 0 0,0-1-1 0 0,0 1 0 0 0,0 0 1 0 0,0 0-1 0 0,0 0 1 0 0,0-1-1 0 0,0 1 0 0 0,0 0 1 0 0,0 0-1 0 0,0 0 0 0 0,0-1 1 0 0,0 1-1 0 0,0 0 1 0 0,0 0-1 0 0,0 0 0 0 0,0-1 1 0 0,1 1-1 0 0,-1 0 0 0 0,0 0 1 0 0,0 0-1 0 0,0 0 0 0 0,0 0 1 0 0,0-1-1 0 0,1 1 1 0 0,-1 0-1 0 0,0 0 0 0 0,0 0 1 0 0,0 0-1 0 0,1 0 0 0 0,-1 0 1 0 0,0 0-1 0 0,0 0 1 0 0,0 0-1 0 0,0 0 0 0 0,1 0 1 0 0,-1 0-1 0 0,0 0 0 0 0,0 0 1 0 0,1 0-1 0 0,-1 0 0 0 0,0 0 1 0 0,0 0-1 0 0,0 0 1 0 0,1 0-1 0 0,-1 0 0 0 0,0 0 1 0 0,0 0-1 0 0,0 0 0 0 0,0 0 1 0 0,1 0-1 0 0,-1 0 1 0 0,0 0-1 0 0,0 1 0 0 0,0-1 1 0 0,0 0-1 0 0,1 0 0 0 0,-1 0 1 0 0,0 0-1 0 0,0 0 1 0 0,0 1-1 0 0,0-1 0 0 0,13 19 953 0 0,8 28-203 0 0,-13-22-440 0 0,-1 0 0 0 0,-1 0 0 0 0,-1 1-1 0 0,1 33 1 0 0,-2 107-180 0 0,-4-124-701 0 0,0-41 301 0 0,18-27-1316 0 0,9-65 447 0 0,-22 69 1030 0 0,1 0 1 0 0,0 0-1 0 0,2 1 1 0 0,0 0-1 0 0,2 0 0 0 0,18-29 1 0 0,-26 47 54 0 0,1-1 0 0 0,-1 1 1 0 0,1 0-1 0 0,0 0 0 0 0,0 0 1 0 0,1 0-1 0 0,-1 0 0 0 0,1 0 0 0 0,-1 1 1 0 0,1 0-1 0 0,0 0 0 0 0,0 0 1 0 0,7-3-1 0 0,-10 5 144 0 0,-28 20 548 0 0,-12 8-172 0 0,31-23-423 0 0,0 0 0 0 0,0 1 0 0 0,0 1-1 0 0,-12 13 1 0 0,6-5 18 0 0,6-6-47 0 0,0 0 0 0 0,0 0 0 0 0,-12 21 0 0 0,19-28-54 0 0,0-1 1 0 0,0 1-1 0 0,0 0 0 0 0,0 0 0 0 0,0-1 0 0 0,1 1 1 0 0,-1 0-1 0 0,1 0 0 0 0,-1 0 0 0 0,1 0 1 0 0,0 0-1 0 0,0 0 0 0 0,0 0 0 0 0,0 0 1 0 0,0 0-1 0 0,0 0 0 0 0,0-1 0 0 0,1 1 0 0 0,-1 0 1 0 0,1 0-1 0 0,-1 0 0 0 0,1 0 0 0 0,0 0 1 0 0,0-1-1 0 0,-1 1 0 0 0,1 0 0 0 0,1-1 1 0 0,-1 1-1 0 0,0 0 0 0 0,0-1 0 0 0,2 2 0 0 0,4 1-12 0 0,0 0 0 0 0,0 0 1 0 0,0-1-1 0 0,0 0 0 0 0,1 0 0 0 0,-1-1 0 0 0,1 0 0 0 0,0 0 0 0 0,11 1 0 0 0,21 5-188 0 0,64 29-1925 0 0,-52-18-1401 0 0,1-1-4071 0 0,-44-15 5540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1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7 381 772 0 0,'-6'-38'12587'0'0,"6"56"-12191"0"0,0 1-619 0 0,1 0 1 0 0,0 0 0 0 0,2-1 0 0 0,4 20 0 0 0,1-25-1427 0 0,0-7-6158 0 0,-3-6 5763 0 0</inkml:trace>
  <inkml:trace contextRef="#ctx0" brushRef="#br0" timeOffset="1">59 63 1352 0 0,'-10'-31'5018'0'0,"2"0"-1457"0"0,7 31-2846 0 0,14 25-2654 0 0,-1-11 218 0 0,6 10-2915 0 0,-12-14 2830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2.0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57 1944 0 0,'-5'20'3004'0'0,"1"0"0"0"0,-1 25-1 0 0,1 86-693 0 0,4-129-2241 0 0,-1 16 67 0 0,2-5 146 0 0,8-33-221 0 0,5-20-110 0 0,-3 7 114 0 0,2 0 0 0 0,0 1 0 0 0,3 0 0 0 0,29-46 0 0 0,-43 75-69 0 0,0 0 1 0 0,1 0 0 0 0,-1 1 0 0 0,1-1 0 0 0,-1 1-1 0 0,1-1 1 0 0,0 1 0 0 0,0 0 0 0 0,0 0 0 0 0,0 0-1 0 0,0 0 1 0 0,1 1 0 0 0,-1-1 0 0 0,0 1 0 0 0,1 0-1 0 0,-1 0 1 0 0,1 0 0 0 0,0 1 0 0 0,6-1-1 0 0,-5 1-135 0 0,0 0-1 0 0,0 1 0 0 0,-1 0 1 0 0,1 0-1 0 0,0 1 0 0 0,-1-1 0 0 0,1 1 1 0 0,-1 0-1 0 0,0 0 0 0 0,1 0 0 0 0,-1 1 1 0 0,0-1-1 0 0,0 1 0 0 0,6 6 0 0 0,60 46-8349 0 0,-58-47 6438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2.5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419 28 352 0 0,'-1'-1'368'0'0,"1"-1"1"0"0,-1 0-1 0 0,1 1 0 0 0,-1-1 1 0 0,0 1-1 0 0,0 0 0 0 0,0-1 1 0 0,1 1-1 0 0,-1 0 0 0 0,0-1 0 0 0,-1 1 1 0 0,1 0-1 0 0,0 0 0 0 0,0 0 1 0 0,0 0-1 0 0,-1 0 0 0 0,1 0 1 0 0,-1 0-1 0 0,1 0 0 0 0,0 1 1 0 0,-1-1-1 0 0,1 1 0 0 0,-1-1 1 0 0,0 1-1 0 0,-1-1 0 0 0,0 1-145 0 0,0 0-1 0 0,0 0 1 0 0,0 1-1 0 0,0-1 1 0 0,0 1-1 0 0,0 0 1 0 0,0 0 0 0 0,0 0-1 0 0,0 0 1 0 0,0 0-1 0 0,0 1 1 0 0,-3 1-1 0 0,-5 5-3 0 0,0 0 0 0 0,1 1 0 0 0,-1 0-1 0 0,-16 20 1 0 0,16-17-11 0 0,-23 31 361 0 0,32-41-552 0 0,1-1 1 0 0,0 1 0 0 0,0 0-1 0 0,0-1 1 0 0,1 1-1 0 0,-1 0 1 0 0,0 0 0 0 0,1 0-1 0 0,-1 0 1 0 0,1 0-1 0 0,-1 0 1 0 0,1 0 0 0 0,0 0-1 0 0,0 0 1 0 0,0 0-1 0 0,0 0 1 0 0,0 0 0 0 0,1 0-1 0 0,-1 0 1 0 0,1 0 0 0 0,-1 0-1 0 0,2 2 1 0 0,-1-3-17 0 0,0 0 0 0 0,1 0-1 0 0,-1 0 1 0 0,1 0 0 0 0,-1 0 0 0 0,1 0 0 0 0,-1 0 0 0 0,1-1 0 0 0,0 1 0 0 0,-1-1 0 0 0,1 1 0 0 0,0-1 0 0 0,0 0 0 0 0,-1 1 0 0 0,1-1-1 0 0,0 0 1 0 0,0 0 0 0 0,-1 0 0 0 0,1 0 0 0 0,0-1 0 0 0,2 1 0 0 0,38-7-20 0 0,-41 6 17 0 0,7 0-46 0 0,-1-1-1 0 0,1-1 1 0 0,-1 1 0 0 0,0-1-1 0 0,0 0 1 0 0,0-1 0 0 0,-1 0-1 0 0,1 0 1 0 0,11-10 0 0 0,-16 12 5 0 0,0 0 0 0 0,0 0 0 0 0,0 0 1 0 0,0-1-1 0 0,-1 1 0 0 0,1 0 1 0 0,0-1-1 0 0,-1 0 0 0 0,0 1 1 0 0,0-1-1 0 0,0 0 0 0 0,0 0 1 0 0,0 0-1 0 0,0 0 0 0 0,-1 1 1 0 0,1-1-1 0 0,-1 0 0 0 0,0 0 0 0 0,0 0 1 0 0,0 0-1 0 0,0 0 0 0 0,-1 0 1 0 0,1 0-1 0 0,-1 0 0 0 0,0 0 1 0 0,0 0-1 0 0,0 1 0 0 0,-2-5 1 0 0,0-3-79 0 0,-8-14-52 0 0,11 23 171 0 0,-1 0 1 0 0,1 0 0 0 0,-1 0-1 0 0,0 1 1 0 0,1-1 0 0 0,-1 0-1 0 0,0 0 1 0 0,1 1-1 0 0,-1-1 1 0 0,0 0 0 0 0,0 1-1 0 0,1-1 1 0 0,-1 1 0 0 0,0-1-1 0 0,0 1 1 0 0,0 0-1 0 0,0-1 1 0 0,0 1 0 0 0,0 0-1 0 0,0-1 1 0 0,-2 1 0 0 0,2 0 7 0 0,0 1 0 0 0,-1 0 0 0 0,1-1 0 0 0,0 1 0 0 0,-1 0 1 0 0,1 0-1 0 0,0 0 0 0 0,0 0 0 0 0,-1 0 0 0 0,1 0 0 0 0,0 0 1 0 0,0 0-1 0 0,0 0 0 0 0,1 1 0 0 0,-1-1 0 0 0,0 0 1 0 0,0 0-1 0 0,1 1 0 0 0,-1-1 0 0 0,0 1 0 0 0,0 1 0 0 0,-9 33 88 0 0,2 177 867 0 0,2-25-18 0 0,4-156-773 0 0,-3 0 0 0 0,-1 0 1 0 0,-17 54-1 0 0,18-71-124 0 0,-2-1 0 0 0,0 0 1 0 0,-1-1-1 0 0,0 0 0 0 0,-1 0 1 0 0,0 0-1 0 0,-1-1 0 0 0,-17 16 0 0 0,23-25-28 0 0,1 0-1 0 0,-1 0 0 0 0,0 0 0 0 0,0-1 0 0 0,0 0 0 0 0,-1 1 0 0 0,1-1 0 0 0,0-1 0 0 0,-1 1 0 0 0,0-1 0 0 0,1 1 0 0 0,-1-1 0 0 0,0-1 0 0 0,1 1 0 0 0,-1-1 0 0 0,0 1 0 0 0,0-1 0 0 0,1-1 0 0 0,-1 1 0 0 0,0-1 1 0 0,0 0-1 0 0,1 0 0 0 0,-1 0 0 0 0,1 0 0 0 0,-1-1 0 0 0,1 0 0 0 0,-1 0 0 0 0,1 0 0 0 0,0-1 0 0 0,0 1 0 0 0,0-1 0 0 0,0 0 0 0 0,1 0 0 0 0,-7-7 0 0 0,5 5 12 0 0,1-1 1 0 0,0 1-1 0 0,1-1 0 0 0,-1 0 0 0 0,1 0 1 0 0,0-1-1 0 0,1 1 0 0 0,-1-1 0 0 0,1 1 0 0 0,0-1 1 0 0,1 1-1 0 0,-1-11 0 0 0,2 13-37 0 0,0 0 0 0 0,0 0 0 0 0,0 0 0 0 0,1 0 0 0 0,-1 0 0 0 0,1 0 0 0 0,0 0-1 0 0,0 0 1 0 0,1 1 0 0 0,-1-1 0 0 0,1 0 0 0 0,0 1 0 0 0,0-1 0 0 0,0 1 0 0 0,0 0 0 0 0,1 0 0 0 0,-1 0 0 0 0,1 0 0 0 0,0 0 0 0 0,0 0-1 0 0,0 1 1 0 0,0-1 0 0 0,4-2 0 0 0,-2 3-168 0 0,0-1 1 0 0,0 1-1 0 0,0-1 0 0 0,0 1 0 0 0,1 1 0 0 0,-1-1 1 0 0,0 1-1 0 0,1 0 0 0 0,-1 0 0 0 0,1 1 1 0 0,-1-1-1 0 0,1 1 0 0 0,-1 0 0 0 0,1 1 0 0 0,-1 0 1 0 0,6 1-1 0 0,-7-2-238 0 0,-1 1-1 0 0,0 0 1 0 0,0 1 0 0 0,0-1 0 0 0,0 0 0 0 0,0 1 0 0 0,0 0-1 0 0,0-1 1 0 0,0 1 0 0 0,-1 0 0 0 0,1 1 0 0 0,-1-1 0 0 0,1 0-1 0 0,-1 1 1 0 0,0-1 0 0 0,0 1 0 0 0,0 0 0 0 0,0 0-1 0 0,-1-1 1 0 0,1 1 0 0 0,-1 0 0 0 0,1 1 0 0 0,-1-1 0 0 0,0 0-1 0 0,0 0 1 0 0,-1 0 0 0 0,1 6 0 0 0,0 5-1801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2.9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1 2044 0 0,'-2'-1'12896'0'0,"-3"22"-9949"0"0,-4 32-2703 0 0,4-11 370 0 0,1-14-184 0 0,-1 33 0 0 0,5-53-580 0 0,1-1 1 0 0,-1 0-1 0 0,1 1 0 0 0,0-1 0 0 0,0 0 1 0 0,1 0-1 0 0,0 0 0 0 0,1 0 0 0 0,4 11 1 0 0,-6-17-98 0 0,0 1 0 0 0,0-1 0 0 0,-1 1 0 0 0,1-1 1 0 0,0 0-1 0 0,0 1 0 0 0,1-1 0 0 0,-1 0 0 0 0,0 0 1 0 0,0 0-1 0 0,0 1 0 0 0,1-2 0 0 0,-1 1 1 0 0,1 0-1 0 0,-1 0 0 0 0,1 0 0 0 0,-1-1 0 0 0,1 1 1 0 0,2 0-1 0 0,-3-1 46 0 0,0 0 1 0 0,-1 0-1 0 0,1-1 0 0 0,0 1 1 0 0,0 0-1 0 0,0-1 0 0 0,0 1 1 0 0,0-1-1 0 0,0 1 1 0 0,0-1-1 0 0,-1 1 0 0 0,1-1 1 0 0,0 1-1 0 0,0-1 0 0 0,-1 0 1 0 0,1 0-1 0 0,-1 1 1 0 0,1-1-1 0 0,0 0 0 0 0,-1 0 1 0 0,1 0-1 0 0,-1 1 0 0 0,0-1 1 0 0,1 0-1 0 0,-1 0 1 0 0,0 0-1 0 0,1 0 0 0 0,-1 0 1 0 0,0 0-1 0 0,0 0 0 0 0,0 0 1 0 0,0 0-1 0 0,0-1 1 0 0,2-15-985 0 0,-1 1 0 0 0,-1-1 1 0 0,0 0-1 0 0,-3-16 0 0 0,3 31 1130 0 0,-1-17-313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3.2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9 260 264 0 0,'-5'-55'2241'0'0,"2"-65"1"0"0,2 36-235 0 0,23 100-6316 0 0,-14-10 2756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3.6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61 640 0 0,'16'54'7916'0'0,"1"-1"-5368"0"0,3 15-1043 0 0,-16-45-907 0 0,-1-1 0 0 0,1 40 0 0 0,-6-51-376 0 0,-2-15-122 0 0,-2-20-188 0 0,6 8 17 0 0,1 0 1 0 0,0 0 0 0 0,2 0 0 0 0,8-30-1 0 0,-10 41 62 0 0,0 0-1 0 0,1 0 0 0 0,0 1 0 0 0,0-1 1 0 0,0 1-1 0 0,0-1 0 0 0,1 1 0 0 0,0 0 1 0 0,0 0-1 0 0,0 0 0 0 0,0 0 0 0 0,1 1 1 0 0,-1-1-1 0 0,1 1 0 0 0,0 0 0 0 0,0 0 1 0 0,0 0-1 0 0,0 1 0 0 0,1 0 0 0 0,5-3 1 0 0,-7 4-4 0 0,0 1-1 0 0,-1-1 1 0 0,1 1 0 0 0,0 0 0 0 0,0 0 0 0 0,0 0 0 0 0,0 0 0 0 0,0 1 0 0 0,0-1 0 0 0,0 1 0 0 0,0 0 0 0 0,-1-1-1 0 0,1 1 1 0 0,0 0 0 0 0,0 1 0 0 0,-1-1 0 0 0,1 0 0 0 0,3 4 0 0 0,5 3-425 0 0,0 1 1 0 0,17 18 0 0 0,2 2-1759 0 0,24 9-4884 0 0,-42-30 4960 0 0</inkml:trace>
  <inkml:trace contextRef="#ctx0" brushRef="#br0" timeOffset="1">574 1 2076 0 0,'0'4'6692'0'0,"0"15"-3925"0"0,0 23-929 0 0,1 134 2022 0 0,13 88-3277 0 0,-13-257-729 0 0,3 28-365 0 0,9 38 1 0 0,5-20-1957 0 0,-16-48 1604 0 0,1 0 0 0 0,0-1-1 0 0,0 1 1 0 0,0 0-1 0 0,1-1 1 0 0,7 8-1 0 0,-11-11 614 0 0,1-1 0 0 0,0 1 0 0 0,-1-1 0 0 0,1 1-1 0 0,0-1 1 0 0,0 1 0 0 0,-1-1 0 0 0,1 0 0 0 0,0 1 0 0 0,0-1 0 0 0,0 0-1 0 0,0 1 1 0 0,-1-1 0 0 0,1 0 0 0 0,0 0 0 0 0,0 0 0 0 0,1 0 0 0 0,6 0-2046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4.1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0 156 692 0 0,'37'-5'9864'0'0,"38"-15"-10012"0"0,-28 7 573 0 0,87-29-1094 0 0,-38 10-1044 0 0,-88 30 1436 0 0,-7 2 265 0 0,1 0-1 0 0,0-1 1 0 0,-1 1-1 0 0,1-1 1 0 0,0 1-1 0 0,-1-1 1 0 0,1 1-1 0 0,-1-1 1 0 0,1 0-1 0 0,-1 0 1 0 0,1 0-1 0 0,-1 0 1 0 0,1 0-1 0 0,-1 0 1 0 0,0 0-1 0 0,0 0 1 0 0,2-2-1 0 0,0-24 2349 0 0,2 84 4002 0 0,13 71-5807 0 0,-10-72 41 0 0,-6-40-562 0 0,2 0 1 0 0,0-1 0 0 0,0 1-1 0 0,1-1 1 0 0,1 0 0 0 0,11 20-1 0 0,-16-33-29 0 0,1 0-1 0 0,-1 0 0 0 0,0 0 1 0 0,1-1-1 0 0,-1 1 1 0 0,1 0-1 0 0,-1-1 0 0 0,1 0 1 0 0,0 1-1 0 0,0-1 0 0 0,-1 0 1 0 0,1 0-1 0 0,0 0 1 0 0,0 0-1 0 0,0 0 0 0 0,0 0 1 0 0,0 0-1 0 0,1-1 0 0 0,-1 1 1 0 0,0-1-1 0 0,0 1 1 0 0,0-1-1 0 0,0 0 0 0 0,1 0 1 0 0,-1 0-1 0 0,0 0 0 0 0,0-1 1 0 0,0 1-1 0 0,1 0 1 0 0,-1-1-1 0 0,0 0 0 0 0,0 1 1 0 0,0-1-1 0 0,0 0 0 0 0,2-1 1 0 0,8-5-161 0 0,0 0 1 0 0,-1-1-1 0 0,0 0 0 0 0,17-16 1 0 0,-8 7 6 0 0,11-8 33 0 0,0 2 1 0 0,2 1-1 0 0,1 1 1 0 0,0 2 0 0 0,64-24-1 0 0,-26 15 94 0 0,-49 19 69 0 0,0-2 1 0 0,35-21-1 0 0,-57 31-14 0 0,1 0 0 0 0,-1 1 0 0 0,0-1 0 0 0,0 0-1 0 0,0 0 1 0 0,0 0 0 0 0,0 0 0 0 0,0 0 0 0 0,0-1 0 0 0,0 1 0 0 0,0 0 0 0 0,0 0-1 0 0,0-1 1 0 0,-1 1 0 0 0,1 0 0 0 0,0-1 0 0 0,0-2 0 0 0,-1 3-1 0 0,0 1 0 0 0,0-1 0 0 0,0 0 0 0 0,-1 0 0 0 0,1 0-1 0 0,0 0 1 0 0,0 0 0 0 0,-1 0 0 0 0,1 0 0 0 0,0 1 0 0 0,-1-1 0 0 0,1 0 0 0 0,-1 0 0 0 0,1 0 0 0 0,-1 1 0 0 0,1-1 0 0 0,-1 0 0 0 0,0 1 0 0 0,1-1 0 0 0,-1 1 0 0 0,-1-2 0 0 0,-1 0 8 0 0,0 0 0 0 0,-1 0 0 0 0,0 0 0 0 0,1 1 0 0 0,-1-1 0 0 0,0 1 1 0 0,1 0-1 0 0,-1 0 0 0 0,0 0 0 0 0,0 1 0 0 0,-6-1 0 0 0,2 1 25 0 0,0 1-1 0 0,0 0 1 0 0,1 0-1 0 0,-1 1 1 0 0,0 0-1 0 0,1 0 1 0 0,-1 1 0 0 0,1 0-1 0 0,0 1 1 0 0,0-1-1 0 0,0 1 1 0 0,-11 9-1 0 0,8-5 54 0 0,1 0 0 0 0,0 0 0 0 0,1 1 0 0 0,0 0 0 0 0,0 1 0 0 0,1 0-1 0 0,-9 15 1 0 0,15-23-81 0 0,-1 0-1 0 0,1 1 1 0 0,0-1-1 0 0,0 1 0 0 0,0 0 1 0 0,1-1-1 0 0,-1 1 1 0 0,1-1-1 0 0,-1 1 1 0 0,1 0-1 0 0,0 0 1 0 0,0-1-1 0 0,0 1 0 0 0,0 0 1 0 0,1-1-1 0 0,-1 1 1 0 0,1 0-1 0 0,1 4 1 0 0,0-3-6 0 0,0 0 1 0 0,0 1 0 0 0,1-1-1 0 0,-1-1 1 0 0,1 1 0 0 0,0 0 0 0 0,1-1-1 0 0,-1 1 1 0 0,0-1 0 0 0,5 3-1 0 0,4 3-30 0 0,1-1-1 0 0,0 0 0 0 0,1-1 0 0 0,0-1 1 0 0,24 9-1 0 0,9-3-638 0 0,59 9 0 0 0,-22-5-2280 0 0,-3 6-3964 0 0,-63-15 4587 0 0,-2 2-29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5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99 1712 0 0,'0'0'181'0'0,"-1"0"0"0"0,1 0-1 0 0,0 0 1 0 0,0 0 0 0 0,0-1 0 0 0,0 1 0 0 0,0 0-1 0 0,0 0 1 0 0,-1-1 0 0 0,1 1 0 0 0,0 0-1 0 0,0 0 1 0 0,0-1 0 0 0,0 1 0 0 0,0 0 0 0 0,0 0-1 0 0,0 0 1 0 0,0-1 0 0 0,0 1 0 0 0,0 0-1 0 0,0 0 1 0 0,0-1 0 0 0,0 1 0 0 0,0 0-1 0 0,0 0 1 0 0,0-1 0 0 0,0 1 0 0 0,1 0 0 0 0,-1 0-1 0 0,0-1 1 0 0,0 1 0 0 0,0 0 0 0 0,0 0-1 0 0,0 0 1 0 0,1-1 0 0 0,-1 1 0 0 0,0 0 0 0 0,0 0-1 0 0,0 0 1 0 0,1 0 0 0 0,-1-1 0 0 0,0 1-1 0 0,0 0 1 0 0,0 0 0 0 0,1 0 0 0 0,-1 0-1 0 0,0 0 1 0 0,21-9 2297 0 0,26 0-1071 0 0,-39 10-1196 0 0,-1 0-1 0 0,0 0 1 0 0,1 1-1 0 0,-1 0 1 0 0,0 0 0 0 0,0 1-1 0 0,0 0 1 0 0,0 0-1 0 0,-1 1 1 0 0,1-1 0 0 0,-1 1-1 0 0,0 1 1 0 0,0-1-1 0 0,0 1 1 0 0,-1 0 0 0 0,1 1-1 0 0,-1-1 1 0 0,8 12-1 0 0,-1 1-51 0 0,0 0 1 0 0,-1 1-1 0 0,0 0 0 0 0,-2 1 0 0 0,10 28 0 0 0,-15-35-129 0 0,0 0 0 0 0,-1 0 0 0 0,0 0 0 0 0,-1 0 0 0 0,-1 0 0 0 0,0 0 0 0 0,-1 15 0 0 0,-1-24-29 0 0,1 0 1 0 0,0 1 0 0 0,-1-1-1 0 0,0 0 1 0 0,0 0 0 0 0,0 0-1 0 0,0 0 1 0 0,-1 0 0 0 0,1 0-1 0 0,-1 0 1 0 0,0 0 0 0 0,0-1-1 0 0,-1 1 1 0 0,1-1 0 0 0,-1 1-1 0 0,0-1 1 0 0,0 0 0 0 0,0 0-1 0 0,0 0 1 0 0,0 0 0 0 0,-1-1-1 0 0,1 1 1 0 0,-1-1 0 0 0,0 0-1 0 0,-6 2 1 0 0,9-3-8 0 0,0 0 1 0 0,-1-1-1 0 0,1 1 1 0 0,0-1-1 0 0,0 0 0 0 0,-1 1 1 0 0,1-1-1 0 0,-1 0 0 0 0,1 0 1 0 0,0 0-1 0 0,-1 0 0 0 0,1 0 1 0 0,0 0-1 0 0,-1 0 0 0 0,1 0 1 0 0,-1-1-1 0 0,1 1 0 0 0,0 0 1 0 0,0-1-1 0 0,-1 1 0 0 0,1-1 1 0 0,0 0-1 0 0,0 1 0 0 0,-2-2 1 0 0,1 0-11 0 0,1 0 0 0 0,0 1 0 0 0,0-1 0 0 0,0 0 0 0 0,0 0 1 0 0,0 0-1 0 0,1 1 0 0 0,-1-1 0 0 0,0 0 0 0 0,1 0 0 0 0,-1 0 0 0 0,1 0 1 0 0,0 0-1 0 0,0-4 0 0 0,0-4-37 0 0,0 0 1 0 0,1 1-1 0 0,1-1 1 0 0,0 1-1 0 0,0-1 0 0 0,4-9 1 0 0,16-33-88 0 0,3 2-1 0 0,62-94 1 0 0,-61 103 125 0 0,-18 29 26 0 0,0-1 1 0 0,0 1 0 0 0,1 1-1 0 0,0-1 1 0 0,1 2 0 0 0,0-1-1 0 0,14-9 1 0 0,-23 20-4 0 0,-1 0-1 0 0,1 0 1 0 0,-1 0-1 0 0,1 0 1 0 0,0 0-1 0 0,-1 0 1 0 0,1 0-1 0 0,0 0 1 0 0,-1 1-1 0 0,1-1 1 0 0,0 0-1 0 0,-1 0 1 0 0,1 1-1 0 0,-1-1 1 0 0,1 0-1 0 0,-1 1 1 0 0,1-1-1 0 0,-1 0 1 0 0,1 1-1 0 0,-1-1 1 0 0,1 1-1 0 0,-1-1 1 0 0,1 1-1 0 0,-1-1 1 0 0,0 1-1 0 0,1-1 1 0 0,-1 1-1 0 0,0-1 1 0 0,1 1-1 0 0,-1 0 1 0 0,0-1-1 0 0,0 1 1 0 0,0 0-1 0 0,0-1 1 0 0,1 1-1 0 0,-1-1 1 0 0,0 2-1 0 0,10 36 169 0 0,-7-28-107 0 0,4 17 8 0 0,-4-14-191 0 0,0 1 0 0 0,1-1 0 0 0,12 24 0 0 0,-16-37-11 0 0,1 1 0 0 0,-1-1 0 0 0,1 1 1 0 0,-1-1-1 0 0,1 1 0 0 0,0-1 0 0 0,-1 1 0 0 0,1-1 0 0 0,0 0 1 0 0,-1 1-1 0 0,1-1 0 0 0,0 0 0 0 0,-1 0 0 0 0,1 0 1 0 0,0 1-1 0 0,0-1 0 0 0,-1 0 0 0 0,1 0 0 0 0,0 0 1 0 0,-1 0-1 0 0,1 0 0 0 0,0 0 0 0 0,0-1 0 0 0,-1 1 1 0 0,1 0-1 0 0,0 0 0 0 0,0 0 0 0 0,-1-1 0 0 0,1 1 1 0 0,0 0-1 0 0,-1-1 0 0 0,2 0 0 0 0,26-14-6470 0 0,-18 9 1734 0 0,-4 3 2638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5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153 3 1744 0 0,'6'2'6108'0'0,"6"4"-4138"0"0,-7 0-1547 0 0,-1 0-1 0 0,0 1 1 0 0,0-1-1 0 0,0 1 0 0 0,-1 0 1 0 0,0 0-1 0 0,0 0 1 0 0,-1 0-1 0 0,0 1 1 0 0,2 13-1 0 0,-4-15-261 0 0,0-1 0 0 0,0 1 1 0 0,0-1-1 0 0,-1 1 0 0 0,0-1 0 0 0,0 0 1 0 0,0 1-1 0 0,-3 5 0 0 0,-16 26 691 0 0,15-29-775 0 0,-1-1 0 0 0,1 0 0 0 0,-1 0-1 0 0,-1-1 1 0 0,1 1 0 0 0,-1-1 0 0 0,0-1 0 0 0,-1 1-1 0 0,1-1 1 0 0,-1-1 0 0 0,0 1 0 0 0,0-1 0 0 0,-1-1-1 0 0,1 1 1 0 0,-12 2 0 0 0,18-6-74 0 0,0 1-1 0 0,0-1 1 0 0,1 0 0 0 0,-1 0-1 0 0,0 0 1 0 0,0 0 0 0 0,0 0 0 0 0,0 0-1 0 0,1-1 1 0 0,-1 1 0 0 0,0 0-1 0 0,0-1 1 0 0,0 0 0 0 0,1 1-1 0 0,-1-1 1 0 0,0 0 0 0 0,1 0-1 0 0,-1 0 1 0 0,1 0 0 0 0,-1 0 0 0 0,1 0-1 0 0,-1 0 1 0 0,-1-3 0 0 0,1 2-18 0 0,1-1 0 0 0,-1 0 0 0 0,1 0 0 0 0,0 1 0 0 0,0-1 0 0 0,0 0 0 0 0,0 0 1 0 0,0-1-1 0 0,1 1 0 0 0,-1 0 0 0 0,1 0 0 0 0,0-6 0 0 0,0 1-88 0 0,1 0 0 0 0,0 1 0 0 0,0-1 1 0 0,0 1-1 0 0,1-1 0 0 0,1 1 0 0 0,-1-1 0 0 0,1 1 0 0 0,0 0 0 0 0,8-13 0 0 0,-1 8-440 0 0,0-1-1 0 0,1 2 0 0 0,0-1 1 0 0,1 2-1 0 0,1 0 1 0 0,-1 0-1 0 0,17-9 0 0 0,-20 14-697 0 0,0 1 0 0 0,0 0 1 0 0,1 0-1 0 0,0 1 0 0 0,-1 0 0 0 0,1 1 0 0 0,16-2 0 0 0,-14 2-815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5.8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187 0 920 0 0,'-8'6'8147'0'0,"-8"7"-4853"0"0,-3 9-1053 0 0,-37 36-1 0 0,35-38-1350 0 0,-33 42 0 0 0,52-61-869 0 0,1 1-1 0 0,0-1 0 0 0,0 1 1 0 0,0-1-1 0 0,0 1 0 0 0,0 0 0 0 0,0 0 1 0 0,1-1-1 0 0,-1 1 0 0 0,0 0 1 0 0,1 0-1 0 0,-1 0 0 0 0,1 0 0 0 0,0 0 1 0 0,0 0-1 0 0,0-1 0 0 0,0 1 1 0 0,0 4-1 0 0,0-5-22 0 0,1-1 1 0 0,-1 1-1 0 0,0-1 1 0 0,1 1-1 0 0,-1-1 1 0 0,0 1-1 0 0,1-1 1 0 0,-1 1-1 0 0,1-1 1 0 0,-1 1-1 0 0,1-1 1 0 0,-1 0 0 0 0,1 1-1 0 0,-1-1 1 0 0,1 0-1 0 0,-1 1 1 0 0,1-1-1 0 0,0 0 1 0 0,-1 0-1 0 0,1 1 1 0 0,-1-1-1 0 0,2 0 1 0 0,23-3-157 0 0,-9-1-28 0 0,-1-2 0 0 0,0 0 0 0 0,0 0 0 0 0,21-14 0 0 0,-31 17 110 0 0,-1 0 0 0 0,1 0 1 0 0,0-1-1 0 0,-1 0 0 0 0,0 0 1 0 0,0 0-1 0 0,0-1 0 0 0,0 1 1 0 0,-1-1-1 0 0,0 0 0 0 0,0 0 0 0 0,0 0 1 0 0,0 0-1 0 0,-1 0 0 0 0,0-1 1 0 0,1-5-1 0 0,3-33-91 0 0,-6 44 272 0 0,0 28 251 0 0,0-20-398 0 0,1 0 1 0 0,-1 0 0 0 0,1 0-1 0 0,1-1 1 0 0,0 1-1 0 0,0-1 1 0 0,0 1 0 0 0,1-1-1 0 0,0 0 1 0 0,1 0-1 0 0,5 10 1 0 0,-7-14-214 0 0,0-1 0 0 0,0 1 0 0 0,0-1-1 0 0,1 1 1 0 0,-1-1 0 0 0,1 0 0 0 0,-1 0 0 0 0,1 0-1 0 0,0-1 1 0 0,-1 1 0 0 0,1-1 0 0 0,6 3 0 0 0,-6-3-270 0 0,1-1 1 0 0,-1 1 0 0 0,0-1 0 0 0,1 0-1 0 0,-1 0 1 0 0,0 0 0 0 0,1 0-1 0 0,-1 0 1 0 0,0-1 0 0 0,0 1 0 0 0,1-1-1 0 0,-1 0 1 0 0,0 0 0 0 0,6-3-1 0 0,3-1-1627 0 0,0-1-22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36.2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33 1392 0 0,'-7'-12'3134'0'0,"7"10"-2857"0"0,0 1 0 0 0,-1 0-1 0 0,1 0 1 0 0,-1 0 0 0 0,1 0 0 0 0,-1 0 0 0 0,1 0-1 0 0,-1 0 1 0 0,1 1 0 0 0,-1-1 0 0 0,0 0-1 0 0,0 0 1 0 0,1 0 0 0 0,-1 1 0 0 0,0-1-1 0 0,0 0 1 0 0,0 1 0 0 0,0-1 0 0 0,0 0 0 0 0,0 1-1 0 0,0 0 1 0 0,0-1 0 0 0,0 1 0 0 0,0-1-1 0 0,0 1 1 0 0,0 0 0 0 0,-1 0 0 0 0,1 0-178 0 0,0 1-1 0 0,1-1 1 0 0,-1 1 0 0 0,0-1 0 0 0,1 1-1 0 0,-1-1 1 0 0,1 1 0 0 0,-1 0 0 0 0,1-1-1 0 0,-1 1 1 0 0,1 0 0 0 0,0-1 0 0 0,-1 1-1 0 0,1 0 1 0 0,0 0 0 0 0,0-1 0 0 0,-1 1-1 0 0,1 0 1 0 0,0 0 0 0 0,0-1 0 0 0,0 1-1 0 0,0 0 1 0 0,0 0 0 0 0,0 1 0 0 0,-1 21 891 0 0,1-23-940 0 0,2 17 312 0 0,1 0-1 0 0,0 0 1 0 0,1 0 0 0 0,1-1-1 0 0,1 1 1 0 0,0-1 0 0 0,1-1 0 0 0,14 24-1 0 0,-8-14-28 0 0,-1 1-1 0 0,9 28 0 0 0,-16-36-139 0 0,-1 0 0 0 0,-1 0 1 0 0,0 1-1 0 0,-1-1 0 0 0,-2 37 0 0 0,-1-46-171 0 0,0 1-1 0 0,0 0 1 0 0,-1 0-1 0 0,0-1 1 0 0,0 1 0 0 0,-1-1-1 0 0,-1 0 1 0 0,0 0-1 0 0,0 0 1 0 0,0 0-1 0 0,-1-1 1 0 0,-12 16 0 0 0,16-23-44 0 0,0 0 1 0 0,0 1-1 0 0,-1-1 0 0 0,1 0 1 0 0,0 0-1 0 0,0 0 1 0 0,-1 0-1 0 0,1 0 1 0 0,-1-1-1 0 0,1 1 1 0 0,-1 0-1 0 0,1-1 1 0 0,-1 1-1 0 0,1-1 0 0 0,-1 1 1 0 0,1-1-1 0 0,-1 0 1 0 0,0 0-1 0 0,1 1 1 0 0,-1-1-1 0 0,1 0 1 0 0,-1-1-1 0 0,0 1 1 0 0,1 0-1 0 0,-1 0 0 0 0,1-1 1 0 0,-1 1-1 0 0,0-1 1 0 0,1 1-1 0 0,-1-1 1 0 0,1 0-1 0 0,-1 1 1 0 0,1-1-1 0 0,0 0 1 0 0,-1 0-1 0 0,1 0 0 0 0,0 0 1 0 0,0 0-1 0 0,0-1 1 0 0,-2-1-1 0 0,-3-4-24 0 0,0 1 0 0 0,1-1-1 0 0,0 0 1 0 0,1 0 0 0 0,-1-1 0 0 0,-4-12-1 0 0,6 14 31 0 0,1-1-1 0 0,-1 0 0 0 0,1 1 1 0 0,1-1-1 0 0,-1-1 0 0 0,1 1 1 0 0,0-9-1 0 0,1 13 5 0 0,0 1 0 0 0,1-1 0 0 0,-1 0 0 0 0,0 1 0 0 0,1-1 0 0 0,0 0-1 0 0,-1 1 1 0 0,1-1 0 0 0,0 1 0 0 0,1-1 0 0 0,-1 1 0 0 0,0 0 0 0 0,1-1 0 0 0,-1 1 0 0 0,1 0-1 0 0,0 0 1 0 0,-1 0 0 0 0,1 0 0 0 0,0 0 0 0 0,0 1 0 0 0,4-4 0 0 0,4-1-168 0 0,1 0 0 0 0,0 0 0 0 0,-1 1 0 0 0,2 0 0 0 0,17-4 0 0 0,-22 7-166 0 0,0 1 0 0 0,-1 0-1 0 0,1 0 1 0 0,0 1 0 0 0,0 0 0 0 0,0 0-1 0 0,0 0 1 0 0,0 1 0 0 0,-1 0 0 0 0,1 1 0 0 0,8 2-1 0 0,-13-3-58 0 0,0-1 0 0 0,0 1 1 0 0,0 0-1 0 0,0 0 0 0 0,0 0 0 0 0,-1 1 0 0 0,1-1 0 0 0,0 0 0 0 0,-1 1 0 0 0,1-1 0 0 0,0 1 0 0 0,-1 0 0 0 0,0-1 0 0 0,1 1 0 0 0,-1 0 0 0 0,0 0 0 0 0,0 0 1 0 0,0 0-1 0 0,0 0 0 0 0,0 0 0 0 0,-1 0 0 0 0,1 0 0 0 0,-1 0 0 0 0,1 0 0 0 0,-1 3 0 0 0,0 8-2026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1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544 474 712 0 0,'0'0'128'0'0,"0"0"0"0"0,0 0 0 0 0,0 0 0 0 0,-1 0 0 0 0,1 0 0 0 0,0 0 0 0 0,0 0-1 0 0,0 0 1 0 0,-1 0 0 0 0,1 0 0 0 0,0 0 0 0 0,0 0 0 0 0,0 0 0 0 0,-1 0 0 0 0,1 0 0 0 0,0 0 0 0 0,0 0 0 0 0,0 0 0 0 0,0-1 0 0 0,-1 1 0 0 0,1 0-1 0 0,0 0 1 0 0,0 0 0 0 0,0 0 0 0 0,0 0 0 0 0,0 0 0 0 0,-1-1 0 0 0,1 1 0 0 0,0 0 0 0 0,0 0 0 0 0,0 0 0 0 0,0-1 0 0 0,0 1 0 0 0,0 0-1 0 0,0 0 1 0 0,0 0 0 0 0,0 0 0 0 0,0-1 0 0 0,0 1 0 0 0,0 0 0 0 0,0 0 0 0 0,0-1 0 0 0,4-10 1583 0 0,16-13-1826 0 0,-17 20 782 0 0,14-15-71 0 0,1 0 0 0 0,1 2 0 0 0,0 0 0 0 0,1 0 0 0 0,1 2 0 0 0,31-17-1 0 0,-8 9-228 0 0,0 3-1 0 0,70-23 0 0 0,-22 12 6 0 0,187-58 822 0 0,-199 68-370 0 0,128-18 0 0 0,88 13 315 0 0,-245 24-923 0 0,-1 3-1 0 0,1 2 1 0 0,93 19 0 0 0,-19 13 203 0 0,222 71 241 0 0,-137-53 270 0 0,-131-36-529 0 0,97 35 0 0 0,-157-45-314 0 0,-1 2-1 0 0,0 0 1 0 0,-1 1-1 0 0,0 0 0 0 0,0 2 1 0 0,-1 0-1 0 0,16 17 1 0 0,14 8 141 0 0,62 39 0 0 0,-44-33-151 0 0,-43-26-27 0 0,0 1 0 0 0,35 40 0 0 0,-34-34 5 0 0,37 31-1 0 0,24 2 37 0 0,-61-45-44 0 0,-2 2 0 0 0,0 0 0 0 0,0 1 0 0 0,18 20 0 0 0,-32-27 25 0 0,0 1 1 0 0,0-1-1 0 0,-1 1 1 0 0,-1 0-1 0 0,1 1 1 0 0,-2-1-1 0 0,1 1 1 0 0,-1 0-1 0 0,2 14 1 0 0,0-7-2 0 0,-1-1 1 0 0,10 21-1 0 0,-8-23-51 0 0,0 0 0 0 0,-1 0 0 0 0,-1 1 0 0 0,-1 0 0 0 0,0 0 0 0 0,-1 0 0 0 0,1 27 0 0 0,-4 3 193 0 0,-8 57 0 0 0,5-71-152 0 0,2-8-76 0 0,1 1 1 0 0,1-1-1 0 0,1 1 1 0 0,1-1-1 0 0,1 1 1 0 0,2-1-1 0 0,0 0 1 0 0,10 28-1 0 0,-1-6-37 0 0,-10-27 25 0 0,1-2-1 0 0,1 1 1 0 0,0-1-1 0 0,1 1 1 0 0,16 23 0 0 0,64 92-143 0 0,-14-25 153 0 0,-52-74 84 0 0,-1 2 0 0 0,-2 1 0 0 0,-1 0 0 0 0,-2 1 0 0 0,-2 1-1 0 0,-1 0 1 0 0,8 49 0 0 0,-15-60-3 0 0,-2 0 1 0 0,-1 0-1 0 0,-2 30 0 0 0,0-38-44 0 0,2-1-8 0 0,1 1 0 0 0,1-1 0 0 0,0 0 0 0 0,2 0 0 0 0,0-1 0 0 0,0 0 0 0 0,2 0 0 0 0,0 0 0 0 0,15 21 0 0 0,-12-25 23 0 0,1 1-1 0 0,-1-2 1 0 0,2 0-1 0 0,23 17 1 0 0,-25-19-17 0 0,96 67 121 0 0,-50-37-99 0 0,-11-7-72 0 0,-2 2-1 0 0,-1 2 1 0 0,40 44 0 0 0,-65-61 49 0 0,1 0 1 0 0,0-2-1 0 0,2 0 1 0 0,0-1-1 0 0,1-1 1 0 0,1-2-1 0 0,38 19 1 0 0,37 15 422 0 0,162 103 1 0 0,-167-86-270 0 0,167 87 0 0 0,-225-132-142 0 0,0 2 0 0 0,59 48 0 0 0,-77-56-34 0 0,6 6 8 0 0,-2 0 0 0 0,0 2 0 0 0,-1 0-1 0 0,-2 2 1 0 0,19 28 0 0 0,-16-16-27 0 0,26 59-1 0 0,-21-39 46 0 0,35 50 123 0 0,-41-71-110 0 0,42 86 96 0 0,-54-106-104 0 0,0 0 1 0 0,19 25-1 0 0,6 10 21 0 0,-27-40-23 0 0,-1-1 0 0 0,0 1-1 0 0,0 1 1 0 0,-1-1 0 0 0,-1 0 0 0 0,1 1 0 0 0,-2 0 0 0 0,1 0 0 0 0,-2 0-1 0 0,1 0 1 0 0,-2 0 0 0 0,1 0 0 0 0,-3 21 0 0 0,-7 4 11 0 0,-1-1-1 0 0,-2 0 1 0 0,-1-1 0 0 0,-31 56-1 0 0,-26 44-46 0 0,-23 68 25 0 0,80-176-7 0 0,-24 37 0 0 0,7-13-7 0 0,-25 44-64 0 0,50-86 53 0 0,-1-1 0 0 0,0 0 0 0 0,0 0-1 0 0,-1-1 1 0 0,0 1 0 0 0,0-2 0 0 0,0 1 0 0 0,-1-1 0 0 0,1 0 0 0 0,-1 0 0 0 0,-1-1 0 0 0,-14 6 0 0 0,-18 5-78 0 0,-59 14 0 0 0,88-26 48 0 0,-23 4-119 0 0,-1-1 1 0 0,0-1 0 0 0,-1-3 0 0 0,1 0 0 0 0,-1-3 0 0 0,1-1 0 0 0,-66-12 0 0 0,-13-11-322 0 0,-118-44 0 0 0,157 46 445 0 0,-45-16 85 0 0,2-5 0 0 0,2-5 0 0 0,2-5 0 0 0,3-5 1 0 0,2-5-1 0 0,-124-95 0 0 0,159 100-115 0 0,3-2 1 0 0,-81-89-1 0 0,-62-77-113 0 0,162 181 110 0 0,-117-77 0 0 0,144 105 42 0 0,-140-102-221 0 0,99 68 219 0 0,-2 3-1 0 0,-2 4 1 0 0,-85-41-1 0 0,-148-24 330 0 0,61 26-20 0 0,134 41-180 0 0,-2 5 0 0 0,-213-42 0 0 0,276 72-90 0 0,-228-47 4 0 0,229 43-26 0 0,2-2 0 0 0,0-2-1 0 0,-79-41 1 0 0,106 48 2 0 0,0-1-1 0 0,1-1 1 0 0,0-1 0 0 0,1 0 0 0 0,1-1-1 0 0,0-1 1 0 0,0 0 0 0 0,1-1 0 0 0,-21-31-1 0 0,-45-94-55 0 0,36 47 21 0 0,-148-343-285 0 0,158 343 240 0 0,-97-303-236 0 0,34 95 712 0 0,52 172-156 0 0,-72-170 219 0 0,110 282-413 0 0,-11-20 70 0 0,-2 1 0 0 0,-1 1 0 0 0,-42-53 0 0 0,51 72-104 0 0,-79-123 63 0 0,88 133-69 0 0,0-1-1 0 0,0 0 0 0 0,0 0 0 0 0,1 0 0 0 0,0 0 0 0 0,0-1 0 0 0,0 1 1 0 0,1 0-1 0 0,1-1 0 0 0,-1 1 0 0 0,1-1 0 0 0,0 1 0 0 0,1-1 1 0 0,2-11-1 0 0,3-12-30 0 0,1 1 0 0 0,12-31 0 0 0,-17 57 35 0 0,7-19-24 0 0,2 2 1 0 0,0-1-1 0 0,2 2 0 0 0,0-1 1 0 0,2 2-1 0 0,19-22 1 0 0,4-1-69 0 0,2 1 0 0 0,2 2 0 0 0,84-60 0 0 0,99-36 167 0 0,-172 105 25 0 0,-2 0 66 0 0,-36 19-132 0 0,1 1 0 0 0,0 1 1 0 0,1 1-1 0 0,0 0 0 0 0,0 1 0 0 0,1 1 1 0 0,0 0-1 0 0,20-2 0 0 0,137-15 62 0 0,-102 16-173 0 0,-72 7-20 0 0,0 4-2544 0 0,0 1 1473 0 0,0 0 0 0 0,1-1 0 0 0,0 1 0 0 0,0-1 0 0 0,0 1 0 0 0,0-1 0 0 0,1 0 0 0 0,-1 0 0 0 0,1 0-1 0 0,6 6 1 0 0,12 21-6751 0 0,-15-19 5264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5.2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1 222 1860 0 0,'0'-1'395'0'0,"0"0"0"0"0,0 0 0 0 0,0 0-1 0 0,0 0 1 0 0,1 0 0 0 0,-1 0 0 0 0,0 0-1 0 0,1 1 1 0 0,-1-1 0 0 0,0 0 0 0 0,1 0 0 0 0,-1 0-1 0 0,1 1 1 0 0,-1-1 0 0 0,1 0 0 0 0,1-1 0 0 0,16-9 1841 0 0,28-1-2701 0 0,-34 10 1103 0 0,300-47 551 0 0,-230 38-967 0 0,458-55 543 0 0,-348 35-2640 0 0,-192 32 1820 0 0,0-1 0 0 0,1 0 1 0 0,-1 0-1 0 0,0 0 0 0 0,0 0 1 0 0,0 0-1 0 0,1 0 0 0 0,-1 0 1 0 0,0 0-1 0 0,0 0 0 0 0,0 0 1 0 0,1 0-1 0 0,-1 0 0 0 0,0 0 1 0 0,0 0-1 0 0,1 0 0 0 0,-1-1 1 0 0,0 1-1 0 0,0 0 1 0 0,0 0-1 0 0,0 0 0 0 0,1 0 1 0 0,-1 0-1 0 0,0 0 0 0 0,0 0 1 0 0,0-1-1 0 0,0 1 0 0 0,1 0 1 0 0,-1 0-1 0 0,0 0 0 0 0,0 0 1 0 0,0-1-1 0 0,0 1 0 0 0,0 0 1 0 0,0 0-1 0 0,0 0 0 0 0,1-1 1 0 0,-1 1-1 0 0,0 0 0 0 0,0 0 1 0 0,0-1-1 0 0,0 1 0 0 0,0 0 1 0 0,0 0-1 0 0,0 0 0 0 0,0-1 1 0 0,0 1-1 0 0,0 0 0 0 0,0 0 1 0 0,0 0-1 0 0,0-1 0 0 0,-1 1 1 0 0,1 0-1 0 0,0-1 0 0 0,-11-7-4748 0 0,6 5 4050 0 0,-3-3-1090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5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6 1564 0 0,'-1'-1'368'0'0,"0"0"0"0"0,0 1-1 0 0,0-1 1 0 0,0 1 0 0 0,0-1 0 0 0,0 1-1 0 0,0-1 1 0 0,0 1 0 0 0,0 0 0 0 0,0 0 0 0 0,0-1-1 0 0,0 1 1 0 0,0 0 0 0 0,0 0 0 0 0,0 0-1 0 0,0 0 1 0 0,-1 0 0 0 0,1 0 0 0 0,0 1-1 0 0,0-1 1 0 0,0 0 0 0 0,0 0 0 0 0,0 1-1 0 0,0-1 1 0 0,-2 2 0 0 0,3-1-290 0 0,0 0 1 0 0,0 0-1 0 0,0 0 0 0 0,0 0 1 0 0,0 0-1 0 0,0 0 0 0 0,0 0 1 0 0,0 0-1 0 0,0 0 1 0 0,1 0-1 0 0,-1 0 0 0 0,0 1 1 0 0,1-1-1 0 0,-1 0 0 0 0,1 0 1 0 0,-1-1-1 0 0,1 1 0 0 0,-1 0 1 0 0,1 0-1 0 0,0 0 0 0 0,-1 0 1 0 0,1 0-1 0 0,0-1 0 0 0,0 1 1 0 0,1 1-1 0 0,10 9 54 0 0,1 0 0 0 0,0-1 0 0 0,1 0 1 0 0,0-1-1 0 0,0-1 0 0 0,18 8 0 0 0,17 10 108 0 0,-9-2-78 0 0,-21-15-102 0 0,-1 1 1 0 0,0 1-1 0 0,-1 1 1 0 0,0 1-1 0 0,-1 0 1 0 0,21 22-1 0 0,-35-33-47 0 0,1 1-1 0 0,-1 0 0 0 0,0 1 1 0 0,0-1-1 0 0,0 0 1 0 0,0 0-1 0 0,0 1 0 0 0,-1 0 1 0 0,1-1-1 0 0,-1 1 0 0 0,0-1 1 0 0,0 1-1 0 0,-1 0 0 0 0,1 0 1 0 0,-1 0-1 0 0,0 4 0 0 0,-1-2-43 0 0,0-1 0 0 0,-1 1-1 0 0,0-1 1 0 0,0 0-1 0 0,0 1 1 0 0,-1-1-1 0 0,0 0 1 0 0,0 0-1 0 0,0-1 1 0 0,-5 6-1 0 0,-79 91-2226 0 0,32-41-888 0 0,6 5-3329 0 0,40-50 4405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6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34 1284 0 0,'0'1'270'0'0,"0"-1"1"0"0,-1 0-1 0 0,1 0 0 0 0,0 0 1 0 0,-1 0-1 0 0,1 0 0 0 0,0 0 0 0 0,-1 0 1 0 0,1 0-1 0 0,0 0 0 0 0,-1 0 1 0 0,1 0-1 0 0,0 0 0 0 0,-1 0 0 0 0,1 0 1 0 0,0 0-1 0 0,-1-1 0 0 0,1 1 1 0 0,0 0-1 0 0,-1 0 0 0 0,1 0 0 0 0,0 0 1 0 0,-1-1-1 0 0,1 1 0 0 0,0 0 1 0 0,0 0-1 0 0,-1-1 0 0 0,1 1 0 0 0,0 0 1 0 0,0 0-1 0 0,-1-1 0 0 0,8-7 1916 0 0,15-5-1681 0 0,-16 11-372 0 0,0 0-1 0 0,0 0 1 0 0,0 1 0 0 0,0 0-1 0 0,1 0 1 0 0,-1 1 0 0 0,0-1-1 0 0,1 1 1 0 0,-1 1 0 0 0,10 1-1 0 0,-1 0 143 0 0,-1 1-1 0 0,0 1 0 0 0,19 7 1 0 0,-27-8-205 0 0,0 0 0 0 0,-1 1 0 0 0,1-1 0 0 0,-1 1 0 0 0,0 0 0 0 0,0 1 0 0 0,0-1 0 0 0,0 1 1 0 0,-1 0-1 0 0,0 0 0 0 0,0 0 0 0 0,0 0 0 0 0,-1 1 0 0 0,1 0 0 0 0,-1 0 0 0 0,-1 0 0 0 0,1 0 0 0 0,-1 0 0 0 0,0 0 1 0 0,1 8-1 0 0,-1-6-51 0 0,-1 0 1 0 0,1 0 0 0 0,-2 1 0 0 0,1-1-1 0 0,-1 1 1 0 0,-1-1 0 0 0,1 1 0 0 0,-1-1 0 0 0,-1 0-1 0 0,0 0 1 0 0,0 1 0 0 0,0-1 0 0 0,-1 0-1 0 0,0-1 1 0 0,-6 11 0 0 0,6-13-23 0 0,-2 4-13 0 0,0 0 1 0 0,0-1-1 0 0,-1 1 0 0 0,0-1 0 0 0,0-1 1 0 0,-1 1-1 0 0,0-1 0 0 0,0 0 1 0 0,-1-1-1 0 0,0 0 0 0 0,-13 8 1 0 0,21-13 14 0 0,0-1 0 0 0,-1 0 1 0 0,1 0-1 0 0,-1 0 1 0 0,1 0-1 0 0,0 0 0 0 0,-1 0 1 0 0,1 0-1 0 0,0 1 1 0 0,-1-1-1 0 0,1 0 0 0 0,0 0 1 0 0,-1 0-1 0 0,1-1 1 0 0,-1 1-1 0 0,1 0 0 0 0,0 0 1 0 0,-1 0-1 0 0,1 0 1 0 0,0 0-1 0 0,-1 0 0 0 0,1 0 1 0 0,0-1-1 0 0,-1 1 1 0 0,1 0-1 0 0,0 0 0 0 0,0 0 1 0 0,-1-1-1 0 0,1 1 1 0 0,0 0-1 0 0,0 0 0 0 0,-1-1 1 0 0,-5-15-17 0 0,5-24-7 0 0,1 36 21 0 0,1-13-1 0 0,0 0 0 0 0,1 1 0 0 0,1-1 1 0 0,0 1-1 0 0,2 0 0 0 0,6-17 0 0 0,-8 22-5 0 0,2 1 0 0 0,-1 0 0 0 0,2 0 0 0 0,-1 1-1 0 0,1 0 1 0 0,1 0 0 0 0,-1 0 0 0 0,1 0 0 0 0,1 1-1 0 0,10-8 1 0 0,-10 10-70 0 0,0 0 1 0 0,1 1-1 0 0,0 0 0 0 0,0 1 0 0 0,0 0 0 0 0,0 0 0 0 0,1 1 0 0 0,-1 0 1 0 0,20-2-1 0 0,0 2-1142 0 0,0 1 1 0 0,31 3-1 0 0,-37 0-449 0 0,1 0-1 0 0,0-2 0 0 0,-1-1 1 0 0,32-7-1 0 0,-42 6 1351 0 0,18-5-1725 0 0,-14 6 8688 0 0,-16 2-6375 0 0,1 0-1 0 0,0 0 1 0 0,-1 0-1 0 0,1 0 1 0 0,0 1-1 0 0,-1-1 0 0 0,1 1 1 0 0,0-1-1 0 0,-1 1 1 0 0,1 0-1 0 0,-1 0 0 0 0,1 0 1 0 0,-1-1-1 0 0,0 1 1 0 0,1 1-1 0 0,-1-1 1 0 0,0 0-1 0 0,2 1 0 0 0,-1 1-116 0 0,-1-1-1 0 0,1 1 1 0 0,0 0-1 0 0,-1 0 0 0 0,1 0 1 0 0,-1 0-1 0 0,0 0 1 0 0,0 0-1 0 0,1 4 1 0 0,-1-2-86 0 0,0-1 1 0 0,-1 1 0 0 0,1-1 0 0 0,-1 1 0 0 0,0-1 0 0 0,0 1 0 0 0,-1 0 0 0 0,1-1 0 0 0,-1 1 0 0 0,0-1 0 0 0,0 0 0 0 0,-1 1 0 0 0,1-1 0 0 0,-4 6 0 0 0,-3 1 23 0 0,-1-1 0 0 0,-1 0-1 0 0,0-1 1 0 0,0 0 0 0 0,0 0-1 0 0,-1-1 1 0 0,-1-1 0 0 0,1 0 0 0 0,-17 7-1 0 0,-5 5 2 0 0,32-18-86 0 0,0 0 0 0 0,0-1 0 0 0,-1 1 0 0 0,1 0 0 0 0,0-1 0 0 0,0 1 0 0 0,-1 0 0 0 0,1-1 0 0 0,-1 0 0 0 0,1 1 0 0 0,0-1 0 0 0,-1 0 0 0 0,1 0 0 0 0,-1 0 1 0 0,1 0-1 0 0,-1 0 0 0 0,1 0 0 0 0,0 0 0 0 0,-1 0 0 0 0,-1-1 0 0 0,2 0-5 0 0,0 1 0 0 0,0-1 0 0 0,0 0 0 0 0,1 1 0 0 0,-1-1 1 0 0,0 0-1 0 0,0 0 0 0 0,0 0 0 0 0,1 0 0 0 0,-1 0 0 0 0,1 0 0 0 0,-1 0 0 0 0,0 0 1 0 0,1 0-1 0 0,0 0 0 0 0,-1 0 0 0 0,1 0 0 0 0,0 0 0 0 0,-1-2 0 0 0,1-1-36 0 0,-1 0 0 0 0,1 0 0 0 0,0 0 0 0 0,0-1-1 0 0,1 1 1 0 0,-1 0 0 0 0,1 0 0 0 0,0 0 0 0 0,0 0-1 0 0,0 0 1 0 0,0 0 0 0 0,4-6 0 0 0,2-2-383 0 0,1 1 1 0 0,0 0-1 0 0,1 0 1 0 0,0 1-1 0 0,0 0 1 0 0,1 1-1 0 0,12-10 0 0 0,-11 12-612 0 0,-1 0 0 0 0,1 1 0 0 0,0 1 0 0 0,22-9 0 0 0,7 3-2852 0 0,-16 6 1808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6.9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240 1 460 0 0,'-4'0'955'0'0,"1"0"0"0"0,-1 1 0 0 0,1-1 0 0 0,-1 1 0 0 0,0 0 0 0 0,1 0 0 0 0,-1 0 0 0 0,-3 3 0 0 0,-27 18 2369 0 0,15-5-3195 0 0,-24 29 0 0 0,17-18 1243 0 0,14-16-1003 0 0,1 0 1 0 0,0 1-1 0 0,1 0 1 0 0,0 1 0 0 0,-14 27-1 0 0,24-40-363 0 0,-1-1 0 0 0,1 1 0 0 0,0 0-1 0 0,-1-1 1 0 0,1 1 0 0 0,0 0 0 0 0,-1-1 0 0 0,1 1-1 0 0,0 0 1 0 0,0-1 0 0 0,0 1 0 0 0,0 0 0 0 0,0 0 0 0 0,0-1-1 0 0,0 1 1 0 0,0 0 0 0 0,0 0 0 0 0,0-1 0 0 0,0 1-1 0 0,0 0 1 0 0,0 0 0 0 0,1-1 0 0 0,-1 1 0 0 0,0 0-1 0 0,0-1 1 0 0,1 1 0 0 0,-1 0 0 0 0,1-1 0 0 0,-1 1 0 0 0,0-1-1 0 0,1 1 1 0 0,-1 0 0 0 0,2 0 0 0 0,-1-1-8 0 0,1 1 0 0 0,0 0 1 0 0,0-1-1 0 0,0 1 0 0 0,0-1 0 0 0,0 1 1 0 0,0-1-1 0 0,0 0 0 0 0,0 0 0 0 0,0 0 0 0 0,0 0 1 0 0,2-1-1 0 0,8 0-63 0 0,0-2 0 0 0,0 1-1 0 0,12-6 1 0 0,-13 5-31 0 0,0-2-1 0 0,0 1 1 0 0,0-1-1 0 0,-1-1 1 0 0,0 0 0 0 0,0 0-1 0 0,-1-1 1 0 0,0-1-1 0 0,0 1 1 0 0,14-17-1 0 0,-21 18 82 0 0,0 0 0 0 0,0-1 0 0 0,-1 1 0 0 0,0 0 0 0 0,0-1-1 0 0,-1 1 1 0 0,1 0 0 0 0,-2-1 0 0 0,1 1 0 0 0,-3-12 0 0 0,3 8 157 0 0,1 11 152 0 0,16 43 17 0 0,-13-30-321 0 0,1 0 1 0 0,1-1-1 0 0,8 15 0 0 0,-1-6-760 0 0,1-1 0 0 0,23 27 0 0 0,-28-39-516 0 0,0 0-1 0 0,0-1 0 0 0,1 0 0 0 0,0 0 0 0 0,0-1 1 0 0,20 10-1 0 0,-17-9-881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7.3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66 2024 0 0,'-3'-15'2153'0'0,"1"8"-814"0"0,0 0-1 0 0,1 0 1 0 0,0 0-1 0 0,1 0 1 0 0,0-9-1 0 0,12 42 894 0 0,-6-16-1889 0 0,37 82 1003 0 0,38 117 1 0 0,-78-198-1286 0 0,0 1-1 0 0,0-1 1 0 0,-1 0-1 0 0,0 1 1 0 0,-1 0 0 0 0,-1-1-1 0 0,0 1 1 0 0,0-1-1 0 0,-1 1 1 0 0,-1 0-1 0 0,-5 20 1 0 0,5-25-50 0 0,0-1 1 0 0,-1 1-1 0 0,0-1 1 0 0,0 1-1 0 0,-1-1 1 0 0,0 0-1 0 0,0 0 0 0 0,0 0 1 0 0,-1-1-1 0 0,1 1 1 0 0,-1-1-1 0 0,-1 0 1 0 0,1-1-1 0 0,-1 1 0 0 0,0-1 1 0 0,0 0-1 0 0,0-1 1 0 0,0 1-1 0 0,-1-1 1 0 0,-9 3-1 0 0,14-5-22 0 0,0 0 0 0 0,0-1-1 0 0,0 1 1 0 0,0-1 0 0 0,0 1 0 0 0,0-1-1 0 0,0 0 1 0 0,0 0 0 0 0,0 0 0 0 0,0 0-1 0 0,0 0 1 0 0,0 0 0 0 0,0 0 0 0 0,0-1-1 0 0,0 1 1 0 0,0-1 0 0 0,0 1 0 0 0,0-1-1 0 0,0 0 1 0 0,0 0 0 0 0,0 0 0 0 0,0 0-1 0 0,1 0 1 0 0,-1 0 0 0 0,0-1 0 0 0,1 1-1 0 0,-1-1 1 0 0,1 1 0 0 0,0-1 0 0 0,-1 1-1 0 0,1-1 1 0 0,0 0 0 0 0,0 1 0 0 0,0-1-1 0 0,0 0 1 0 0,0 0 0 0 0,0 0 0 0 0,1 0-1 0 0,-1 0 1 0 0,1 0 0 0 0,-1 0 0 0 0,1-4-1 0 0,-2-2-48 0 0,1 1 0 0 0,1-1 0 0 0,-1 1-1 0 0,1-1 1 0 0,1 0 0 0 0,-1 1 0 0 0,1-1 0 0 0,0 1-1 0 0,1-1 1 0 0,4-11 0 0 0,-2 10-118 0 0,0 0 1 0 0,1 0-1 0 0,0 1 1 0 0,0-1-1 0 0,1 1 1 0 0,0 0-1 0 0,1 1 1 0 0,0 0-1 0 0,0 0 1 0 0,0 0-1 0 0,1 1 1 0 0,0 0-1 0 0,13-8 0 0 0,-12 10-421 0 0,1-1-1 0 0,0 1 0 0 0,-1 1 0 0 0,1 0 1 0 0,12-3-1 0 0,-9 4-1218 0 0,0 1 1 0 0,0 0-1 0 0,26 1 0 0 0,-20 1-340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7.7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 12 880 0 0,'1'0'858'0'0,"0"0"0"0"0,1 0 1 0 0,-1 0-1 0 0,1 1 0 0 0,-1-1 0 0 0,0 1 0 0 0,1-1 0 0 0,-1 1 1 0 0,0-1-1 0 0,0 1 0 0 0,1 0 0 0 0,-1-1 0 0 0,1 2 0 0 0,25 27 1251 0 0,-3-2-1790 0 0,18-1-74 0 0,-39-24-231 0 0,0-1 1 0 0,-1 0 0 0 0,1-1 0 0 0,0 1 0 0 0,0 0 0 0 0,0-1 0 0 0,0 0-1 0 0,0 1 1 0 0,0-1 0 0 0,0 0 0 0 0,0-1 0 0 0,0 1 0 0 0,0 0 0 0 0,4-2-1 0 0,-6 2-11 0 0,0 0-1 0 0,-1-1 1 0 0,1 1-1 0 0,0 0 0 0 0,0-1 1 0 0,-1 1-1 0 0,1 0 1 0 0,0-1-1 0 0,-1 1 0 0 0,1-1 1 0 0,0 1-1 0 0,-1-1 0 0 0,1 1 1 0 0,-1-1-1 0 0,1 0 1 0 0,-1 1-1 0 0,1-1 0 0 0,-1 0 1 0 0,1 1-1 0 0,-1-1 1 0 0,0 0-1 0 0,1 0 0 0 0,-1 1 1 0 0,0-1-1 0 0,0 0 0 0 0,1-1 1 0 0,-1 0 7 0 0,0 0 1 0 0,0 0-1 0 0,-1 0 1 0 0,1-1-1 0 0,0 1 1 0 0,-1 0-1 0 0,1 0 1 0 0,-1 0-1 0 0,0 0 1 0 0,-1-2-1 0 0,0-1 10 0 0,-1 0 0 0 0,1 0 0 0 0,-2 1 0 0 0,1-1 0 0 0,0 1 0 0 0,-1 0 0 0 0,-5-5 0 0 0,6 6-8 0 0,0 1 0 0 0,0 0-1 0 0,-1 0 1 0 0,1 0-1 0 0,-1 0 1 0 0,0 0-1 0 0,1 1 1 0 0,-1-1-1 0 0,0 1 1 0 0,0 0-1 0 0,0 0 1 0 0,0 1 0 0 0,0-1-1 0 0,0 1 1 0 0,0 0-1 0 0,0 0 1 0 0,0 0-1 0 0,0 0 1 0 0,-6 2-1 0 0,3 0 11 0 0,1 1 0 0 0,0 0 0 0 0,0 0 0 0 0,1 0-1 0 0,-1 0 1 0 0,1 1 0 0 0,-1 0 0 0 0,1 0 0 0 0,0 1 0 0 0,1-1-1 0 0,-7 8 1 0 0,3-3 13 0 0,1 1 0 0 0,0 0 1 0 0,0 0-1 0 0,1 1 0 0 0,0 0 0 0 0,1 0 0 0 0,0 0 0 0 0,-5 20 1 0 0,8-24-79 0 0,0-1 1 0 0,1 1 0 0 0,0 0-1 0 0,0 0 1 0 0,1 0 0 0 0,0 0-1 0 0,0 0 1 0 0,1 0 0 0 0,0 0 0 0 0,0 0-1 0 0,0 0 1 0 0,1-1 0 0 0,0 1-1 0 0,0 0 1 0 0,1-1 0 0 0,5 11-1 0 0,-5-14-118 0 0,0 1-1 0 0,1-1 0 0 0,-1 1 1 0 0,0-1-1 0 0,1 0 0 0 0,0-1 1 0 0,0 1-1 0 0,0 0 0 0 0,0-1 1 0 0,0 0-1 0 0,0 0 0 0 0,0 0 1 0 0,7 1-1 0 0,-2 0-443 0 0,-1-1-1 0 0,1 0 1 0 0,0-1 0 0 0,0 0 0 0 0,-1 0-1 0 0,12-1 1 0 0,40-8-4982 0 0,-38 5 3439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8.0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 83 616 0 0,'2'-6'693'0'0,"1"0"0"0"0,0 1 1 0 0,1-1-1 0 0,-1 1 0 0 0,1 0 0 0 0,0 0 0 0 0,1 0 1 0 0,-1 1-1 0 0,1-1 0 0 0,0 1 0 0 0,0 0 0 0 0,9-5 1 0 0,-12 8-591 0 0,0 0 1 0 0,1 0 0 0 0,-1 0-1 0 0,1 0 1 0 0,-1 0-1 0 0,1 1 1 0 0,-1-1 0 0 0,1 1-1 0 0,0-1 1 0 0,-1 1 0 0 0,1 0-1 0 0,0 0 1 0 0,-1 1 0 0 0,1-1-1 0 0,0 0 1 0 0,-1 1 0 0 0,1-1-1 0 0,-1 1 1 0 0,1 0-1 0 0,-1 0 1 0 0,1 0 0 0 0,-1 0-1 0 0,0 0 1 0 0,1 1 0 0 0,-1-1-1 0 0,0 1 1 0 0,0 0 0 0 0,0-1-1 0 0,0 1 1 0 0,0 0 0 0 0,-1 0-1 0 0,4 4 1 0 0,-3-3-6 0 0,0 0 0 0 0,0 0 0 0 0,0 1 1 0 0,0-1-1 0 0,0 0 0 0 0,-1 1 0 0 0,0-1 1 0 0,0 1-1 0 0,0 0 0 0 0,0-1 0 0 0,0 1 0 0 0,-1 0 1 0 0,1-1-1 0 0,-1 1 0 0 0,-1 7 0 0 0,0-4 9 0 0,0 0-1 0 0,-1 0 1 0 0,1 0-1 0 0,-2 0 0 0 0,1-1 1 0 0,-1 1-1 0 0,-7 11 1 0 0,1-3-6 0 0,-1 0 0 0 0,-1-1-1 0 0,-1 0 1 0 0,0-1 0 0 0,-26 21 0 0 0,32-28-88 0 0,-1-1 0 0 0,0-1 0 0 0,0 0 0 0 0,-1 0 1 0 0,1 0-1 0 0,-1-1 0 0 0,0 0 0 0 0,0 0 0 0 0,0-1 0 0 0,-15 3 0 0 0,20-5-11 0 0,1 0 0 0 0,-1 1 0 0 0,1-1 0 0 0,-1-1 0 0 0,1 1 0 0 0,-1 0 0 0 0,1-1 0 0 0,-1 1 0 0 0,1-1 1 0 0,-1 0-1 0 0,1 0 0 0 0,0 0 0 0 0,-1 0 0 0 0,1 0 0 0 0,0 0 0 0 0,0 0 0 0 0,0-1 0 0 0,0 1 0 0 0,0-1 0 0 0,0 0 0 0 0,0 0 0 0 0,1 1 0 0 0,-1-1 0 0 0,0 0 0 0 0,1-1 0 0 0,0 1 0 0 0,-1 0 1 0 0,1 0-1 0 0,0 0 0 0 0,0-1 0 0 0,0 1 0 0 0,1-1 0 0 0,-1 1 0 0 0,1-1 0 0 0,-1 1 0 0 0,1-1 0 0 0,0 1 0 0 0,0-5 0 0 0,0-6-246 0 0,1-1-1 0 0,0 0 1 0 0,1 1-1 0 0,1 0 1 0 0,0-1-1 0 0,1 1 1 0 0,0 0-1 0 0,1 0 1 0 0,1 1-1 0 0,0 0 1 0 0,0 0-1 0 0,1 0 1 0 0,1 1-1 0 0,12-15 0 0 0,-16 22-474 0 0,1-1 0 0 0,0 1 0 0 0,0 0 0 0 0,1 0 0 0 0,-1 0 0 0 0,1 1 0 0 0,0 0 0 0 0,-1 0-1 0 0,1 1 1 0 0,1-1 0 0 0,9-1 0 0 0,-2 3-1356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8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1 444 0 0,'1'4'1022'0'0,"-1"0"0"0"0,1 0-1 0 0,0 1 1 0 0,0-1 0 0 0,0 0 0 0 0,3 7 0 0 0,14 26 1940 0 0,-5-12-2065 0 0,4 14 338 0 0,17 56-1 0 0,-31-86-1092 0 0,-1-14-206 0 0,3-15-110 0 0,16-20 8 0 0,-14 24 245 0 0,1 1-1 0 0,1 0 1 0 0,0 0-1 0 0,1 1 0 0 0,0 0 1 0 0,2 0-1 0 0,-1 1 0 0 0,19-15 1 0 0,-28 26-69 0 0,1-1 0 0 0,-1 1 0 0 0,1 0 0 0 0,0 0 0 0 0,0 0 0 0 0,0 0 0 0 0,0 1 0 0 0,0-1 0 0 0,0 1 0 0 0,1 0 0 0 0,-1 0 0 0 0,0 0 0 0 0,1 0 0 0 0,-1 0 0 0 0,0 1 0 0 0,1 0 0 0 0,-1-1 0 0 0,1 1 0 0 0,-1 1 0 0 0,1-1 0 0 0,-1 0 0 0 0,1 1 0 0 0,-1 0 0 0 0,1-1 0 0 0,-1 1 0 0 0,0 1 0 0 0,0-1 0 0 0,1 0 0 0 0,-1 1 0 0 0,0 0 0 0 0,0 0 0 0 0,0 0 0 0 0,-1 0 0 0 0,4 3 0 0 0,47 44-2611 0 0,3 2-7273 0 0,-47-45 7706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8.7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26 1504 0 0,'-1'-3'1017'0'0,"0"1"-1"0"0,0 0 1 0 0,0 0-1 0 0,0 0 1 0 0,0 0-1 0 0,-1 0 1 0 0,1 0-1 0 0,-1 0 1 0 0,1 1-1 0 0,-5-4 1403 0 0,7 12-2022 0 0,0 0-1 0 0,1 0 1 0 0,0-1 0 0 0,0 1 0 0 0,4 8-1 0 0,2 7-147 0 0,34 145 981 0 0,-38-139-1104 0 0,0 1-1 0 0,-2-1 1 0 0,-1 0-1 0 0,-4 31 1 0 0,2-50-126 0 0,0-1 0 0 0,-1 0-1 0 0,-1 1 1 0 0,1-1 0 0 0,-1 0 0 0 0,-1 0 0 0 0,-7 12-1 0 0,10-17-26 0 0,-1 0-1 0 0,0 0 1 0 0,0 0-1 0 0,0 0 1 0 0,0-1-1 0 0,0 1 1 0 0,-1-1-1 0 0,1 1 1 0 0,-1-1-1 0 0,1 0 0 0 0,-1 0 1 0 0,0 0-1 0 0,0 0 1 0 0,0 0-1 0 0,0-1 1 0 0,-1 1-1 0 0,1-1 1 0 0,0 0-1 0 0,-1 0 1 0 0,1 0-1 0 0,-5 0 1 0 0,7-1 2 0 0,-1 0 1 0 0,1 0 0 0 0,0 0-1 0 0,-1 0 1 0 0,1-1 0 0 0,0 1 0 0 0,-1-1-1 0 0,1 1 1 0 0,-1-1 0 0 0,1 1-1 0 0,0-1 1 0 0,0 1 0 0 0,-1-1-1 0 0,1 0 1 0 0,0 0 0 0 0,0 0 0 0 0,0 0-1 0 0,0 0 1 0 0,0 0 0 0 0,0 0-1 0 0,0 0 1 0 0,-1-2 0 0 0,1 0-8 0 0,-1 0 0 0 0,1-1-1 0 0,-1 1 1 0 0,1 0 0 0 0,1-1 0 0 0,-1 1 0 0 0,0-1 0 0 0,1 1 0 0 0,-1-5 0 0 0,1 0-15 0 0,0-1 1 0 0,1 1 0 0 0,0 0 0 0 0,0-1-1 0 0,0 1 1 0 0,1 0 0 0 0,5-11 0 0 0,-5 12-33 0 0,2 1 1 0 0,-1-1 0 0 0,1 1-1 0 0,0 0 1 0 0,0 0 0 0 0,1 0-1 0 0,0 1 1 0 0,0 0 0 0 0,0 0-1 0 0,0 0 1 0 0,1 0-1 0 0,0 1 1 0 0,0 0 0 0 0,0 0-1 0 0,12-5 1 0 0,-12 7-443 0 0,0 0-1 0 0,0 0 1 0 0,0 1-1 0 0,1 0 1 0 0,-1 0 0 0 0,0 0-1 0 0,1 1 1 0 0,-1 0-1 0 0,0 0 1 0 0,1 1-1 0 0,11 2 1 0 0,18 2-5568 0 0,-24-4 3919 0 0</inkml:trace>
  <inkml:trace contextRef="#ctx0" brushRef="#br0" timeOffset="1">377 293 1768 0 0,'0'0'6489'0'0,"0"6"-1855"0"0,0 19-3248 0 0,1 3-1177 0 0,5 40 0 0 0,8-6-6581 0 0,-5-49 225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9.1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94 892 0 0,'-6'-17'1344'0'0,"3"4"-256"0"0,3-1-412 0 0,0 0-496 0 0,0 3-392 0 0,3 1-336 0 0,3 1-336 0 0,0 4-328 0 0</inkml:trace>
  <inkml:trace contextRef="#ctx0" brushRef="#br0" timeOffset="1">250 66 956 0 0,'-2'5'1320'0'0,"0"0"0"0"0,0-1 0 0 0,1 1 0 0 0,0 0 1 0 0,0 0-1 0 0,-1 5 0 0 0,1 4 25 0 0,0 0 0 0 0,2 24 0 0 0,3-6-603 0 0,1 0 1 0 0,14 50-1 0 0,-12-61-1015 0 0,1 0-1 0 0,0 0 1 0 0,2-1 0 0 0,19 32 0 0 0,-27-50 1512 0 0,2 4-2071 0 0,1 2-4592 0 0,-15-16-4416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9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40 379 768 0 0,'-2'-1'386'0'0,"-1"0"13"0"0,1-1 0 0 0,-1 1 1 0 0,1 0-1 0 0,-1-1 0 0 0,1 0 1 0 0,0 1-1 0 0,-1-1 0 0 0,1 0 1 0 0,0 0-1 0 0,0 0 0 0 0,1-1 1 0 0,-1 1-1 0 0,0 0 0 0 0,1-1 0 0 0,-1 1 1 0 0,-1-6-1 0 0,7 6-243 0 0,1 0 0 0 0,-1 0 0 0 0,1 0 0 0 0,0 1 0 0 0,0-1 0 0 0,0 1 0 0 0,7 0 0 0 0,144-35 2531 0 0,-64 12 53 0 0,-91 24-2667 0 0,0 0 0 0 0,0 0 0 0 0,1 0 1 0 0,-1 0-1 0 0,0 0 0 0 0,0 0 0 0 0,0 1 0 0 0,0-1 0 0 0,0 0 0 0 0,0 0 0 0 0,0 1 0 0 0,0-1 0 0 0,0 1 0 0 0,0-1 0 0 0,-1 1 0 0 0,1-1 0 0 0,0 1 0 0 0,0-1 0 0 0,0 1 0 0 0,0 0 0 0 0,-1 0 0 0 0,1-1 1 0 0,0 1-1 0 0,-1 0 0 0 0,1 0 0 0 0,0 0 0 0 0,-1 0 0 0 0,1 0 0 0 0,-1 0 0 0 0,0 0 0 0 0,1 0 0 0 0,0 2 0 0 0,9 40 1044 0 0,-7-27-858 0 0,4 9-311 0 0,11 40-479 0 0,-1-27-6158 0 0</inkml:trace>
  <inkml:trace contextRef="#ctx0" brushRef="#br0" timeOffset="1">365 119 200 0 0,'-1'-7'1009'0'0,"0"0"0"0"0,0 0-1 0 0,0 0 1 0 0,1 0 0 0 0,0 0 0 0 0,0 0 0 0 0,1 0-1 0 0,0 0 1 0 0,3-11 0 0 0,-4 16-1020 0 0,1 0 1 0 0,0-1-1 0 0,0 1 1 0 0,0 0-1 0 0,0 0 1 0 0,1 0-1 0 0,-1 0 1 0 0,1 0-1 0 0,-1 0 1 0 0,1 0-1 0 0,0 0 1 0 0,-1 1-1 0 0,4-3 1 0 0,-3 3-397 0 0,0 0 0 0 0,0 0 0 0 0,0 0 0 0 0,0 0 0 0 0,0 1 0 0 0,1-1 0 0 0,-1 1 0 0 0,0-1 0 0 0,1 1 0 0 0,-1 0-1 0 0,0 0 1 0 0,1 0 0 0 0,-1 0 0 0 0,1 0 0 0 0,3 1 0 0 0,1 1-1481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49.8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177 173 872 0 0,'0'6'1138'0'0,"0"0"-1"0"0,-1 0 1 0 0,0-1 0 0 0,0 1-1 0 0,-1 0 1 0 0,1-1 0 0 0,-1 0-1 0 0,-1 1 1 0 0,-2 5-1 0 0,1-5-982 0 0,1 0 0 0 0,-1 0 0 0 0,1-1 0 0 0,-2 0 0 0 0,1 0-1 0 0,0 0 1 0 0,-1 0 0 0 0,0-1 0 0 0,0 0 0 0 0,-1 0 0 0 0,1 0-1 0 0,-1-1 1 0 0,1 1 0 0 0,-1-1 0 0 0,0-1 0 0 0,-1 1 0 0 0,1-1-1 0 0,0 0 1 0 0,-1 0 0 0 0,1-1 0 0 0,-12 1 0 0 0,16-1-108 0 0,1-1-1 0 0,0 0 1 0 0,-1 0 0 0 0,1 0 0 0 0,0-1-1 0 0,0 1 1 0 0,-1 0 0 0 0,1 0 0 0 0,0-1-1 0 0,-1 1 1 0 0,1 0 0 0 0,0-1 0 0 0,0 1-1 0 0,0-1 1 0 0,0 0 0 0 0,-1 1 0 0 0,1-1 0 0 0,0 0-1 0 0,0 0 1 0 0,0 0 0 0 0,1 0 0 0 0,-1 0-1 0 0,0 0 1 0 0,0 0 0 0 0,0 0 0 0 0,1 0-1 0 0,-2-2 1 0 0,1 0-3 0 0,1 0 0 0 0,-1 0 1 0 0,1 0-1 0 0,0 0 0 0 0,0 0 0 0 0,0 0 0 0 0,0 0 0 0 0,0 1 0 0 0,0-1 0 0 0,1 0 0 0 0,1-5 0 0 0,3-7-54 0 0,1 1 0 0 0,0 0 0 0 0,13-22-1 0 0,-11 23-117 0 0,1-4-383 0 0,2-1 1 0 0,-1 2-1 0 0,2-1 1 0 0,0 2-1 0 0,2 0 1 0 0,-1 0-1 0 0,17-12 1 0 0,-28 25 293 0 0,2-2-391 0 0,1 0 1 0 0,0 1-1 0 0,0 0 1 0 0,1 0-1 0 0,7-4 1 0 0,-11 7 31 0 0,0-1-1 0 0,1 0 1 0 0,-1 1 0 0 0,0 0 0 0 0,1-1 0 0 0,-1 1 0 0 0,0 0 0 0 0,1 0 0 0 0,-1 1-1 0 0,5 0 1 0 0,-1 1-1356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0.2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1 103 1008 0 0,'2'3'625'0'0,"1"1"0"0"0,-1-1 1 0 0,1 0-1 0 0,-1 1 0 0 0,0-1 0 0 0,0 1 0 0 0,-1-1 1 0 0,1 1-1 0 0,-1 0 0 0 0,0 0 0 0 0,0 0 0 0 0,0 0 1 0 0,0 0-1 0 0,0 5 0 0 0,-1 65 2174 0 0,-1-44-1837 0 0,1-29-684 0 0,2-15-152 0 0,1 0 1 0 0,1 1-1 0 0,0 0 0 0 0,0 0 0 0 0,2 0 0 0 0,-1 1 0 0 0,2 0 0 0 0,-1 0 0 0 0,14-17 0 0 0,-9 14 36 0 0,2 0-1 0 0,0 1 1 0 0,0 0 0 0 0,1 1-1 0 0,1 1 1 0 0,22-14 0 0 0,-36 24-148 0 0,1 1 1 0 0,-1 0-1 0 0,1 0 1 0 0,0 0-1 0 0,0-1 1 0 0,-1 2-1 0 0,1-1 1 0 0,0 0-1 0 0,0 0 1 0 0,0 1 0 0 0,0-1-1 0 0,0 1 1 0 0,0-1-1 0 0,0 1 1 0 0,0 0-1 0 0,0 0 1 0 0,0 0-1 0 0,0 0 1 0 0,0 0-1 0 0,0 0 1 0 0,0 1-1 0 0,0-1 1 0 0,0 1 0 0 0,0-1-1 0 0,0 1 1 0 0,0 0-1 0 0,0 0 1 0 0,0 0-1 0 0,0 0 1 0 0,-1 0-1 0 0,1 0 1 0 0,0 0-1 0 0,-1 0 1 0 0,1 1 0 0 0,-1-1-1 0 0,1 1 1 0 0,-1-1-1 0 0,0 1 1 0 0,0 0-1 0 0,0-1 1 0 0,0 1-1 0 0,0 0 1 0 0,0 0-1 0 0,0 0 1 0 0,0 2 0 0 0,2 4-425 0 0,0 0 0 0 0,-1 0 1 0 0,0 1-1 0 0,0-1 1 0 0,-1 1-1 0 0,0-1 1 0 0,-1 1-1 0 0,0-1 1 0 0,-2 16-1 0 0,-17 52-8459 0 0,15-59 6391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0.5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44 308 0 0,'-8'-18'7288'0'0,"8"17"-6962"0"0,0 0-1 0 0,-1 0 1 0 0,1 0 0 0 0,0 0 0 0 0,-1 0 0 0 0,1 0 0 0 0,0 0 0 0 0,0 0-1 0 0,0 0 1 0 0,0 0 0 0 0,0 0 0 0 0,0 0 0 0 0,1 0 0 0 0,-1 0 0 0 0,0 0-1 0 0,0 0 1 0 0,1 0 0 0 0,-1 0 0 0 0,1 0 0 0 0,-1 0 0 0 0,1 1 0 0 0,-1-1-1 0 0,1 0 1 0 0,1-2 0 0 0,25 23 3394 0 0,-14 2-2971 0 0,-1 1-1 0 0,-1 1 1 0 0,-2 0-1 0 0,12 39 1 0 0,8 20-1781 0 0,-24-71 245 0 0,0 0 1 0 0,1 0-1 0 0,12 16 0 0 0,-15-25 227 0 0,-1 1 0 0 0,1-1 0 0 0,1 0 0 0 0,-1 1 0 0 0,0-1 1 0 0,5 3-1 0 0,-6-6 107 0 0,-1 1 1 0 0,1 0 0 0 0,-1 0-1 0 0,1 0 1 0 0,-1-1-1 0 0,1 1 1 0 0,0-1 0 0 0,-1 1-1 0 0,1-1 1 0 0,0 0-1 0 0,-1 1 1 0 0,1-1 0 0 0,0 0-1 0 0,0 0 1 0 0,-1 0-1 0 0,4-1 1 0 0,6-7-4210 0 0,-7 3 2344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0.8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40 116 1124 0 0,'3'-23'2924'0'0,"-2"14"-1934"0"0,0-1 0 0 0,1 1 0 0 0,0 0 0 0 0,4-11 0 0 0,-5 18-840 0 0,0 0 0 0 0,0-1 0 0 0,0 1 0 0 0,1 0 0 0 0,-1 1 0 0 0,0-1 0 0 0,1 0-1 0 0,-1 0 1 0 0,1 0 0 0 0,0 1 0 0 0,-1-1 0 0 0,1 1 0 0 0,0 0 0 0 0,0-1 0 0 0,0 1 0 0 0,0 0 0 0 0,0 0 0 0 0,0 0 0 0 0,1 0 0 0 0,-1 0 0 0 0,0 1 0 0 0,3-1-1 0 0,-4 0-60 0 0,0 1-1 0 0,0 0 1 0 0,0 0-1 0 0,0 0 0 0 0,0-1 1 0 0,1 1-1 0 0,-1 0 1 0 0,0 0-1 0 0,0 0 0 0 0,0 1 1 0 0,0-1-1 0 0,0 0 0 0 0,1 0 1 0 0,-1 1-1 0 0,0-1 1 0 0,0 0-1 0 0,0 1 0 0 0,0-1 1 0 0,0 1-1 0 0,0 0 1 0 0,0-1-1 0 0,0 1 0 0 0,0 0 1 0 0,-1-1-1 0 0,3 3 0 0 0,-2-2 16 0 0,-1 1-1 0 0,1 0 0 0 0,0 0 1 0 0,-1-1-1 0 0,1 1 0 0 0,-1 0 0 0 0,0 0 1 0 0,0 0-1 0 0,1-1 0 0 0,-1 1 0 0 0,0 0 1 0 0,-1 0-1 0 0,1 0 0 0 0,-1 2 0 0 0,0 2 43 0 0,0 0 0 0 0,-1 0 0 0 0,0 0 0 0 0,0 0 0 0 0,-1-1 0 0 0,0 1 0 0 0,0-1 0 0 0,-6 10 0 0 0,-33 23 353 0 0,40-36-480 0 0,0-1 1 0 0,-1 1-1 0 0,1-1 0 0 0,0 1 1 0 0,-1-1-1 0 0,1 0 0 0 0,-1 0 1 0 0,1 0-1 0 0,-1 0 0 0 0,1-1 1 0 0,-1 1-1 0 0,0-1 1 0 0,0 1-1 0 0,1-1 0 0 0,-1 0 1 0 0,0 0-1 0 0,1 0 0 0 0,-4-1 1 0 0,5 1-27 0 0,0-1 0 0 0,1 1 0 0 0,-1-1 0 0 0,0 0-1 0 0,1 1 1 0 0,-1-1 0 0 0,1 0 0 0 0,-1 1 0 0 0,1-1 0 0 0,-1 0 0 0 0,1 0 0 0 0,-1 1 0 0 0,1-1 0 0 0,0 0 0 0 0,0 0 0 0 0,-1 0 0 0 0,1 0 0 0 0,0 1 0 0 0,0-1 0 0 0,0 0 0 0 0,0 0 0 0 0,0 0 0 0 0,0 0 0 0 0,0 0-1 0 0,0 1 1 0 0,0-1 0 0 0,0 0 0 0 0,1 0 0 0 0,-1 0 0 0 0,0 0 0 0 0,1-1 0 0 0,12-27-627 0 0,-8 22 199 0 0,1 0 1 0 0,0 0-1 0 0,0 1 0 0 0,1 0 0 0 0,0 1 0 0 0,0-1 0 0 0,0 1 0 0 0,16-7 1 0 0,-17 9-211 0 0,1 0 1 0 0,0 1 0 0 0,0 0-1 0 0,1 0 1 0 0,-1 1 0 0 0,0 0 0 0 0,0 1-1 0 0,1-1 1 0 0,-1 1 0 0 0,0 0-1 0 0,10 2 1 0 0,2 1-1465 0 0,-1 2-39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1.2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5 1772 0 0,'-15'-5'6392'0'0,"-5"7"-3351"0"0,-15 9-981 0 0,25-7-1741 0 0,-8 2 17 0 0,0 1-1 0 0,0 0 1 0 0,1 2-1 0 0,0 0 1 0 0,1 1-1 0 0,-22 17 1 0 0,9 0 197 0 0,28-26-448 0 0,25-4 178 0 0,-1-2-129 0 0,0 2 0 0 0,0 0 0 0 0,0 2 0 0 0,0 0 0 0 0,33 4 0 0 0,-41-2-28 0 0,1 0-1 0 0,0 2 0 0 0,-1 0 1 0 0,0 1-1 0 0,25 9 0 0 0,-35-11-43 0 0,0 0 0 0 0,-1 0 0 0 0,1 0-1 0 0,-1 0 1 0 0,0 1 0 0 0,0 0 0 0 0,0 0-1 0 0,0 0 1 0 0,0 0 0 0 0,-1 1-1 0 0,1-1 1 0 0,-1 1 0 0 0,0 0 0 0 0,0 0-1 0 0,0 0 1 0 0,-1 0 0 0 0,1 1 0 0 0,-1-1-1 0 0,0 1 1 0 0,0-1 0 0 0,1 9-1 0 0,-2-9-17 0 0,-2 0-1 0 0,1 0 0 0 0,0 0 0 0 0,-1 0 0 0 0,0 0 0 0 0,0 0 0 0 0,0 0 0 0 0,0 0 0 0 0,0 0 0 0 0,-1 0 0 0 0,0-1 0 0 0,0 1 0 0 0,0 0 0 0 0,0-1 0 0 0,-1 0 0 0 0,1 0 0 0 0,-6 6 0 0 0,-4 4-14 0 0,-1-1-1 0 0,-23 17 1 0 0,31-26-185 0 0,-1 0 0 0 0,1 0 0 0 0,0 0 0 0 0,-1 0 0 0 0,0-1 1 0 0,-9 3-1 0 0,14-5 36 0 0,0 0 0 0 0,0 0 0 0 0,0 1 0 0 0,0-1 0 0 0,0 0 0 0 0,1 0 0 0 0,-1 0 0 0 0,0 0 0 0 0,0 0 0 0 0,0 0 0 0 0,0 0 0 0 0,0-1 0 0 0,0 1 0 0 0,1 0 0 0 0,-1 0 0 0 0,0-1 0 0 0,0 1 0 0 0,0-1 1 0 0,1 1-1 0 0,-1 0 0 0 0,-1-2 0 0 0,1 1-112 0 0,1 0 0 0 0,0 0 0 0 0,-1 0 0 0 0,1 0 0 0 0,0-1 0 0 0,-1 1 0 0 0,1 0 0 0 0,0 0 0 0 0,0 0 0 0 0,0-1 0 0 0,0 1 0 0 0,0 0-1 0 0,0 0 1 0 0,0-1 0 0 0,1 1 0 0 0,-1 0 0 0 0,0 0 0 0 0,1 0 0 0 0,-1 0 0 0 0,1 0 0 0 0,0-2 0 0 0,2-4-1606 0 0,0-1-1 0 0,1 1 0 0 0,0 0 0 0 0,4-7 0 0 0,3 2-537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1.5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112 35 296 0 0,'0'-11'2129'0'0,"-1"-13"9440"0"0,-4 25-6569 0 0,-5 14-3593 0 0,-6 15-372 0 0,2 2 0 0 0,0-1 0 0 0,2 2 0 0 0,-13 55 0 0 0,20-64-948 0 0,1 1 0 0 0,1-1 1 0 0,1 1-1 0 0,2 0 0 0 0,0 0 0 0 0,1 0 1 0 0,6 31-1 0 0,-5-46-104 0 0,1 0 1 0 0,0-1-1 0 0,0 1 1 0 0,0-1-1 0 0,1 0 0 0 0,1 1 1 0 0,0-2-1 0 0,0 1 1 0 0,1-1-1 0 0,0 0 1 0 0,0 0-1 0 0,0 0 1 0 0,15 12-1 0 0,-16-17-15 0 0,0 1-1 0 0,0-1 1 0 0,1 1-1 0 0,-1-1 1 0 0,1-1-1 0 0,0 1 1 0 0,-1-1-1 0 0,1 0 1 0 0,0-1 0 0 0,1 1-1 0 0,-1-1 1 0 0,0 0-1 0 0,0-1 1 0 0,0 1-1 0 0,1-1 1 0 0,-1 0-1 0 0,0-1 1 0 0,0 0-1 0 0,1 0 1 0 0,-1 0-1 0 0,0-1 1 0 0,0 1-1 0 0,7-5 1 0 0,-5 3-21 0 0,0-1 0 0 0,0-1 0 0 0,-1 1 0 0 0,0-1 0 0 0,0-1 0 0 0,0 1 0 0 0,-1-1 0 0 0,0 0 0 0 0,0-1 1 0 0,0 0-1 0 0,-1 0 0 0 0,7-10 0 0 0,-10 14 33 0 0,0 0 0 0 0,-1 0 1 0 0,1 0-1 0 0,-1 0 0 0 0,0 0 1 0 0,1 0-1 0 0,-1-1 0 0 0,-1 1 1 0 0,1 0-1 0 0,0-1 0 0 0,-1 1 0 0 0,0 0 1 0 0,0-1-1 0 0,0 1 0 0 0,0-1 1 0 0,0 1-1 0 0,-1 0 0 0 0,1-1 1 0 0,-1 1-1 0 0,0 0 0 0 0,0 0 1 0 0,0-1-1 0 0,-1 1 0 0 0,1 0 0 0 0,-1 0 1 0 0,0 0-1 0 0,1 0 0 0 0,-1 1 1 0 0,-1-1-1 0 0,1 0 0 0 0,0 1 1 0 0,-1 0-1 0 0,1-1 0 0 0,-4-1 1 0 0,-1 0-60 0 0,0 0 1 0 0,0 0 0 0 0,0 1 0 0 0,0 0 0 0 0,-1 1 0 0 0,1-1 0 0 0,-1 2 0 0 0,0-1 0 0 0,1 1 0 0 0,-1 0 0 0 0,-9 0-1 0 0,-14 1-1779 0 0,-43 5 0 0 0,35 0-5053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1.9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259 13 2068 0 0,'0'0'370'0'0,"0"0"0"0"0,3-2 3330 0 0,-2 2-3330 0 0,-1-1 0 0 0,0 1 0 0 0,0 0 0 0 0,0-1 0 0 0,1 1 0 0 0,-1 0 0 0 0,0-1 0 0 0,0 1 0 0 0,0-1 0 0 0,0 1 0 0 0,0 0 0 0 0,0-1 0 0 0,0 1 0 0 0,0 0 0 0 0,0-1 0 0 0,0 1 0 0 0,0-1 0 0 0,0 1 0 0 0,0-1 0 0 0,-12-1 3132 0 0,-18 9-2397 0 0,-3 11-8 0 0,19-10-771 0 0,-1 1-1 0 0,1 0 1 0 0,-19 16 0 0 0,13-7 7 0 0,2 0 1 0 0,-22 27-1 0 0,36-41-302 0 0,1 1 0 0 0,-1-1 1 0 0,1 1-1 0 0,0 0 0 0 0,0 0 0 0 0,1 1 0 0 0,-1-1 0 0 0,1 1 0 0 0,0-1 1 0 0,1 1-1 0 0,-1 0 0 0 0,1-1 0 0 0,0 1 0 0 0,1 0 0 0 0,0 0 1 0 0,0 10-1 0 0,1-15-34 0 0,-1 1 0 0 0,1 0 1 0 0,0 0-1 0 0,0-1 0 0 0,0 1 1 0 0,0 0-1 0 0,0-1 0 0 0,0 1 1 0 0,1-1-1 0 0,-1 0 0 0 0,0 1 1 0 0,1-1-1 0 0,-1 0 0 0 0,1 0 1 0 0,-1 0-1 0 0,1 0 0 0 0,0 0 1 0 0,0 0-1 0 0,-1 0 0 0 0,1 0 1 0 0,0-1-1 0 0,0 1 0 0 0,0-1 1 0 0,0 0-1 0 0,0 1 1 0 0,-1-1-1 0 0,5 0 0 0 0,3 1-39 0 0,0-1 0 0 0,0 0 0 0 0,-1-1 1 0 0,16-2-1 0 0,-9 0-127 0 0,-1-1 1 0 0,0-1 0 0 0,0 0-1 0 0,0 0 1 0 0,-1-2 0 0 0,0 0-1 0 0,0 0 1 0 0,22-17 0 0 0,-30 20 93 0 0,0 0 0 0 0,-1 1 0 0 0,0-1 0 0 0,0-1 0 0 0,0 1 0 0 0,-1-1 0 0 0,1 1 0 0 0,-1-1 0 0 0,0 0 0 0 0,0 0 0 0 0,-1-1 0 0 0,1 1 0 0 0,-1 0 0 0 0,0-1 0 0 0,-1 1 0 0 0,0-1 0 0 0,1 0 0 0 0,-2 0 0 0 0,1 1 0 0 0,-1-1 0 0 0,0 0 0 0 0,0 0 0 0 0,0 1 0 0 0,-1-1 0 0 0,-2-10 0 0 0,2 13 67 0 0,-2-7 41 0 0,1 0 0 0 0,0 0 0 0 0,0 1-1 0 0,0-12 248 0 0,5 52 433 0 0,-1-20-689 0 0,1-1 0 0 0,0 1 0 0 0,0-1 0 0 0,1 1 0 0 0,0-1 0 0 0,0 0-1 0 0,2-1 1 0 0,7 12 0 0 0,7 8-799 0 0,-16-23 335 0 0,-1 0-1 0 0,1-1 1 0 0,0 0-1 0 0,1 0 1 0 0,-1 0-1 0 0,1 0 1 0 0,0-1-1 0 0,0 1 1 0 0,6 3-1 0 0,-5-5-674 0 0,0 1-1 0 0,0-1 0 0 0,1-1 0 0 0,-1 1 1 0 0,0-1-1 0 0,1 0 0 0 0,0 0 0 0 0,-1-1 1 0 0,1 0-1 0 0,8 0 0 0 0,-2-1-1258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0:53.2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87 565 1340 0 0,'0'-1'455'0'0,"-10"-36"9211"0"0,10 36-9517 0 0,0 0 0 0 0,0 0 0 0 0,0 1 0 0 0,0-1-1 0 0,0 0 1 0 0,0 1 0 0 0,0-1 0 0 0,0 0 0 0 0,0 1 0 0 0,0-1 0 0 0,1 0 0 0 0,-1 1 0 0 0,0-1 0 0 0,0 0 0 0 0,1 1 0 0 0,-1-1 0 0 0,1 0 0 0 0,-1 1 0 0 0,0-1 0 0 0,2 0 0 0 0,-2 1-73 0 0,1-1 1 0 0,0 1 0 0 0,0 0 0 0 0,0 0 0 0 0,0-1 0 0 0,0 1 0 0 0,0 0 0 0 0,0 0 0 0 0,0 0 0 0 0,0 0 0 0 0,0 0 0 0 0,-1 1 0 0 0,1-1-1 0 0,0 0 1 0 0,0 0 0 0 0,0 1 0 0 0,0-1 0 0 0,0 0 0 0 0,0 1 0 0 0,-1-1 0 0 0,2 1 0 0 0,5 3 253 0 0,0 0 0 0 0,0 0-1 0 0,0 1 1 0 0,-1 0 0 0 0,0 0 0 0 0,0 0 0 0 0,0 1 0 0 0,-1 0 0 0 0,1 0-1 0 0,7 13 1 0 0,-3-2 155 0 0,0 1 0 0 0,-1-1 0 0 0,8 25 0 0 0,-15-36-457 0 0,0 1 0 0 0,-1-1 0 0 0,0 0-1 0 0,0 1 1 0 0,1 10 0 0 0,-2-17-101 0 0,-13-38-1982 0 0,12 31 1960 0 0,-3-10-55 0 0,1 0 0 0 0,-2-22 0 0 0,5 36 140 0 0,0-1 0 0 0,-1 1 0 0 0,2-1 0 0 0,-1 1 0 0 0,0-1 0 0 0,1 1 0 0 0,-1-1 0 0 0,1 1 0 0 0,0-1 0 0 0,0 1 0 0 0,1 0 0 0 0,-1 0 0 0 0,1-1 0 0 0,-1 1 0 0 0,1 0 0 0 0,0 0-1 0 0,4-4 1 0 0,-5 6 9 0 0,-1 1-1 0 0,1 0 1 0 0,-1 0-1 0 0,1 0 1 0 0,-1-1-1 0 0,1 1 1 0 0,-1 0-1 0 0,1 0 0 0 0,-1 0 1 0 0,1 0-1 0 0,-1 0 1 0 0,1 0-1 0 0,-1 0 1 0 0,1 0-1 0 0,-1 0 1 0 0,1 0-1 0 0,-1 0 0 0 0,1 0 1 0 0,-1 0-1 0 0,1 1 1 0 0,-1-1-1 0 0,1 0 1 0 0,-1 0-1 0 0,1 1 1 0 0,-1-1-1 0 0,0 0 1 0 0,1 1-1 0 0,-1-1 50 0 0,0 0 0 0 0,0 0 1 0 0,1 0-1 0 0,-1 1 0 0 0,0-1 0 0 0,0 0 1 0 0,0 0-1 0 0,0 0 0 0 0,0 0 0 0 0,0 0 1 0 0,0 0-1 0 0,0 0 0 0 0,1 0 0 0 0,-1 1 1 0 0,0-1-1 0 0,0 0 0 0 0,0 0 0 0 0,0 0 0 0 0,0 0 1 0 0,0 0-1 0 0,1 0 0 0 0,-1 0 0 0 0,0 0 1 0 0,0 0-1 0 0,0 0 0 0 0,0 0 0 0 0,0 0 1 0 0,1 0-1 0 0,-1 0 0 0 0,0 0 0 0 0,0 0 1 0 0,0 0-1 0 0,0 0 0 0 0,0 0 0 0 0,1 0 1 0 0,-1 0-1 0 0,0 0 0 0 0,0 0 0 0 0,0 0 0 0 0,0 0 1 0 0,0 0-1 0 0,1-1 0 0 0,-1 1 0 0 0,0 0 1 0 0,0 0-1 0 0,0 0 0 0 0,0 0 0 0 0,0 0 1 0 0,0 0-1 0 0,0 0 0 0 0,0-1 0 0 0,0 1 1 0 0,1 0-1 0 0,-1 0 0 0 0,0 0 0 0 0,0 0 1 0 0,0 0-1 0 0,0 0 0 0 0,0-1 0 0 0,0 1 0 0 0,0 0 1 0 0,0 0-1 0 0,0-1 15 0 0,0-12-62 0 0,0 13 3 0 0,0-42 392 0 0,-12-42 84 0 0,12 75-478 0 0,-1-1 1 0 0,0 0-1 0 0,0 1 0 0 0,-5-19 0 0 0,2 4-27 0 0,1 0-1 0 0,0 0 1 0 0,2-1-1 0 0,4-45 0 0 0,-1 8-40 0 0,-2 43 62 0 0,0 11 13 0 0,1 0 0 0 0,-1 0 0 0 0,0 0 0 0 0,-1 0 0 0 0,0 1 0 0 0,-1-1 0 0 0,1 0 0 0 0,-1 1 0 0 0,-5-13 0 0 0,5 22 17 0 0,0 0 0 0 0,1 0 0 0 0,-1 0 0 0 0,0 0 1 0 0,1 0-1 0 0,0 0 0 0 0,-1 1 0 0 0,1-1 0 0 0,0 1 0 0 0,0-1 1 0 0,0 3-1 0 0,-6 33 35 0 0,2 0 0 0 0,2 1 0 0 0,1-1 1 0 0,2 0-1 0 0,1 1 0 0 0,3-1 0 0 0,1 0 0 0 0,13 50 1 0 0,-12-62-9 0 0,4 49 0 0 0,-8-53-11 0 0,1 27 51 0 0,-3-33-65 0 0,1-1 0 0 0,1 0 0 0 0,5 24 0 0 0,-5-33-25 0 0,-1-1 0 0 0,0 1 0 0 0,0 0 1 0 0,0 0-1 0 0,-1 11 0 0 0,0-15 11 0 0,0 0 0 0 0,0 0 0 0 0,-1 0 0 0 0,1 0 0 0 0,-1 0-1 0 0,1 0 1 0 0,-1 0 0 0 0,0 0 0 0 0,0 0 0 0 0,0 0 0 0 0,0-1 0 0 0,0 1 0 0 0,0 0 0 0 0,0-1 0 0 0,-1 1 0 0 0,1-1 0 0 0,-1 1-1 0 0,1-1 1 0 0,-1 1 0 0 0,-2 1 0 0 0,-11 9 65 0 0,13-9-77 0 0,-1-1 0 0 0,0 1 0 0 0,0 0 0 0 0,-1-1 0 0 0,1 0 0 0 0,-6 3 0 0 0,7-4-4 0 0,0-1 0 0 0,-1 1-1 0 0,1-1 1 0 0,0 0 0 0 0,-1 0 0 0 0,1 1 0 0 0,0-2 0 0 0,-1 1 0 0 0,1 0-1 0 0,0 0 1 0 0,-1-1 0 0 0,1 1 0 0 0,0-1 0 0 0,0 0 0 0 0,0 0-1 0 0,-1 1 1 0 0,1-1 0 0 0,0-1 0 0 0,0 1 0 0 0,0 0 0 0 0,0 0-1 0 0,1-1 1 0 0,-1 1 0 0 0,-2-3 0 0 0,-5-5-20 0 0,0 0 0 0 0,1 0 0 0 0,-7-11 1 0 0,15 20 21 0 0,-11-16-41 0 0,1 0 1 0 0,0 0 0 0 0,1 0 0 0 0,1-1 0 0 0,1-1 0 0 0,0 1 0 0 0,-7-31 0 0 0,14 43 26 0 0,-1 0 0 0 0,1 0-1 0 0,0 1 1 0 0,0-1 0 0 0,0 0 0 0 0,0 0 0 0 0,1 1 0 0 0,0-1 0 0 0,0 0-1 0 0,0 1 1 0 0,1-1 0 0 0,0 1 0 0 0,0 0 0 0 0,0-1 0 0 0,0 1 0 0 0,0 0-1 0 0,1 0 1 0 0,0 0 0 0 0,0 0 0 0 0,0 1 0 0 0,0-1 0 0 0,0 1 0 0 0,1 0-1 0 0,0 0 1 0 0,-1 0 0 0 0,8-3 0 0 0,0-1-239 0 0,1 1 1 0 0,0 0 0 0 0,0 1-1 0 0,0 1 1 0 0,0 0-1 0 0,1 0 1 0 0,0 1-1 0 0,20-2 1 0 0,-30 5-101 0 0,1 0 1 0 0,-1 0-1 0 0,1 0 1 0 0,0 1-1 0 0,-1-1 1 0 0,1 1-1 0 0,-1 0 1 0 0,1 0-1 0 0,-1 0 1 0 0,0 0-1 0 0,1 1 1 0 0,-1-1-1 0 0,0 1 1 0 0,0 0-1 0 0,0 0 1 0 0,0 0-1 0 0,4 4 1 0 0,-2-1-1074 0 0,0 0 0 0 0,0 1 0 0 0,0 0 1 0 0,-1 0-1 0 0,0 0 0 0 0,0 1 0 0 0,4 8 1 0 0,1 2-1235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2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1596 266 504 0 0,'26'-25'4119'0'0,"-17"16"-3513"0"0,-1 1 1 0 0,1 0-1 0 0,1 0 0 0 0,-1 1 0 0 0,1 0 1 0 0,18-9-1 0 0,29-7 209 0 0,0 2 1 0 0,92-20-1 0 0,123-7 8 0 0,-70 24-153 0 0,1 9-1 0 0,0 9 0 0 0,340 34 0 0 0,-180 1-72 0 0,273 36 15 0 0,-563-52-477 0 0,-2 4-1 0 0,0 4 1 0 0,-1 2 0 0 0,-1 3 0 0 0,-1 3-1 0 0,-2 3 1 0 0,-1 3 0 0 0,-1 3-1 0 0,76 61 1 0 0,595 484 1921 0 0,-673-530-1904 0 0,-3 3-1 0 0,-2 2 1 0 0,-3 2-1 0 0,-2 3 1 0 0,62 100 0 0 0,-75-93-32 0 0,-3 2 1 0 0,-2 2 0 0 0,25 85-1 0 0,-24-38 176 0 0,26 159 0 0 0,-46-173 263 0 0,-5 0-1 0 0,-4 172 0 0 0,-47 181 590 0 0,-33-4-386 0 0,43-309-440 0 0,-6-1 1 0 0,-6-2-1 0 0,-80 179 0 0 0,-232 387 1098 0 0,295-615-1264 0 0,-4-3 0 0 0,-4-2 0 0 0,-107 109 0 0 0,-374 348-492 0 0,201-246 324 0 0,75-69 546 0 0,-11-3-23 0 0,224-189-368 0 0,-2-2 0 0 0,-1-3-1 0 0,-70 27 1 0 0,21-16-28 0 0,-302 118 60 0 0,-59-19-413 0 0,402-126 226 0 0,15-5 15 0 0,-61 5 0 0 0,25-5 26 0 0,-134 9 175 0 0,171-19-115 0 0,14-2-10 0 0,-1-3 1 0 0,0-1 0 0 0,1-2 0 0 0,-45-10-1 0 0,58 8-42 0 0,-35-6 81 0 0,1-2 0 0 0,-71-27-1 0 0,113 33-74 0 0,-9-3-30 0 0,0 0-1 0 0,0-2 1 0 0,1-2-1 0 0,1 0 1 0 0,0-2 0 0 0,-30-24-1 0 0,30 16-40 0 0,-34-39 1 0 0,6-5-77 0 0,-64-104 0 0 0,81 114 61 0 0,20 33-6 0 0,1-1 1 0 0,-22-49-1 0 0,-18-43-134 0 0,37 82 131 0 0,-144-252 36 0 0,144 257 32 0 0,-8-20 34 0 0,-34-94 0 0 0,3 10-10 0 0,17 37-44 0 0,-37-130 0 0 0,32 88-60 0 0,-36-166-92 0 0,58 198 86 0 0,-17-145-218 0 0,23 119 133 0 0,4 20 28 0 0,-19-92-4 0 0,-26-134 330 0 0,42 218-115 0 0,-27-244 91 0 0,7-658-734 0 0,38 966 505 0 0,-1-54 75 0 0,23-189 0 0 0,-19 284-17 0 0,8-58-29 0 0,3 1-1 0 0,37-110 0 0 0,27-55-361 0 0,-50 145 55 0 0,13-41-417 0 0,74-215-2624 0 0,-92 293 1555 0 0,3 1-1 0 0,2 1 0 0 0,65-97 1 0 0,-81 138 543 0 0,1-1 1 0 0,1 2-1 0 0,0-1 1 0 0,1 2-1 0 0,0 0 1 0 0,1 1 0 0 0,0 1-1 0 0,1 0 1 0 0,0 1-1 0 0,26-10 1 0 0,-10 6-1162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3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58 1352 0 0,'-18'-34'8864'0'0,"17"32"-8400"0"0,0 0 1 0 0,0 1 0 0 0,-1-1-1 0 0,1 0 1 0 0,0 0-1 0 0,-1 1 1 0 0,1-1 0 0 0,-1 1-1 0 0,0-1 1 0 0,1 1-1 0 0,-1 0 1 0 0,0-1 0 0 0,-3 0-1 0 0,11 27 1338 0 0,41 108-191 0 0,-18-59-1182 0 0,17 67 142 0 0,36 188 0 0 0,-7 153-118 0 0,-39-86-2387 0 0,-34-352-171 0 0,-5 70 0 0 0,0-93-304 0 0,-9 36 0 0 0,8-43 254 0 0,0 0 0 0 0,-2-1 0 0 0,-9 19 0 0 0,6-16-68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3.9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22 271 1460 0 0,'-1'-1'325'0'0,"0"1"0"0"0,1 0-1 0 0,-1-1 1 0 0,0 1 0 0 0,1 0 0 0 0,-1-1-1 0 0,0 1 1 0 0,0 0 0 0 0,1 0 0 0 0,-1-1-1 0 0,0 1 1 0 0,0 0 0 0 0,1 0-1 0 0,-1 0 1 0 0,0 0 0 0 0,0 0 0 0 0,1 0-1 0 0,-1 0 1 0 0,0 1 0 0 0,0-1 0 0 0,1 0-1 0 0,-1 0 1 0 0,-1 1 0 0 0,2 0-109 0 0,-1-1 0 0 0,1 1 0 0 0,0 0 0 0 0,-1-1 0 0 0,1 1 0 0 0,0-1 0 0 0,0 1 0 0 0,0 0 1 0 0,0 0-1 0 0,0-1 0 0 0,0 1 0 0 0,-1 0 0 0 0,2-1 0 0 0,-1 1 0 0 0,0 0 0 0 0,0-1 0 0 0,0 1 0 0 0,0 0 0 0 0,0-1 0 0 0,1 2 0 0 0,9 22 2002 0 0,-3-11-2154 0 0,6 9 923 0 0,2-1 0 0 0,27 30 0 0 0,-34-43-827 0 0,0 0 0 0 0,1-1-1 0 0,0 1 1 0 0,0-2 0 0 0,1 1 0 0 0,0-1 0 0 0,0-1 0 0 0,14 6 0 0 0,-17-9-133 0 0,1 1 1 0 0,-1-1 0 0 0,1-1-1 0 0,-1 1 1 0 0,1-2 0 0 0,0 1-1 0 0,-1-1 1 0 0,1 0 0 0 0,0 0-1 0 0,0-1 1 0 0,-1 0 0 0 0,1 0-1 0 0,-1-1 1 0 0,1 0 0 0 0,13-6-1 0 0,-13 4-1 0 0,1 0 0 0 0,0-1 0 0 0,-1 0 0 0 0,0-1 0 0 0,0 0 0 0 0,-1 0 0 0 0,0-1 0 0 0,0 1 0 0 0,0-2 0 0 0,-1 1 0 0 0,0-1 0 0 0,6-9 0 0 0,4-15-245 0 0,-1-1-1 0 0,-1 0 0 0 0,-2-1 1 0 0,11-51-1 0 0,16-42-3963 0 0,-38 124 3688 0 0,1 0 1 0 0,-1 0-1 0 0,1 0 0 0 0,0 0 0 0 0,0 0 0 0 0,1 0 0 0 0,-1 1 1 0 0,0-1-1 0 0,1 1 0 0 0,0-1 0 0 0,3-1 0 0 0,3-4-4359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4.3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80 380 0 0,'-24'-24'7382'0'0,"8"7"-1527"0"0,15 18-5775 0 0,1-1-1 0 0,-1 1 1 0 0,0 0 0 0 0,1 0 0 0 0,-1-1 0 0 0,1 1 0 0 0,-1 0 0 0 0,1 0 0 0 0,-1 0 0 0 0,1 0 0 0 0,0-1 0 0 0,-1 1 0 0 0,1 0 0 0 0,0 0 0 0 0,0 0-1 0 0,-1 0 1 0 0,1 0 0 0 0,0 0 0 0 0,0 0 0 0 0,0 0 0 0 0,0 0 0 0 0,0 0 0 0 0,1 0 0 0 0,-1 0 0 0 0,0 1 0 0 0,4 29 501 0 0,17 48 337 0 0,-14-56-704 0 0,1-1-1 0 0,1 0 1 0 0,13 23-1 0 0,-17-35-157 0 0,1-1 0 0 0,0 0 0 0 0,1 0 0 0 0,0 0 0 0 0,0-1 0 0 0,1 0-1 0 0,0-1 1 0 0,1 1 0 0 0,15 9 0 0 0,-20-14-48 0 0,1 0 0 0 0,0-1 0 0 0,-1 0 0 0 0,1 0 0 0 0,0 0 0 0 0,0-1 0 0 0,0 1 0 0 0,0-1 1 0 0,0-1-1 0 0,0 1 0 0 0,0-1 0 0 0,1 1 0 0 0,-1-1 0 0 0,0-1 0 0 0,0 1 0 0 0,0-1 0 0 0,0 0 0 0 0,0 0 0 0 0,0-1 0 0 0,0 1 0 0 0,0-1 0 0 0,9-4 0 0 0,-2-1-10 0 0,0 0-1 0 0,-1 0 0 0 0,1-1 1 0 0,-1 0-1 0 0,-1-1 0 0 0,12-12 0 0 0,-18 16 3 0 0,0 0 0 0 0,0-1 0 0 0,0 1-1 0 0,-1-1 1 0 0,0 0 0 0 0,0 1-1 0 0,-1-2 1 0 0,0 1 0 0 0,0 0 0 0 0,0 0-1 0 0,-1-1 1 0 0,0 1 0 0 0,0-1 0 0 0,0 1-1 0 0,-1-8 1 0 0,-1 2-48 0 0,0-1-1 0 0,-1 0 1 0 0,-1 1-1 0 0,0 0 1 0 0,0-1-1 0 0,-1 1 1 0 0,-1 0-1 0 0,0 1 1 0 0,-1-1-1 0 0,0 1 1 0 0,-1 0-1 0 0,0 1 1 0 0,0-1 0 0 0,-1 1-1 0 0,-19-17 1 0 0,26 26-10 0 0,0 0-1 0 0,-1 0 1 0 0,0 0 0 0 0,1 0 0 0 0,-1 0 0 0 0,0 1 0 0 0,1-1 0 0 0,-1 0 0 0 0,0 1 0 0 0,0-1-1 0 0,1 1 1 0 0,-1 0 0 0 0,0 0 0 0 0,0 0 0 0 0,-3 0 0 0 0,-4-1-2807 0 0,0 0-3475 0 0,12 6 1858 0 0,0-2 2201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4.7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10 12 0 0,'10'-5'2831'0'0,"1"1"5957"0"0,-17 19-5246 0 0,-33 39-1362 0 0,5-8-1569 0 0,28-36-553 0 0,-20 37 41 0 0,25-44-108 0 0,0 0-1 0 0,0 0 0 0 0,0 0 0 0 0,0 0 0 0 0,0 0 0 0 0,1 0 0 0 0,0 0 1 0 0,-1 0-1 0 0,1 0 0 0 0,0 0 0 0 0,1 0 0 0 0,-1 0 0 0 0,0-1 1 0 0,2 7-1 0 0,0-5 27 0 0,0-1-1 0 0,0 0 1 0 0,0 1 0 0 0,0-1 0 0 0,1 0 0 0 0,4 5 0 0 0,-4-5 25 0 0,0 0 0 0 0,-1-1 0 0 0,1 2 0 0 0,-1-1 0 0 0,0 0 0 0 0,0 0 0 0 0,0 1 0 0 0,0-1 0 0 0,0 1 0 0 0,1 5 0 0 0,2 19 92 0 0,-1-1 0 0 0,-1 1 0 0 0,0 34 0 0 0,-5-53 1520 0 0,0-3-6259 0 0,15-21-10226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5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1 222 1000 0 0,'23'-14'6597'0'0,"23"-1"-3078"0"0,-18 6-2693 0 0,-21 6-632 0 0,124-50 2743 0 0,-112 44-2455 0 0,0-1 1 0 0,-1-1 0 0 0,0-1 0 0 0,24-21-1 0 0,-40 32-467 0 0,-1 0 0 0 0,0 1 1 0 0,0-1-1 0 0,0 0 0 0 0,0 0 0 0 0,0 0 0 0 0,0 0 0 0 0,0 0 0 0 0,-1 0 0 0 0,1 0 1 0 0,0 0-1 0 0,0 0 0 0 0,-1-1 0 0 0,1 1 0 0 0,-1 0 0 0 0,1 0 0 0 0,-1-1 0 0 0,0 1 0 0 0,1 0 1 0 0,-1-1-1 0 0,0 1 0 0 0,0 0 0 0 0,0-1 0 0 0,0 1 0 0 0,0 0 0 0 0,0-1 0 0 0,0 1 0 0 0,0 0 1 0 0,-1-3-1 0 0,-1 2-34 0 0,1 1 1 0 0,0 0-1 0 0,-1-1 1 0 0,1 1-1 0 0,-1 0 1 0 0,1 0-1 0 0,-1 0 1 0 0,1 0-1 0 0,-1 0 0 0 0,0 1 1 0 0,1-1-1 0 0,-1 0 1 0 0,0 1-1 0 0,0-1 1 0 0,0 1-1 0 0,1 0 1 0 0,-1-1-1 0 0,0 1 1 0 0,0 0-1 0 0,0 0 1 0 0,-2 0-1 0 0,-6 1-26 0 0,0 0 0 0 0,0 0 0 0 0,0 1-1 0 0,0 0 1 0 0,1 0 0 0 0,-1 1 0 0 0,1 1 0 0 0,-1-1-1 0 0,1 1 1 0 0,0 1 0 0 0,0 0 0 0 0,1 0 0 0 0,0 1-1 0 0,0 0 1 0 0,0 1 0 0 0,0-1 0 0 0,1 1-1 0 0,0 1 1 0 0,1-1 0 0 0,-7 10 0 0 0,6-5 64 0 0,0 0 0 0 0,1 1 0 0 0,0 0 1 0 0,1 0-1 0 0,0 0 0 0 0,1 0 0 0 0,1 1 1 0 0,-3 20-1 0 0,6-29-23 0 0,0-1 0 0 0,-1 1 0 0 0,2-1 0 0 0,-1 1 0 0 0,1 0-1 0 0,-1-1 1 0 0,1 1 0 0 0,0-1 0 0 0,1 0 0 0 0,-1 1 0 0 0,1-1 0 0 0,0 0 0 0 0,0 0 0 0 0,0 0 0 0 0,1 0 0 0 0,-1 0 0 0 0,1 0 0 0 0,0-1 0 0 0,0 1 0 0 0,0-1 0 0 0,0 0 0 0 0,1 0 0 0 0,-1 0 0 0 0,1 0 0 0 0,0-1-1 0 0,0 0 1 0 0,0 1 0 0 0,0-1 0 0 0,0-1 0 0 0,6 3 0 0 0,4 0-255 0 0,0 0 0 0 0,0-1 1 0 0,1-1-1 0 0,0 0 0 0 0,-1-1 0 0 0,1 0 0 0 0,0-1 0 0 0,0-1 0 0 0,-1 0 1 0 0,30-7-1 0 0,-22 3-1249 0 0,0-2 0 0 0,-1 0 0 0 0,1-1 0 0 0,-1-1 0 0 0,-1-2 1 0 0,29-18-1 0 0,-31 16-560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5.4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 14 1704 0 0,'-3'-2'952'0'0,"-1"0"1"0"0,0 0-1 0 0,0 1 0 0 0,0-1 1 0 0,0 1-1 0 0,0 0 0 0 0,0 0 1 0 0,-7 0-1 0 0,11 1-867 0 0,-1 0 0 0 0,0 0 1 0 0,0 0-1 0 0,0 0 0 0 0,0 0 0 0 0,1 0 0 0 0,-1 0 1 0 0,0 0-1 0 0,0 1 0 0 0,0-1 0 0 0,1 0 0 0 0,-1 1 1 0 0,0-1-1 0 0,0 0 0 0 0,1 1 0 0 0,-1-1 0 0 0,0 1 0 0 0,1-1 1 0 0,-1 1-1 0 0,1-1 0 0 0,-1 1 0 0 0,0-1 0 0 0,1 1 1 0 0,-1 0-1 0 0,1-1 0 0 0,0 1 0 0 0,-1 0 0 0 0,1 0 0 0 0,-1-1 1 0 0,1 1-1 0 0,0 0 0 0 0,0 0 0 0 0,-1 0 0 0 0,1-1 1 0 0,0 1-1 0 0,0 0 0 0 0,0 0 0 0 0,0 0 0 0 0,0-1 0 0 0,0 1 1 0 0,0 0-1 0 0,0 0 0 0 0,0 0 0 0 0,1-1 0 0 0,-1 1 1 0 0,0 0-1 0 0,0 0 0 0 0,1 0 0 0 0,-1-1 0 0 0,1 1 0 0 0,-1 1 1 0 0,8 18 309 0 0,1 0 0 0 0,0-1 0 0 0,1 0 0 0 0,1 0 0 0 0,1-1 0 0 0,19 23 1 0 0,30 49 533 0 0,-47-65-652 0 0,-2 0-1 0 0,0 1 0 0 0,-2 1 0 0 0,10 36 0 0 0,-16-45-174 0 0,-1 1-1 0 0,0 0 0 0 0,-2 0 1 0 0,0 0-1 0 0,-1 0 0 0 0,-1 0 1 0 0,-5 27-1 0 0,6-45-98 0 0,-1 6 5 0 0,0 0 0 0 0,0-1 0 0 0,0 1-1 0 0,-1-1 1 0 0,0 1 0 0 0,-1-1 0 0 0,1 0 0 0 0,-1 0-1 0 0,-6 8 1 0 0,7-17-41 0 0,0 0 0 0 0,1-1 1 0 0,-1 1-1 0 0,0-1 0 0 0,1 0 0 0 0,0 0 0 0 0,0 1 0 0 0,-1-6 0 0 0,1-12-57 0 0,0 0 0 0 0,2 0 1 0 0,0 0-1 0 0,1 0 0 0 0,2 0 0 0 0,5-21 0 0 0,-4 24-151 0 0,1-1 0 0 0,1 1 0 0 0,14-29 0 0 0,-15 38-133 0 0,0 0 0 0 0,0 1 0 0 0,1 0 0 0 0,0 0 0 0 0,0 1 0 0 0,1 0 0 0 0,0 0 0 0 0,0 1 0 0 0,1 0 0 0 0,-1 0 0 0 0,1 1 0 0 0,1 0 0 0 0,12-5 0 0 0,8-1-2405 0 0,0 1 0 0 0,0 2-1 0 0,36-5 1 0 0,-36 7 532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5.7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157 7 768 0 0,'0'0'224'0'0,"0"0"0"0"0,0-1 0 0 0,0 1 0 0 0,-2-5 5600 0 0,2 5-5600 0 0,0 0 1 0 0,-1 0-1 0 0,1 0 0 0 0,0 0 0 0 0,0 0 0 0 0,0 0 0 0 0,-1 0 0 0 0,1 0 0 0 0,0 0 0 0 0,0 0 0 0 0,0 0 0 0 0,-1 0 0 0 0,1 0 0 0 0,0 0 0 0 0,0 0 0 0 0,0 0 0 0 0,-1 0 0 0 0,1 0 0 0 0,0 0 0 0 0,0 0 0 0 0,0 0 0 0 0,-1 0 0 0 0,1 0 0 0 0,0 1 0 0 0,-17 10 2777 0 0,-13 18-2513 0 0,30-29-463 0 0,-13 14 302 0 0,2 0 1 0 0,-1 0 0 0 0,2 1-1 0 0,0 1 1 0 0,1 0-1 0 0,0 0 1 0 0,-8 25-1 0 0,14-35-301 0 0,1 1-1 0 0,0-1 1 0 0,1 0-1 0 0,0 1 1 0 0,0-1-1 0 0,0 1 1 0 0,1-1-1 0 0,0 1 1 0 0,0-1-1 0 0,0 1 0 0 0,1-1 1 0 0,0 1-1 0 0,0-1 1 0 0,1 0-1 0 0,0 1 1 0 0,0-1-1 0 0,0 0 1 0 0,1 0-1 0 0,0 0 1 0 0,0-1-1 0 0,0 1 1 0 0,1-1-1 0 0,7 9 0 0 0,-9-12-53 0 0,0 1-1 0 0,1-1 0 0 0,-1 0 0 0 0,0 0 0 0 0,1-1 0 0 0,-1 1 1 0 0,1 0-1 0 0,0-1 0 0 0,0 0 0 0 0,-1 1 0 0 0,1-1 0 0 0,0 0 1 0 0,0-1-1 0 0,0 1 0 0 0,0 0 0 0 0,0-1 0 0 0,0 0 0 0 0,1 1 1 0 0,-1-1-1 0 0,0-1 0 0 0,0 1 0 0 0,0 0 0 0 0,0-1 0 0 0,0 1 1 0 0,0-1-1 0 0,0 0 0 0 0,0 0 0 0 0,0 0 0 0 0,3-2 0 0 0,0 0-68 0 0,-1-1 1 0 0,1 1-1 0 0,-1-1 0 0 0,1 0 0 0 0,-1-1 0 0 0,-1 1 0 0 0,1-1 0 0 0,-1 0 0 0 0,1 0 0 0 0,-1 0 0 0 0,-1-1 0 0 0,5-8 0 0 0,-3 3 16 0 0,0 0-1 0 0,-1-1 1 0 0,-1 1 0 0 0,0-1 0 0 0,-1 0-1 0 0,0 0 1 0 0,-1 0 0 0 0,0-24-1 0 0,-3 2 111 0 0,-12-63-1 0 0,17 96 209 0 0,5 8-72 0 0,20 22-61 0 0,12 11-510 0 0,-33-35-18 0 0,0 0 0 0 0,1 0 1 0 0,0-1-1 0 0,0 0 0 0 0,0 0 1 0 0,0-1-1 0 0,1 0 0 0 0,-1-1 1 0 0,17 3-1 0 0,-13-3-1773 0 0,1-1 0 0 0,-1 0 0 0 0,22-3-1 0 0,-19 0-98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6.1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120 4 544 0 0,'-3'-1'727'0'0,"0"0"1"0"0,0 1-1 0 0,0-1 0 0 0,0 1 0 0 0,-1 0 1 0 0,1 0-1 0 0,0 0 0 0 0,0 0 0 0 0,-6 2 1 0 0,5-1-337 0 0,0 0 0 0 0,0 1 0 0 0,0-1 0 0 0,0 1 1 0 0,0 0-1 0 0,-6 4 0 0 0,5-2-313 0 0,1-1 1 0 0,-1 1-1 0 0,1 0 0 0 0,0 0 1 0 0,0 1-1 0 0,1-1 0 0 0,0 1 1 0 0,-1 0-1 0 0,1-1 0 0 0,1 2 1 0 0,-4 6-1 0 0,6-11-24 0 0,-1 1 1 0 0,1 0-1 0 0,0-1 1 0 0,0 1-1 0 0,0-1 0 0 0,0 1 1 0 0,0 0-1 0 0,0-1 0 0 0,0 1 1 0 0,0-1-1 0 0,1 1 0 0 0,-1-1 1 0 0,0 1-1 0 0,1 0 1 0 0,0-1-1 0 0,-1 0 0 0 0,1 1 1 0 0,0-1-1 0 0,1 3 0 0 0,24 27 927 0 0,-4-6-475 0 0,-1 13 239 0 0,31 76 1 0 0,-46-98-593 0 0,-1 0 0 0 0,-1 1 0 0 0,-1-1 0 0 0,0 1 0 0 0,-1 0 0 0 0,-1 26 1 0 0,-1-43-276 0 0,0 1 0 0 0,0 0 0 0 0,0-1 0 0 0,0 1 1 0 0,0 0-1 0 0,-1-1 0 0 0,1 1 0 0 0,0 0 0 0 0,-1-1 1 0 0,1 1-1 0 0,0 0 0 0 0,-1-1 0 0 0,1 1 0 0 0,-1-1 1 0 0,1 1-1 0 0,-1-1 0 0 0,1 1 0 0 0,-1-1 0 0 0,1 1 1 0 0,-1-1-1 0 0,0 0 0 0 0,1 1 0 0 0,-1-1 1 0 0,1 0-1 0 0,-1 0 0 0 0,0 1 0 0 0,1-1 0 0 0,-1 0 1 0 0,0 0-1 0 0,0 0 0 0 0,1 0 0 0 0,-1 0 0 0 0,-1 0 1 0 0,-26-1-9085 0 0,19 1 6857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6.6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17 1212 0 0,'-1'-1'429'0'0,"0"-1"0"0"0,-1 1 1 0 0,1 0-1 0 0,0 0 0 0 0,0 0 0 0 0,-1 0 0 0 0,1 0 0 0 0,0 0 1 0 0,-1 0-1 0 0,1 0 0 0 0,-1 0 0 0 0,1 1 0 0 0,-1-1 0 0 0,0 1 1 0 0,1-1-1 0 0,-1 1 0 0 0,0-1 0 0 0,1 1 0 0 0,-1 0 0 0 0,0 0 0 0 0,1 0 1 0 0,-1 0-1 0 0,0 0 0 0 0,1 0 0 0 0,-1 1 0 0 0,-3 0 0 0 0,3 1-279 0 0,0 0 0 0 0,0 0 0 0 0,0 0-1 0 0,0 0 1 0 0,1 0 0 0 0,-1 0 0 0 0,1 1-1 0 0,-1-1 1 0 0,1 1 0 0 0,0-1-1 0 0,0 1 1 0 0,0-1 0 0 0,0 1 0 0 0,0 0-1 0 0,1-1 1 0 0,-1 6 0 0 0,-6 30 187 0 0,1 0 0 0 0,3 0-1 0 0,1 1 1 0 0,1 0 0 0 0,3-1 0 0 0,11 73 0 0 0,-9-88-318 0 0,2-1-1 0 0,0 1 1 0 0,1-2-1 0 0,1 1 1 0 0,2-1 0 0 0,0 0-1 0 0,1-1 1 0 0,1 0 0 0 0,0 0-1 0 0,2-2 1 0 0,0 0-1 0 0,31 30 1 0 0,-42-45-21 0 0,1 0-1 0 0,-1 0 1 0 0,1-1 0 0 0,0 1-1 0 0,0-1 1 0 0,0 0 0 0 0,0 0-1 0 0,0-1 1 0 0,1 1 0 0 0,-1-1-1 0 0,1 0 1 0 0,-1 0 0 0 0,0 0-1 0 0,1-1 1 0 0,0 1 0 0 0,-1-1 0 0 0,1 0-1 0 0,-1-1 1 0 0,1 1 0 0 0,-1-1-1 0 0,1 0 1 0 0,-1 0 0 0 0,0 0-1 0 0,1 0 1 0 0,-1-1 0 0 0,5-2-1 0 0,-3 1-3 0 0,0 0 0 0 0,0-1 0 0 0,-1 0 0 0 0,1 0 1 0 0,-1 0-1 0 0,0-1 0 0 0,0 0 0 0 0,-1 0 0 0 0,1 0 0 0 0,-1 0 0 0 0,0 0 0 0 0,-1-1 0 0 0,1 0 0 0 0,-1 0 0 0 0,0 0 0 0 0,-1 0 0 0 0,3-7 0 0 0,-1-2 4 0 0,-1 0 0 0 0,0 0 0 0 0,-1 0-1 0 0,-1 0 1 0 0,0-1 0 0 0,-1 1 0 0 0,-2-20 0 0 0,1 28-2 0 0,0 0-1 0 0,-1 1 1 0 0,1-1 0 0 0,-1 0-1 0 0,-1 1 1 0 0,1 0 0 0 0,-1 0 0 0 0,0-1-1 0 0,0 2 1 0 0,-1-1 0 0 0,0 0-1 0 0,0 1 1 0 0,0-1 0 0 0,-1 1-1 0 0,0 0 1 0 0,0 1 0 0 0,0-1 0 0 0,-11-6-1 0 0,10 8-18 0 0,0 1-1 0 0,0 0 0 0 0,0 0 0 0 0,0 0 0 0 0,-1 1 1 0 0,1 0-1 0 0,0 0 0 0 0,-1 1 0 0 0,1-1 1 0 0,-1 2-1 0 0,1-1 0 0 0,0 1 0 0 0,-1-1 1 0 0,1 2-1 0 0,-8 1 0 0 0,-4 2-303 0 0,2 1 0 0 0,-1 0 0 0 0,0 1 0 0 0,-19 11 0 0 0,33-16 110 0 0,-38 24-2197 0 0,22-2-4551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7.0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0 1372 0 0,'3'5'10406'0'0,"-4"13"-6383"0"0,-3 33-4145 0 0,2-29 1579 0 0,-3 30-382 0 0,-2 70 519 0 0,7-109-1487 0 0,1-1 0 0 0,0 1 0 0 0,1-1 0 0 0,0 1 0 0 0,1-1 0 0 0,0 0 0 0 0,7 17 0 0 0,-7-24-100 0 0,0 1-1 0 0,1-1 0 0 0,-1 0 0 0 0,1 0 1 0 0,0 0-1 0 0,1 0 0 0 0,-1-1 1 0 0,1 1-1 0 0,-1-1 0 0 0,1 0 1 0 0,1-1-1 0 0,-1 1 0 0 0,0-1 0 0 0,1 0 1 0 0,0 0-1 0 0,0-1 0 0 0,0 0 1 0 0,0 0-1 0 0,0 0 0 0 0,0-1 1 0 0,0 0-1 0 0,0 0 0 0 0,1 0 0 0 0,-1-1 1 0 0,0 0-1 0 0,1 0 0 0 0,-1-1 1 0 0,0 0-1 0 0,0 0 0 0 0,0 0 1 0 0,1-1-1 0 0,-1 1 0 0 0,0-2 1 0 0,-1 1-1 0 0,1-1 0 0 0,0 0 0 0 0,-1 0 1 0 0,1 0-1 0 0,-1-1 0 0 0,0 0 1 0 0,5-4-1 0 0,-1 0-26 0 0,-1 1-1 0 0,0-2 1 0 0,0 1 0 0 0,-1-1 0 0 0,0 0-1 0 0,0 0 1 0 0,-1-1 0 0 0,-1 0-1 0 0,1 0 1 0 0,-2-1 0 0 0,1 1 0 0 0,-1-1-1 0 0,-1 0 1 0 0,0 0 0 0 0,-1 0-1 0 0,3-21 1 0 0,-4 12-83 0 0,0 1 0 0 0,-2-1 0 0 0,-4-37 0 0 0,3 46-213 0 0,-1 0-1 0 0,0 1 1 0 0,0 0-1 0 0,-1 0 0 0 0,0 0 1 0 0,-1 0-1 0 0,0 0 1 0 0,-11-13-1 0 0,14 20 2064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7.3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 17 412 0 0,'0'0'257'0'0,"0"-1"0"0"0,0 1 0 0 0,0-1 0 0 0,0 0 0 0 0,0 1 0 0 0,0-1 0 0 0,0 1 0 0 0,0-1 0 0 0,0 0-1 0 0,0 1 1 0 0,0-1 0 0 0,0 1 0 0 0,0-1 0 0 0,-1 1 0 0 0,1-1 0 0 0,0 0 0 0 0,0 1 0 0 0,-1-1 0 0 0,1 1 0 0 0,0-1 0 0 0,-1 1 0 0 0,1 0 0 0 0,-1-1 0 0 0,1 1 0 0 0,0-1 0 0 0,-1 1 0 0 0,1 0 0 0 0,-1-1-1 0 0,1 1 1 0 0,-1 0 0 0 0,1-1 0 0 0,-1 1 0 0 0,0 0 0 0 0,1 0 0 0 0,-1 0 0 0 0,1-1 0 0 0,-1 1 0 0 0,1 0 0 0 0,-1 0 0 0 0,-1 0 0 0 0,-1 1 42 0 0,0-1-1 0 0,0 1 1 0 0,0 0 0 0 0,0 0 0 0 0,0 0-1 0 0,0 0 1 0 0,1 1 0 0 0,-6 2 0 0 0,-51 42 200 0 0,40-30-223 0 0,16-14-233 0 0,-1 0 0 0 0,1 0 0 0 0,0 0 0 0 0,0 1 1 0 0,0-1-1 0 0,0 1 0 0 0,0 0 0 0 0,1 0 0 0 0,-1 0 0 0 0,1 1 0 0 0,0-1 0 0 0,0 0 0 0 0,0 1 0 0 0,0-1 0 0 0,1 1 0 0 0,-1 0 0 0 0,1 0 1 0 0,0-1-1 0 0,-1 9 0 0 0,2-11-37 0 0,1 0 1 0 0,-1 0 0 0 0,1 0-1 0 0,-1 0 1 0 0,1-1 0 0 0,-1 1-1 0 0,1 0 1 0 0,0 0 0 0 0,0 0-1 0 0,-1 0 1 0 0,1-1 0 0 0,0 1-1 0 0,0 0 1 0 0,0-1 0 0 0,0 1-1 0 0,0-1 1 0 0,0 1 0 0 0,-1-1-1 0 0,2 1 1 0 0,0 0 0 0 0,29 10 160 0 0,-21-7-72 0 0,-1-1-40 0 0,0 0 76 0 0,0 1-1 0 0,0 0 1 0 0,0 0-1 0 0,10 8 1 0 0,-17-11-88 0 0,0 1 0 0 0,0 0 0 0 0,0-1-1 0 0,0 1 1 0 0,0 0 0 0 0,-1 0 0 0 0,1 0 0 0 0,0 1 0 0 0,-1-1 0 0 0,0 0 0 0 0,1 1 0 0 0,-1-1-1 0 0,0 1 1 0 0,0-1 0 0 0,-1 1 0 0 0,1-1 0 0 0,0 1 0 0 0,-1 0 0 0 0,0-1 0 0 0,1 5 0 0 0,-2 5 20 0 0,1-1 1 0 0,-2 0-1 0 0,0 1 1 0 0,0-1-1 0 0,-1 0 0 0 0,0 0 1 0 0,-1 0-1 0 0,0-1 1 0 0,0 1-1 0 0,-2-1 1 0 0,1 0-1 0 0,-1 0 1 0 0,-9 11-1 0 0,-13 15-432 0 0,11-15-1793 0 0,-24 38 0 0 0,45-69-7657 0 0,-2 7 8909 0 0,1-5-1288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7.7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19 1304 0 0,'-1'-1'507'0'0,"0"-1"-1"0"0,1 1 0 0 0,-1 0 1 0 0,0 0-1 0 0,0 0 1 0 0,0 0-1 0 0,0 0 1 0 0,0 0-1 0 0,0 0 0 0 0,0 0 1 0 0,-1 0-1 0 0,1 0 1 0 0,0 1-1 0 0,0-1 1 0 0,-1 0-1 0 0,1 1 1 0 0,0-1-1 0 0,-3 0 0 0 0,1 1-195 0 0,1 0 1 0 0,-1 0-1 0 0,1 0 0 0 0,-1 0 0 0 0,1 0 0 0 0,-1 0 0 0 0,1 1 0 0 0,-1-1 0 0 0,1 1 0 0 0,-3 1 0 0 0,-6 2-337 0 0,1 2 0 0 0,-1-1 0 0 0,-16 14 0 0 0,15-11 780 0 0,-3 1-490 0 0,1 2 0 0 0,0-1 0 0 0,-14 16 0 0 0,24-22-198 0 0,1-1 1 0 0,-1 1 0 0 0,1 0-1 0 0,0 0 1 0 0,0 1 0 0 0,0-1-1 0 0,0 1 1 0 0,1-1 0 0 0,0 1-1 0 0,0 0 1 0 0,0 0 0 0 0,1 0-1 0 0,-1 0 1 0 0,1 0 0 0 0,0 6-1 0 0,1-8-60 0 0,0-1 0 0 0,1 1 1 0 0,0 0-1 0 0,-1 0 0 0 0,1 0 0 0 0,0-1 0 0 0,0 1 0 0 0,1-1 0 0 0,-1 1 0 0 0,1-1 1 0 0,-1 1-1 0 0,1-1 0 0 0,0 0 0 0 0,-1 1 0 0 0,1-1 0 0 0,0 0 0 0 0,1 0 0 0 0,2 2 0 0 0,8 5-15 0 0,1 0-1 0 0,18 9 1 0 0,8 6 23 0 0,-35-21-4 0 0,-1 1 0 0 0,1 0 1 0 0,-1 0-1 0 0,0 0 1 0 0,0 0-1 0 0,-1 1 0 0 0,1 0 1 0 0,-1-1-1 0 0,0 1 1 0 0,0 1-1 0 0,2 5 0 0 0,-4-7 5 0 0,0 0-1 0 0,0 0 0 0 0,0 0 1 0 0,-1 0-1 0 0,1 0 0 0 0,-1 0 0 0 0,0 0 1 0 0,0 0-1 0 0,-1 1 0 0 0,1-1 0 0 0,-1 0 1 0 0,0 0-1 0 0,0 0 0 0 0,-1 0 0 0 0,1-1 1 0 0,-4 8-1 0 0,-3 3-156 0 0,-1 0 1 0 0,-1-1-1 0 0,0 0 1 0 0,-1-1-1 0 0,0 0 1 0 0,-1-1-1 0 0,-13 11 1 0 0,9-8-585 0 0,15-13 601 0 0,1-1-1 0 0,-1 1 1 0 0,1 0-1 0 0,-1-1 0 0 0,1 1 1 0 0,-1-1-1 0 0,0 1 1 0 0,1 0-1 0 0,-1-1 0 0 0,0 0 1 0 0,0 1-1 0 0,1-1 0 0 0,-1 1 1 0 0,0-1-1 0 0,0 0 1 0 0,0 0-1 0 0,0 1 0 0 0,1-1 1 0 0,-1 0-1 0 0,0 0 0 0 0,0 0 1 0 0,0 0-1 0 0,0 0 1 0 0,0 0-1 0 0,0 0 0 0 0,1 0 1 0 0,-1 0-1 0 0,0-1 1 0 0,0 1-1 0 0,0 0 0 0 0,0-1 1 0 0,1 1-1 0 0,-2-1 0 0 0,1 0-294 0 0,0 0-1 0 0,0-1 1 0 0,0 1-1 0 0,1 0 1 0 0,-1-1-1 0 0,1 1 1 0 0,-1-1-1 0 0,1 1 1 0 0,-1-1-1 0 0,1 1 1 0 0,0-1-1 0 0,-1 1 0 0 0,1-1 1 0 0,0 1-1 0 0,0-1 1 0 0,0 1-1 0 0,1-1 1 0 0,-1 1-1 0 0,1-3 1 0 0,1-6-1706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8.1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2100 0 0,'10'-23'4690'0'0,"-8"20"-3835"0"0,0-1 1 0 0,-1 1 0 0 0,1-1 0 0 0,-1 1 0 0 0,0-1-1 0 0,0 0 1 0 0,1-6 703 0 0,-6 30 1632 0 0,-9 24-1339 0 0,-10 64 1 0 0,17-72-1593 0 0,3 0 0 0 0,1 0 0 0 0,1 0 0 0 0,7 58 0 0 0,-2-71-382 0 0,0-1 0 0 0,2 0 0 0 0,9 24 0 0 0,17 24-2991 0 0,-30-68 2815 0 0,-1 0 0 0 0,0 0-1 0 0,1-1 1 0 0,-1 1 0 0 0,1-1-1 0 0,0 1 1 0 0,0-1 0 0 0,-1 0-1 0 0,1 0 1 0 0,0 1-1 0 0,0-1 1 0 0,0-1 0 0 0,4 2-1 0 0,11 8-7728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8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2 331 512 0 0,'0'-1'339'0'0,"-1"0"1"0"0,1 0-1 0 0,0 0 0 0 0,0 0 1 0 0,0-1-1 0 0,-1 1 0 0 0,1 0 1 0 0,0 0-1 0 0,0 0 0 0 0,1 0 0 0 0,-1-1 1 0 0,0 1-1 0 0,0 0 0 0 0,0 0 1 0 0,1 0-1 0 0,-1 0 0 0 0,1 0 1 0 0,-1 0-1 0 0,1 0 0 0 0,-1 0 1 0 0,1 0-1 0 0,-1 0 0 0 0,1 0 0 0 0,0 0 1 0 0,0 0-1 0 0,0 0 0 0 0,1 0 1 0 0,30-27 934 0 0,-18 18-1065 0 0,8-8-141 0 0,0 1 0 0 0,26-13 1 0 0,18-14-126 0 0,80-52-1232 0 0,-142 93 836 0 0,0 0 0 0 0,0 1-1 0 0,0 0 1 0 0,0 0 0 0 0,1 0 0 0 0,-1 0 0 0 0,0 1-1 0 0,1 0 1 0 0,-1 0 0 0 0,10-1 0 0 0,9-2-2803 0 0,-20 2 3104 0 0,0 1 0 0 0,0 0 0 0 0,1-1 0 0 0,-1 0 0 0 0,0 0 0 0 0,0 0 0 0 0,2-2 0 0 0,-3 2 757 0 0,1 0 1 0 0,-1 1-1 0 0,0-1 0 0 0,0 1 1 0 0,1-1-1 0 0,-1 1 0 0 0,1 0 1 0 0,-1 0-1 0 0,1 0 0 0 0,-1 0 1 0 0,6-1-1 0 0,-6 3-409 0 0,1 0 0 0 0,-1 0 0 0 0,0 0 0 0 0,1 0 0 0 0,-1 0 0 0 0,0 1 0 0 0,0-1 0 0 0,0 0 0 0 0,0 1 0 0 0,0 0 0 0 0,-1-1 0 0 0,1 1 0 0 0,0 0 0 0 0,-1 0 0 0 0,1 0 0 0 0,1 3 0 0 0,22 36 716 0 0,-19-31-816 0 0,-2 1 1 0 0,1 0 0 0 0,-1 0-1 0 0,-1 0 1 0 0,0 0-1 0 0,0 1 1 0 0,-1-1 0 0 0,-1 1-1 0 0,0-1 1 0 0,0 1-1 0 0,-1 0 1 0 0,-2 13 0 0 0,1-17-36 0 0,0-1 0 0 0,-1 1 0 0 0,1-1 0 0 0,-2 1 0 0 0,1-1 1 0 0,-1 1-1 0 0,0-1 0 0 0,-1 0 0 0 0,1-1 0 0 0,-1 1 0 0 0,-1 0 1 0 0,1-1-1 0 0,-1 0 0 0 0,0 0 0 0 0,-1-1 0 0 0,1 1 0 0 0,-1-1 0 0 0,0 0 1 0 0,-7 4-1 0 0,11-8-40 0 0,1 0 0 0 0,-1 0 0 0 0,1 0 0 0 0,-1 0 0 0 0,0-1 0 0 0,1 1 0 0 0,-1 0 0 0 0,0-1 0 0 0,1 1 1 0 0,-1-1-1 0 0,0 0 0 0 0,0 1 0 0 0,0-1 0 0 0,1 0 0 0 0,-1 0 0 0 0,0 0 0 0 0,0 0 0 0 0,0-1 0 0 0,1 1 0 0 0,-1 0 0 0 0,0-1 0 0 0,1 1 1 0 0,-1-1-1 0 0,0 0 0 0 0,1 1 0 0 0,-1-1 0 0 0,0 0 0 0 0,1 0 0 0 0,-1 0 0 0 0,-1-1 0 0 0,1-1-8 0 0,0 0-1 0 0,0 0 0 0 0,0 1 0 0 0,0-1 1 0 0,1 0-1 0 0,-1-1 0 0 0,1 1 1 0 0,0 0-1 0 0,0 0 0 0 0,0 0 1 0 0,0-1-1 0 0,1 1 0 0 0,-1-1 1 0 0,1 1-1 0 0,0-7 0 0 0,0-9-421 0 0,1 0-1 0 0,1 0 0 0 0,0 0 1 0 0,2 0-1 0 0,11-34 0 0 0,-11 42-969 0 0,0 0-1 0 0,2 0 0 0 0,-1 1 1 0 0,1-1-1 0 0,1 1 0 0 0,10-12 1 0 0,-5 10-861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09.0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0 244 384 0 0,'3'3'1769'0'0,"22"20"5903"0"0,-17-16-7154 0 0,-1 1-1 0 0,1 1 1 0 0,-2-1 0 0 0,1 1-1 0 0,6 12 1 0 0,126 211 5613 0 0,-134-224-6030 0 0,1 0 1 0 0,-1 1-1 0 0,-1-1 0 0 0,0 1 0 0 0,0 0 0 0 0,4 19 0 0 0,-8-28-41 0 0,-12 3-56 0 0,8-7-74 0 0,-1 0 0 0 0,1 0 0 0 0,0-1 0 0 0,0 1 0 0 0,0-1 0 0 0,1 0 0 0 0,0 0-1 0 0,0 0 1 0 0,0-1 0 0 0,1 1 0 0 0,-1-1 0 0 0,1 1 0 0 0,1-1 0 0 0,-2-7-1 0 0,-3-13-20 0 0,1 1 1 0 0,2-2-1 0 0,1 1 0 0 0,0 0 0 0 0,2 0 0 0 0,2-1 0 0 0,0 1 0 0 0,1 0 0 0 0,2 0 0 0 0,1 0 0 0 0,0 1 0 0 0,2 0 1 0 0,17-37-1 0 0,-17 47 86 0 0,1 0 0 0 0,1 0 0 0 0,0 1 0 0 0,1 0 0 0 0,23-23 0 0 0,-28 31 11 0 0,0 1 1 0 0,0 0-1 0 0,1 0 0 0 0,-1 1 1 0 0,1 0-1 0 0,0 0 1 0 0,0 0-1 0 0,0 1 0 0 0,0 0 1 0 0,1 1-1 0 0,-1-1 1 0 0,1 1-1 0 0,0 1 0 0 0,0-1 1 0 0,8 1-1 0 0,-14 1 8 0 0,1 0 1 0 0,0 0-1 0 0,0 0 0 0 0,0 0 0 0 0,0 0 0 0 0,-1 1 1 0 0,1 0-1 0 0,0-1 0 0 0,0 1 0 0 0,-1 0 0 0 0,1 0 0 0 0,-1 1 1 0 0,1-1-1 0 0,-1 0 0 0 0,1 1 0 0 0,-1 0 0 0 0,0-1 1 0 0,1 1-1 0 0,-1 0 0 0 0,0 0 0 0 0,-1 0 0 0 0,1 0 0 0 0,0 1 1 0 0,0-1-1 0 0,-1 0 0 0 0,1 1 0 0 0,-1-1 0 0 0,0 1 0 0 0,0 0 1 0 0,0-1-1 0 0,1 5 0 0 0,-1-1 24 0 0,-1-1 0 0 0,1 1 1 0 0,-1-1-1 0 0,0 1 0 0 0,0 0 0 0 0,-1-1 0 0 0,0 1 1 0 0,0-1-1 0 0,0 0 0 0 0,0 1 0 0 0,-1-1 0 0 0,0 0 0 0 0,0 0 1 0 0,-1 0-1 0 0,-2 6 0 0 0,-5 4 14 0 0,-1-1 0 0 0,0 0 0 0 0,0 0 0 0 0,-1-1-1 0 0,-1-1 1 0 0,-1 0 0 0 0,-18 13 0 0 0,26-20-49 0 0,0-1 0 0 0,-1 0-1 0 0,1 0 1 0 0,-1-1 0 0 0,0 0 0 0 0,0 0-1 0 0,0 0 1 0 0,-1-1 0 0 0,1 0 0 0 0,0 0-1 0 0,-1-1 1 0 0,1 0 0 0 0,-1-1 0 0 0,0 1-1 0 0,1-2 1 0 0,-1 1 0 0 0,1-1 0 0 0,-1 0-1 0 0,-13-4 1 0 0,18 4-35 0 0,-1-1-1 0 0,1 0 0 0 0,0 0 1 0 0,0-1-1 0 0,0 1 1 0 0,0-1-1 0 0,0 1 1 0 0,0-1-1 0 0,1 0 0 0 0,-1 0 1 0 0,1 0-1 0 0,0 0 1 0 0,-4-7-1 0 0,0-12-5575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15.8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359 712 1520 0 0,'-1'-6'625'0'0,"0"1"1"0"0,0-1-1 0 0,0 1 0 0 0,1-1 1 0 0,-1 1-1 0 0,1-1 0 0 0,1 1 1 0 0,0-8-1 0 0,1 5-445 0 0,0 0-1 0 0,1 0 1 0 0,-1 1-1 0 0,2 0 1 0 0,-1-1-1 0 0,1 1 1 0 0,0 0 0 0 0,9-10-1 0 0,7-8 327 0 0,1 1 0 0 0,2 0 0 0 0,0 2 1 0 0,1 1-1 0 0,28-19 0 0 0,141-81 1825 0 0,-97 67-1559 0 0,1 4-1 0 0,3 5 1 0 0,207-65-1 0 0,-262 98-478 0 0,-1 2-1 0 0,2 2 0 0 0,-1 2 0 0 0,1 2 1 0 0,75 3-1 0 0,-94 3-177 0 0,0 1 0 0 0,0 1 1 0 0,0 2-1 0 0,-1 1 0 0 0,0 1 0 0 0,0 1 0 0 0,-1 1 1 0 0,0 1-1 0 0,-1 1 0 0 0,42 28 0 0 0,-44-22 19 0 0,0 0-1 0 0,-2 1 0 0 0,0 1 1 0 0,0 1-1 0 0,-2 1 1 0 0,25 39-1 0 0,-10-7 251 0 0,47 109 0 0 0,-47-73-36 0 0,41 173 1 0 0,-69-239-321 0 0,69 370 458 0 0,-66-321-222 0 0,-4-1 1 0 0,-3 1 0 0 0,-12 109 0 0 0,4-140-111 0 0,-1 0 0 0 0,-3 0 1 0 0,-1-1-1 0 0,-2 0 0 0 0,-1-1 1 0 0,-3-1-1 0 0,-1-1 0 0 0,-2 0 0 0 0,-1-1 1 0 0,-2-2-1 0 0,-1 0 0 0 0,-2-2 0 0 0,-54 52 1 0 0,48-55-110 0 0,-2-1 1 0 0,-1-1 0 0 0,-2-2 0 0 0,0-2-1 0 0,-2-1 1 0 0,0-2 0 0 0,-1-2 0 0 0,-1-1-1 0 0,-1-3 1 0 0,-1-1 0 0 0,0-3-1 0 0,-83 12 1 0 0,68-19-62 0 0,0-2 0 0 0,0-2 0 0 0,0-4 0 0 0,0-1 0 0 0,0-4 0 0 0,-72-19 0 0 0,66 9-54 0 0,0-2 0 0 0,1-3 1 0 0,2-3-1 0 0,0-3 1 0 0,-67-44-1 0 0,78 39 9 0 0,1-3-1 0 0,1-1 0 0 0,3-2 1 0 0,1-3-1 0 0,3-1 1 0 0,1-2-1 0 0,3-2 1 0 0,1-2-1 0 0,3-1 0 0 0,2-2 1 0 0,3 0-1 0 0,2-3 1 0 0,2 0-1 0 0,-26-95 1 0 0,34 82 65 0 0,4 0 1 0 0,2-1-1 0 0,4 0 1 0 0,3 0-1 0 0,3-1 1 0 0,3 1-1 0 0,3-1 1 0 0,4 1-1 0 0,2 1 1 0 0,36-120-1 0 0,-39 166-134 0 0,1 1-1 0 0,0 0 1 0 0,2 1-1 0 0,1 0 1 0 0,1 0-1 0 0,0 2 1 0 0,2 0 0 0 0,0 0-1 0 0,2 1 1 0 0,0 1-1 0 0,0 1 1 0 0,2 0 0 0 0,0 2-1 0 0,1 0 1 0 0,1 1-1 0 0,0 1 1 0 0,42-19-1 0 0,-8 10-1082 0 0,0 3 0 0 0,2 2 0 0 0,100-17 0 0 0,-112 28-1459 0 0,79 1 1 0 0,-86 6-436 0 0,-1 2 0 0 0,56 11 1 0 0,-57-5 536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17.1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2569 13 560 0 0,'0'0'280'0'0,"0"-1"0"0"0,0 1-1 0 0,0-1 1 0 0,0 0 0 0 0,0 1 0 0 0,0-1 0 0 0,0 1 0 0 0,0-1-1 0 0,0 1 1 0 0,0-1 0 0 0,-1 1 0 0 0,1 0 0 0 0,0-1-1 0 0,0 1 1 0 0,-1-1 0 0 0,1 1 0 0 0,0-1 0 0 0,-1 1-1 0 0,1 0 1 0 0,0-1 0 0 0,-1 1 0 0 0,1 0 0 0 0,-1-1-1 0 0,1 1 1 0 0,0 0 0 0 0,-1-1 0 0 0,1 1 0 0 0,-2 0-1 0 0,-18-1 3306 0 0,-32 17-2178 0 0,37-10-582 0 0,-39 16-395 0 0,1 3 1 0 0,1 2-1 0 0,-75 52 1 0 0,28-17-69 0 0,-463 297 1448 0 0,446-280-1677 0 0,4 6-1 0 0,4 4 1 0 0,4 5 0 0 0,4 4-1 0 0,5 5 1 0 0,-111 152 0 0 0,110-112 223 0 0,6 5 0 0 0,7 3 0 0 0,-95 238 1 0 0,132-265 154 0 0,6 2 0 0 0,5 2 0 0 0,5 1 1 0 0,7 1-1 0 0,5 1 0 0 0,-2 238 1 0 0,20-358-429 0 0,-1 0-1 0 0,1 0 1 0 0,-2 0 0 0 0,0 0 0 0 0,0 0 0 0 0,-7 19 0 0 0,6-24-26 0 0,2-4-39 0 0,0 1-1 0 0,0-1 1 0 0,0 1-1 0 0,0-1 1 0 0,0 1-1 0 0,1-1 1 0 0,-1 1-1 0 0,1-1 1 0 0,0 1-1 0 0,0 0 1 0 0,0-1-1 0 0,0 1 1 0 0,0 0-1 0 0,1 2 1 0 0,0 6-30 0 0,0 0 0 0 0,1 0 1 0 0,0-1-1 0 0,6 16 0 0 0,-5-15 6 0 0,0 0 0 0 0,0 0 0 0 0,-1 0 1 0 0,1 18-1 0 0,-2-6 58 0 0,2 0 0 0 0,5 26 0 0 0,2 6 120 0 0,-4-5-39 0 0,3 15-20 0 0,-1 66 1 0 0,-7-121-84 0 0,0 0 0 0 0,1 0 0 0 0,3 15 0 0 0,-2-15 4 0 0,-1 0 0 0 0,0-1 1 0 0,1 17-1 0 0,-2-4 854 0 0,0-5-3053 0 0,0-7-6440 0 0,-23-13-3609 0 0,13 1 9915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17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1 300 0 0,'0'0'12881'0'0,"13"28"-9867"0"0,-10-22-2615 0 0,0-1-1 0 0,1 1 0 0 0,0-1 0 0 0,0 1 0 0 0,7 5 0 0 0,15 21 1039 0 0,51 74 1249 0 0,-39-57-1978 0 0,77 109 439 0 0,-109-148-1050 0 0,8 10 123 0 0,-13-19-208 0 0,-1-1-1 0 0,1 1 1 0 0,-1-1 0 0 0,0 0 0 0 0,1 1-1 0 0,-1-1 1 0 0,1 0 0 0 0,-1 1 0 0 0,1-1-1 0 0,-1 0 1 0 0,1 0 0 0 0,-1 1 0 0 0,1-1-1 0 0,-1 0 1 0 0,1 0 0 0 0,-1 0 0 0 0,1 0-1 0 0,-1 0 1 0 0,1 0 0 0 0,0 0 0 0 0,-1 0-1 0 0,1 0 1 0 0,-1 0 0 0 0,1 0 0 0 0,-1 0-1 0 0,1 0 1 0 0,-1 0 0 0 0,1-1 0 0 0,-1 1-1 0 0,1 0 1 0 0,0-1 0 0 0,11-8 3 0 0,-1 0 1 0 0,-1-2-1 0 0,1 1 0 0 0,-2-1 1 0 0,1-1-1 0 0,12-20 0 0 0,-13 19-30 0 0,46-66-409 0 0,30-43-1913 0 0,-21 48-4083 0 0,-58 68 4522 0 0,0 1 0 0 0,0 0 0 0 0,1 0 1 0 0,0 1-1 0 0,0-1 0 0 0,11-4 0 0 0,-6 4-867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1:42.7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61 312 1028 0 0,'-1'0'822'0'0,"-10"3"10130"0"0,10 7-8062 0 0,2 0-3712 0 0,2 37 1095 0 0,2 1-1 0 0,3-1 1 0 0,18 65-1 0 0,-5-20-81 0 0,14 67 125 0 0,45 235 626 0 0,-41-115-264 0 0,-35-218-529 0 0,-2 0 0 0 0,-10 98 0 0 0,-40 254-41 0 0,25-153-227 0 0,0-1-22 0 0,2 194 384 0 0,15-190 306 0 0,-27 309 167 0 0,31-394-711 0 0,-6 73 118 0 0,-28 298-160 0 0,49-153 354 0 0,-7-313-208 0 0,24 278 274 0 0,9 65-248 0 0,-31-325-182 0 0,24 116-1 0 0,-8-91-62 0 0,6 136-1 0 0,-24-82-32 0 0,3-114 162 0 0,35 128 224 0 0,-27-126-186 0 0,-5-26-25 0 0,30 66 0 0 0,-33-85-18 0 0,14 48 41 0 0,-19-54-43 0 0,0 0-1 0 0,2-1 1 0 0,12 27 0 0 0,-4-17-23 0 0,-9-15-1 0 0,1-1 1 0 0,0 1 0 0 0,1-1 0 0 0,10 12 0 0 0,-5-8 4 0 0,63 65 83 0 0,-59-64-49 0 0,-15-13-25 0 0,1 0 0 0 0,-1 0 0 0 0,1 0 0 0 0,0-1 0 0 0,-1 1 0 0 0,1-1 0 0 0,0 1 0 0 0,0-1 0 0 0,0 0 0 0 0,0 0 0 0 0,0 0 0 0 0,1 0 0 0 0,-1 0 0 0 0,0 0 0 0 0,0 0 0 0 0,1-1 0 0 0,-1 1 0 0 0,0-1 0 0 0,1 0 0 0 0,-1 0 0 0 0,5 0 0 0 0,31 2 42 0 0,-24-1-19 0 0,0 0 0 0 0,0-2 0 0 0,28-2 0 0 0,-28-2-16 0 0,0 0 0 0 0,1 0 1 0 0,-2-2-1 0 0,1 1 0 0 0,-1-2 0 0 0,15-10 1 0 0,-10 4-8 0 0,-1 0 0 0 0,0-1 0 0 0,-1 0 0 0 0,-1-2 0 0 0,-1 0 1 0 0,0 0-1 0 0,-1-1 0 0 0,13-25 0 0 0,4-13-31 0 0,-3 0 0 0 0,-2-3 0 0 0,18-62 0 0 0,-38 101 27 0 0,-1 0 0 0 0,-1 0 1 0 0,0-1-1 0 0,-2 1 0 0 0,0-1 0 0 0,-1 1 0 0 0,-1-1 1 0 0,-1 1-1 0 0,-1 0 0 0 0,-1-1 0 0 0,-1 1 0 0 0,-12-34 1 0 0,11 36 9 0 0,2-1 0 0 0,0 0 1 0 0,-1-34-1 0 0,-2-5 46 0 0,-29-92 95 0 0,6 26-47 0 0,5-71-56 0 0,2 16 8 0 0,-21-128-33 0 0,33 196-71 0 0,-6 0 1 0 0,-39-139-1 0 0,27 96-96 0 0,9 34-3 0 0,-11-73-28 0 0,23 129 187 0 0,-7-39 135 0 0,5-1 0 0 0,4-165 1 0 0,39-168 200 0 0,-27 364-275 0 0,25-226 283 0 0,18 53 128 0 0,-39 202-460 0 0,10-36 128 0 0,4 1-1 0 0,40-92 1 0 0,-29 66-146 0 0,-9 23 180 0 0,-5 3 188 0 0,-9 30-149 0 0,10-44 78 0 0,-12 47-142 0 0,19-52 1 0 0,-24 77-95 0 0,0 0 0 0 0,-1 0 0 0 0,-1 0 0 0 0,-2 0 0 0 0,0 0 0 0 0,-3-41 0 0 0,1 26-10 0 0,3-38-1 0 0,1 29 20 0 0,-3-1 1 0 0,-6-63 0 0 0,-24-165-15 0 0,23 215-40 0 0,-2 0 0 0 0,-3 0 0 0 0,-35-105 0 0 0,1-15-158 0 0,39 150 120 0 0,-45-270-298 0 0,15 101 368 0 0,35 190-40 0 0,-11-40 58 0 0,7 28-20 0 0,-6-36-1 0 0,9 39-19 0 0,-1 0 1 0 0,-1 0-1 0 0,0 1 1 0 0,-9-17-1 0 0,-9-31 153 0 0,20 58-166 0 0,1-1 0 0 0,-1 1 0 0 0,0 0 0 0 0,-6-8 0 0 0,-10-21 0 0 0,6 2 3 0 0,-2 0 0 0 0,-1 0 1 0 0,-25-37-1 0 0,30 51-18 0 0,-16-36 0 0 0,14 24 0 0 0,-29-67-27 0 0,37 89 24 0 0,-6-7 39 0 0,6 11-25 0 0,-1 1-1 0 0,1-1 1 0 0,-1 1-1 0 0,0 0 1 0 0,0 1-1 0 0,-1 0 1 0 0,1-1-1 0 0,-11-2 1 0 0,10 4 6 0 0,0-1 0 0 0,0 2 0 0 0,-1-1 0 0 0,1 1 0 0 0,-1 0 0 0 0,1 0 0 0 0,-1 1 0 0 0,1 0 0 0 0,-1 1 0 0 0,1 0 0 0 0,0 0 0 0 0,-1 0 0 0 0,-9 4 0 0 0,3-1-10 0 0,0 2 0 0 0,1 0 0 0 0,0 0-1 0 0,0 1 1 0 0,1 1 0 0 0,0 0 0 0 0,0 0 0 0 0,0 2 0 0 0,-19 20 0 0 0,19-16-23 0 0,1 2 1 0 0,1-1-1 0 0,1 1 1 0 0,-15 32-1 0 0,11-21-103 0 0,-41 77-1577 0 0,-32 112-8158 0 0,47-111 602 0 0,27-73 6468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2:02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386 3319 792 0 0,'0'0'106'0'0,"-1"0"0"0"0,0 0-1 0 0,0 1 1 0 0,0-1 0 0 0,1 0-1 0 0,-1 1 1 0 0,0-1 0 0 0,1 0 0 0 0,-1 1-1 0 0,0-1 1 0 0,1 1 0 0 0,-1-1 0 0 0,1 1-1 0 0,-1-1 1 0 0,0 1 0 0 0,1 0-1 0 0,-1-1 1 0 0,1 1 0 0 0,0 0 0 0 0,-1-1-1 0 0,1 1 1 0 0,0 0 0 0 0,-1-1 0 0 0,1 1-1 0 0,0 0 1 0 0,0 0 0 0 0,-1-1-1 0 0,1 1 1 0 0,0 0 0 0 0,0 0 0 0 0,0 0-1 0 0,0-1 1 0 0,0 1 0 0 0,0 0 0 0 0,0 0-1 0 0,0 0 1 0 0,1-1 0 0 0,-1 1-1 0 0,0 0 1 0 0,1 1 0 0 0,10 39 684 0 0,-9-34-143 0 0,-1 2-208 0 0,0 1 1 0 0,0 0-1 0 0,-1-1 0 0 0,0 1 1 0 0,-1 0-1 0 0,0-1 0 0 0,0 1 1 0 0,-1 0-1 0 0,-3 9 1 0 0,1-5-192 0 0,2 1 1 0 0,-3 28 0 0 0,5 43 385 0 0,-5 298 1507 0 0,-1-236-1678 0 0,7 0 1 0 0,33 236-1 0 0,-4-154-167 0 0,-14-49-98 0 0,-14-125-168 0 0,-2 124-58 0 0,2 18-56 0 0,25-23 256 0 0,-12-95-55 0 0,-4 20 256 0 0,-1 191 0 0 0,-10-251-283 0 0,12 107 166 0 0,-2-56-108 0 0,-8-55-66 0 0,32 324 663 0 0,-24-292-585 0 0,4-1 1 0 0,2-1-1 0 0,3 0 0 0 0,3-1 0 0 0,34 68 0 0 0,147 318 1176 0 0,-170-378-1084 0 0,31 79 275 0 0,-61-144-498 0 0,30 85 539 0 0,32 147-1 0 0,-41-141-323 0 0,-10-43-110 0 0,2 1 1 0 0,34 76 0 0 0,10 34 354 0 0,79 308 364 0 0,-94-337-863 0 0,28 102 79 0 0,9 44 343 0 0,-60-221-347 0 0,18 68 38 0 0,10 19-3 0 0,-33-93-72 0 0,46 106 0 0 0,-26-76-48 0 0,33 84-80 0 0,-4-33 32 0 0,-12-15-57 0 0,6-3-1 0 0,90 137 1 0 0,72 135 182 0 0,-140-231 165 0 0,80 166 272 0 0,-97-195-347 0 0,15 35-47 0 0,13 22-36 0 0,5 15-10 0 0,-49-85-21 0 0,63 145-108 0 0,-89-222 13 0 0,30 45 0 0 0,5 5-14 0 0,5 34-16 0 0,-23-35 15 0 0,-20-43 80 0 0,1-1 0 0 0,50 79 0 0 0,-37-73 98 0 0,-2 2 0 0 0,-3 1 0 0 0,29 79 0 0 0,79 158-244 0 0,-28-73-618 0 0,-13-54-522 0 0,-64-116 1003 0 0,3-1 114 0 0,8 14 60 0 0,-17-11 30 0 0,26 74 0 0 0,-38-86 2 0 0,1-1 0 0 0,3 0 0 0 0,1-1 0 0 0,32 46 0 0 0,-21-38-35 0 0,32 62 1 0 0,-36-60 43 0 0,-10-19 27 0 0,2-1 1 0 0,1 0 0 0 0,1-2-1 0 0,1 0 1 0 0,40 37 0 0 0,27 24 115 0 0,-85-84-100 0 0,1 0-1 0 0,0 0 0 0 0,-1-1 1 0 0,1 0-1 0 0,0 0 0 0 0,0 0 1 0 0,0 0-1 0 0,0-1 0 0 0,1 1 0 0 0,-1-1 1 0 0,0 0-1 0 0,1 0 0 0 0,-1-1 1 0 0,0 1-1 0 0,1-1 0 0 0,-1 0 1 0 0,1 0-1 0 0,4-1 0 0 0,2 1 12 0 0,-6 1 25 0 0,-1-1-1 0 0,0 1 1 0 0,0 0-1 0 0,1 1 1 0 0,-1-1-1 0 0,0 1 1 0 0,0 0-1 0 0,6 4 0 0 0,16 6 56 0 0,-11-6-24 0 0,1 0-1 0 0,-1 1 0 0 0,19 12 1 0 0,1 13 163 0 0,-16-13-102 0 0,-17-16-116 0 0,0-1 1 0 0,0 1-1 0 0,0-1 0 0 0,1 0 1 0 0,-1 0-1 0 0,1 0 0 0 0,-1-1 1 0 0,1 1-1 0 0,0-1 1 0 0,0 1-1 0 0,0-1 0 0 0,0 0 1 0 0,0 0-1 0 0,0 0 0 0 0,0 0 1 0 0,0-1-1 0 0,0 1 1 0 0,0-1-1 0 0,0 0 0 0 0,0 0 1 0 0,1 0-1 0 0,-1 0 0 0 0,0 0 1 0 0,0-1-1 0 0,0 0 1 0 0,0 1-1 0 0,5-3 0 0 0,1 0-1 0 0,0-1-1 0 0,0 0 1 0 0,0-1-1 0 0,-1 1 1 0 0,1-2-1 0 0,-1 1 0 0 0,8-9 1 0 0,50-49-39 0 0,-54 50 31 0 0,-2 0 24 0 0,-1 0-1 0 0,0-1 0 0 0,0 1 1 0 0,-1-2-1 0 0,9-24 1 0 0,0 3 43 0 0,-7 13-1 0 0,-1 0-1 0 0,-1-1 0 0 0,-1 0 0 0 0,-1-1 1 0 0,-1 0-1 0 0,3-39 0 0 0,-6-158 202 0 0,-5 114-182 0 0,4 64-9 0 0,-2-1-1 0 0,-3 1 1 0 0,-15-79-1 0 0,-40-91-12 0 0,59 213-44 0 0,-18-69-18 0 0,-3 2 0 0 0,-3 0 0 0 0,-44-86 0 0 0,-65-53-117 0 0,39 67-36 0 0,43 57 530 0 0,-5 2 1 0 0,-3 3 0 0 0,-119-123 0 0 0,-88-94 915 0 0,123 83-875 0 0,104 147-263 0 0,-100-176 380 0 0,95 161-351 0 0,5 9-35 0 0,-141-266 135 0 0,160 301-227 0 0,-2 1 0 0 0,-42-53-1 0 0,-19-29 7 0 0,-7-25-162 0 0,26 29-52 0 0,27 44 248 0 0,-54-72-1 0 0,68 106-18 0 0,2-1-1 0 0,2-1 1 0 0,-27-70 0 0 0,31 71-36 0 0,-17-35 191 0 0,-71-118 0 0 0,70 132-184 0 0,2-1 0 0 0,3-2 0 0 0,-41-124 0 0 0,48 111-46 0 0,-2-4-30 0 0,-50-117 1 0 0,54 151-5 0 0,-12-48 0 0 0,-13-30-51 0 0,32 90 46 0 0,-11-46-1 0 0,16 50 20 0 0,-2-1 0 0 0,-20-44 0 0 0,-2 8-22 0 0,2-1 0 0 0,3-2 0 0 0,3 0 0 0 0,-16-79 1 0 0,36 132 67 0 0,-2-13 23 0 0,0 0-1 0 0,-2 1 1 0 0,-1-1 0 0 0,-1 1-1 0 0,-1 1 1 0 0,-16-31 0 0 0,3 16-5 0 0,2-1 0 0 0,-19-57-1 0 0,22 54-12 0 0,-1 1-1 0 0,-25-43 0 0 0,-71-118 119 0 0,61 104-35 0 0,-108-195-3 0 0,92 132-118 0 0,25 53-16 0 0,15 32-46 0 0,-29-117 0 0 0,45 145 40 0 0,3 14-8 0 0,-2 1 0 0 0,-24-50 0 0 0,-66-109 144 0 0,62 104 35 0 0,29 62-63 0 0,0 0-1 0 0,-18-26 0 0 0,15 30-39 0 0,1 0 1 0 0,0-1-1 0 0,2 0 0 0 0,1-1 1 0 0,-11-36-1 0 0,15 38-5 0 0,-2 0 0 0 0,-11-24 0 0 0,9 25-5 0 0,2-1-1 0 0,-8-26 0 0 0,1-12-7 0 0,5 22 3 0 0,-11-69 0 0 0,17 78-5 0 0,-1-1 0 0 0,-2 1 0 0 0,-20-50 0 0 0,19 52-13 0 0,-9-47 0 0 0,-1-4-9 0 0,5 19-9 0 0,10 42 13 0 0,0 1 0 0 0,-10-27 1 0 0,4 16-12 0 0,1 0 0 0 0,2 0 0 0 0,1-1 0 0 0,-3-38 0 0 0,4 27-21 0 0,-14-56 1 0 0,-11-42-68 0 0,3-33-209 0 0,17 57 376 0 0,2 21 83 0 0,-4-58 72 0 0,2 78-146 0 0,0 3 23 0 0,-1-82 0 0 0,8-80-2 0 0,-8 83-68 0 0,1-3-40 0 0,6 59 20 0 0,-19-109 1 0 0,10 106-54 0 0,10 63 7 0 0,3-40 0 0 0,0 43 9 0 0,-5-59 1 0 0,-26-126-139 0 0,25 55 45 0 0,6 160 136 0 0,-2-24 63 0 0,0-1 0 0 0,-9-33 0 0 0,1 0 24 0 0,10 59-89 0 0,-7-50 79 0 0,-1-61 0 0 0,-1-61 31 0 0,6 35-62 0 0,2 119-32 0 0,-1 0-1 0 0,-6-24 1 0 0,3 18-7 0 0,-45-222 6 0 0,30 119-32 0 0,15 96 2 0 0,-4-150-60 0 0,-7-215-144 0 0,17 349 162 0 0,-11-62-53 0 0,1 0-12 0 0,0-58 197 0 0,7 132-6 0 0,-1-1 0 0 0,-13-52 0 0 0,0 1 21 0 0,11 58-76 0 0,-2 1 1 0 0,-12-34 0 0 0,-1 0 13 0 0,10 18 9 0 0,-7-78 1 0 0,11 72-31 0 0,2 3-2 0 0,-7-37 0 0 0,5 8-10 0 0,-6-26-10 0 0,-29-119-57 0 0,20 139 68 0 0,20 79 0 0 0,0 0 1 0 0,0 0-1 0 0,-1 0 1 0 0,1 0-1 0 0,-1 1 1 0 0,0-1-1 0 0,0 1 1 0 0,0-1-1 0 0,0 1 1 0 0,0-1-1 0 0,-1 1 1 0 0,1 0-1 0 0,0 0 1 0 0,-1 0-1 0 0,0 0 1 0 0,-4-2-1 0 0,5 3 1 0 0,0 0-1 0 0,0-1 1 0 0,-1 1 0 0 0,1-1-1 0 0,0 0 1 0 0,0 1-1 0 0,1-1 1 0 0,-1 0 0 0 0,-2-3-1 0 0,4 5-7 0 0,-1-1-1 0 0,0 1 1 0 0,1-1-1 0 0,-1 1 1 0 0,0-1-1 0 0,0 1 1 0 0,1 0-1 0 0,-1-1 1 0 0,0 1-1 0 0,0 0 1 0 0,0 0-1 0 0,1 0 1 0 0,-1-1-1 0 0,0 1 1 0 0,0 0-1 0 0,0 0 1 0 0,0 0-1 0 0,1 0 1 0 0,-1 0-1 0 0,0 1 1 0 0,0-1-1 0 0,0 0 1 0 0,1 0-1 0 0,-1 1 1 0 0,0-1-1 0 0,0 0 1 0 0,0 1-1 0 0,1-1 1 0 0,-2 1-1 0 0,-27 14-216 0 0,24-12 190 0 0,2-1 31 0 0,0 0 1 0 0,0 0 0 0 0,0 0-1 0 0,0 0 1 0 0,1 1-1 0 0,-1-1 1 0 0,1 1 0 0 0,-1 0-1 0 0,1 0 1 0 0,0 0-1 0 0,0 0 1 0 0,-2 5-1 0 0,-21 48-127 0 0,9-16 86 0 0,2-7 22 0 0,1 2 0 0 0,-12 44 0 0 0,20-56-9 0 0,1 0-1 0 0,-1 36 0 0 0,-5 25-1 0 0,-15 112-22 0 0,17-116 20 0 0,1 122-107 0 0,-4 48-145 0 0,11-236 285 0 0,2 1-1 0 0,5 22 1 0 0,-4-22 32 0 0,-1 0 1 0 0,2 24 0 0 0,7 197 379 0 0,-5-186-306 0 0,10 100 159 0 0,6 76 3 0 0,8 15 32 0 0,10 35-104 0 0,-15-160-108 0 0,-11-57-52 0 0,-10-44-23 0 0,0 1 0 0 0,1-1 1 0 0,1 1-1 0 0,11 21 0 0 0,-15-32 7 0 0,0 0-1 0 0,0 1 1 0 0,-1-1-1 0 0,0 1 1 0 0,0 0-1 0 0,0-1 0 0 0,0 1 1 0 0,-2 10-1 0 0,6 30 26 0 0,1-16-28 0 0,-2-1 0 0 0,0 1 0 0 0,-2 0 1 0 0,-2 31-1 0 0,0-38 26 0 0,0 1 0 0 0,8 39 1 0 0,7 8-70 0 0,-11-57 27 0 0,-2-1 1 0 0,0 1 0 0 0,0 27 0 0 0,8-2-51 0 0,-5-23 23 0 0,8 22-29 0 0,-10-29 78 0 0,0-1-1 0 0,0 1 1 0 0,0 0-1 0 0,-1 0 1 0 0,-1 0-1 0 0,2 17 1 0 0,6 42 191 0 0,-6 44 195 0 0,-18-89-1504 0 0,8-12-427 0 0,0 0 0 0 0,1 0 0 0 0,-7 18 0 0 0,-6 12-7918 0 0,13-41 1784 0 0,0-5 5050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3:25.0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1605 0 1392 0 0,'-4'1'756'0'0,"0"1"0"0"0,0 0-1 0 0,1 0 1 0 0,-1 0 0 0 0,1 0 0 0 0,0 0-1 0 0,0 1 1 0 0,0-1 0 0 0,0 1 0 0 0,0 0-1 0 0,0 0 1 0 0,-3 5 0 0 0,-28 48 883 0 0,4-4-526 0 0,-8-7-79 0 0,-1-2 0 0 0,-2-1 0 0 0,-2-2 0 0 0,-53 38-1 0 0,-567 414 1060 0 0,601-449-1952 0 0,-1-2-1 0 0,-2-3 1 0 0,-2-3-1 0 0,-108 41 0 0 0,155-69-132 0 0,8-2-28 0 0,0 0 0 0 0,0-1 1 0 0,0-1-1 0 0,-1 0 0 0 0,-25 2 1 0 0,37-5-189 0 0,0-1-1 0 0,-1 1 1 0 0,1-1 0 0 0,-1 0 0 0 0,1 1 0 0 0,0-1 0 0 0,0 0 0 0 0,-1 0 0 0 0,1 0 0 0 0,0 0-1 0 0,0 0 1 0 0,0 0 0 0 0,0-1 0 0 0,0 1 0 0 0,0 0 0 0 0,0 0 0 0 0,1-1 0 0 0,-1 1 0 0 0,0 0-1 0 0,1-1 1 0 0,-1-1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3:25.4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33 324 0 0,'0'-33'12937'0'0,"-3"60"-11287"0"0,-5 7-805 0 0,-23 59 0 0 0,22-71-756 0 0,2 0-1 0 0,0 0 1 0 0,1 0 0 0 0,1 1-1 0 0,1-1 1 0 0,-1 30 0 0 0,5-50-88 0 0,0-1 1 0 0,0 1-1 0 0,0 0 1 0 0,0 0-1 0 0,1-1 1 0 0,-1 1-1 0 0,1 0 1 0 0,-1-1-1 0 0,1 1 1 0 0,0 0-1 0 0,0-1 1 0 0,0 1-1 0 0,0-1 1 0 0,0 1-1 0 0,0-1 1 0 0,0 1-1 0 0,0-1 1 0 0,0 0-1 0 0,3 2 1 0 0,0 0 0 0 0,-1-1 1 0 0,1 0 0 0 0,0 0 0 0 0,0 0-1 0 0,0-1 1 0 0,0 1 0 0 0,0-1 0 0 0,4 1 0 0 0,7 0-41 0 0,-1 0 1 0 0,0-1 0 0 0,27-2 0 0 0,136-17-2770 0 0,17-2-9037 0 0,-164 18 9495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3:26.3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37 917 1216 0 0,'-36'2'12967'0'0,"36"-3"-12897"0"0,0 0-1 0 0,0-1 1 0 0,1 1 0 0 0,-1 0 0 0 0,1-1 0 0 0,-1 1 0 0 0,1 0 0 0 0,-1-1 0 0 0,1 1 0 0 0,0 0-1 0 0,0 0 1 0 0,-1 0 0 0 0,1 0 0 0 0,0 0 0 0 0,0 0 0 0 0,2-1 0 0 0,33-18 287 0 0,0-1 1 0 0,62-48-1 0 0,-22 14-304 0 0,309-188-124 0 0,-298 193 133 0 0,207-103 565 0 0,-262 140-516 0 0,103-46 1002 0 0,177-51-1 0 0,-42 47 1602 0 0,-242 63-2155 0 0,-18 0-199 0 0,-20 0-229 0 0,8 0-485 0 0,0 0-1 0 0,0-1 0 0 0,0 1 1 0 0,0 0-1 0 0,0-1 1 0 0,0 1-1 0 0,0-1 1 0 0,0 1-1 0 0,0-1 1 0 0,-2-2-1 0 0,2 2-562 0 0,1 0-1 0 0,-1 0 1 0 0,0-1-1 0 0,1 1 1 0 0,-1-1-1 0 0,1 1 1 0 0,0-1-1 0 0,-1 0 1 0 0,1 1-1 0 0,0-1 1 0 0,0 0-1 0 0,0 0 1 0 0,0 0-1 0 0,1 0 1 0 0,-2-3-1 0 0,1 0-1652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3:26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277 12 1492 0 0,'-28'-9'10288'0'0,"17"7"1471"0"0,29 23-10346 0 0,22 3-881 0 0,24 9-83 0 0,-23-13-145 0 0,-33-16-207 0 0,0 0 0 0 0,-1 0 0 0 0,1 1 0 0 0,-1 0 0 0 0,13 12-1 0 0,-19-16-70 0 0,0 1 0 0 0,0-1 0 0 0,1 1 1 0 0,-1-1-1 0 0,0 1 0 0 0,0 0 0 0 0,-1-1 0 0 0,1 1 0 0 0,0 0 0 0 0,-1 0 0 0 0,1 0 0 0 0,-1 0 0 0 0,1 0 0 0 0,-1-1 0 0 0,0 1 0 0 0,0 0 0 0 0,0 0 0 0 0,0 0 0 0 0,0 0 0 0 0,0 0 0 0 0,-1 0 0 0 0,1 0 0 0 0,0 0 0 0 0,-1 0 0 0 0,0-1 0 0 0,1 1 0 0 0,-1 0 0 0 0,0 0 0 0 0,0-1 0 0 0,0 1 0 0 0,0 0 0 0 0,-2 1 0 0 0,-30 38-698 0 0,-2-2-1 0 0,-1-1 1 0 0,-80 63-1 0 0,31-28-4819 0 0,-48 47-9959 0 0,112-98 12259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4:22.1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26 973 828 0 0,'-1'1'219'0'0,"1"-1"0"0"0,-1 0 0 0 0,1 0 0 0 0,-1 1 0 0 0,0-1 0 0 0,1 0 0 0 0,-1 0 0 0 0,1 0 0 0 0,-1 1 0 0 0,0-1 0 0 0,1 0 0 0 0,-1 0 0 0 0,0 0 0 0 0,1 0 0 0 0,-1 0 0 0 0,0 0 0 0 0,1-1 0 0 0,-1 1 0 0 0,1 0 0 0 0,-1 0 0 0 0,0 0 0 0 0,1-1 0 0 0,-1 1 0 0 0,1 0 0 0 0,-1 0 0 0 0,1-1 0 0 0,-1 1 0 0 0,1-1 0 0 0,-1 1 0 0 0,1 0 0 0 0,-1-1 0 0 0,1 1 0 0 0,-1-1 0 0 0,1 1 0 0 0,-1-1 0 0 0,1 1 0 0 0,0-1 0 0 0,-1-1 0 0 0,1-26 4504 0 0,1 11-4726 0 0,-1 3 168 0 0,1 0-1 0 0,1-1 0 0 0,6-21 0 0 0,-8 33-159 0 0,8-26 250 0 0,1 0 0 0 0,23-49 1 0 0,-11 26 301 0 0,-18 40-465 0 0,2 1 1 0 0,-1-1-1 0 0,2 1 1 0 0,-1 0-1 0 0,1 0 1 0 0,1 1-1 0 0,12-16 1 0 0,43-43 384 0 0,-33 36-120 0 0,1 0 0 0 0,38-30 0 0 0,-48 47-153 0 0,0 0 0 0 0,2 0 0 0 0,0 2 0 0 0,0 1 0 0 0,1 1 0 0 0,49-18 0 0 0,316-98 1405 0 0,-343 114-1400 0 0,36-11 319 0 0,1 3 0 0 0,117-16 1 0 0,-148 35-361 0 0,0 1 1 0 0,0 3 0 0 0,54 8 0 0 0,150 33 171 0 0,-225-35-218 0 0,0 0 0 0 0,-1 2-1 0 0,-1 2 1 0 0,1 0 0 0 0,-2 2 0 0 0,37 22 0 0 0,-30-13 15 0 0,-1 2 0 0 0,-1 2 0 0 0,-1 1 0 0 0,34 38 0 0 0,-13-11-22 0 0,-19-21 62 0 0,44 58 1 0 0,-68-79-115 0 0,-1 1-1 0 0,0 0 0 0 0,0 0 1 0 0,-2 1-1 0 0,0 0 1 0 0,0 0-1 0 0,-2 0 0 0 0,7 29 1 0 0,-8-12 24 0 0,-1 1 0 0 0,-1-1 0 0 0,-2 0 1 0 0,-1 1-1 0 0,-1-1 0 0 0,-2 0 0 0 0,-1 0 1 0 0,-15 46-1 0 0,-1-15-37 0 0,-3-1 0 0 0,-2-1 0 0 0,-38 59 0 0 0,18-41-66 0 0,-113 141 0 0 0,139-193 26 0 0,-1-2 0 0 0,-2-1 0 0 0,0-1 0 0 0,-1 0 0 0 0,-2-2 0 0 0,0-2-1 0 0,-1 0 1 0 0,0-1 0 0 0,-2-2 0 0 0,0-1 0 0 0,0-2 0 0 0,-45 13 0 0 0,3-8 75 0 0,-1-2 1 0 0,-1-4-1 0 0,0-3 1 0 0,-143-3-1 0 0,176-9-58 0 0,-68-18 1 0 0,52 10-15 0 0,51 11-12 0 0,-112-22 9 0 0,-152-51-1 0 0,240 62-21 0 0,0 0 0 0 0,2-2 0 0 0,0-1 0 0 0,0-2 0 0 0,1 0 0 0 0,1-2 0 0 0,1-1 0 0 0,1-1 0 0 0,-22-24 0 0 0,-6-18-38 0 0,3-2 1 0 0,-57-99 0 0 0,93 141 8 0 0,-16-42-1 0 0,2 2-8 0 0,18 42 18 0 0,1 0 0 0 0,2-1 0 0 0,-8-39 0 0 0,8 31-9 0 0,3 10-52 0 0,0 1-1 0 0,2-1 0 0 0,1 1 1 0 0,0-1-1 0 0,1 1 1 0 0,1-1-1 0 0,1 1 1 0 0,1 0-1 0 0,9-29 0 0 0,6-7-2290 0 0,49-99 0 0 0,-60 139 1265 0 0,0 1 0 0 0,1 0 0 0 0,1 0 0 0 0,17-18 0 0 0,-11 16-1124 0 0,0 1 0 0 0,1 0 0 0 0,0 2 1 0 0,1 0-1 0 0,27-15 0 0 0,-14 12-478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4:43.8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1 276 0 0,'12'13'204'0'0,"0"-2"-156"0"0,3-3-196 0 0,-3-2-224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4:44.5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302 749 684 0 0,'-9'-11'1066'0'0,"-7"-5"302"0"0,1-2 1 0 0,1 0-1 0 0,1 0 0 0 0,-18-32 1 0 0,28 44-1243 0 0,1 0 1 0 0,-1 0-1 0 0,1-1 1 0 0,0 1-1 0 0,1-1 0 0 0,0 1 1 0 0,0-1-1 0 0,0 0 1 0 0,1 1-1 0 0,0-1 1 0 0,0 0-1 0 0,0 0 1 0 0,1 1-1 0 0,0-1 0 0 0,1 0 1 0 0,-1 1-1 0 0,1-1 1 0 0,1 1-1 0 0,-1 0 1 0 0,4-6-1 0 0,3-4 17 0 0,1 1 1 0 0,0 1-1 0 0,1 0 1 0 0,1 0-1 0 0,0 1 1 0 0,1 1-1 0 0,0 0 0 0 0,1 1 1 0 0,25-17-1 0 0,8-1 310 0 0,91-40-1 0 0,-33 25 155 0 0,1 5-1 0 0,2 4 1 0 0,218-39 0 0 0,-189 55 62 0 0,2 6 1 0 0,256 8 0 0 0,-199 21-291 0 0,-1 9 1 0 0,-1 8 0 0 0,-1 8-1 0 0,347 124 1 0 0,-345-90-93 0 0,324 176 0 0 0,-384-172-58 0 0,-3 7-1 0 0,240 203 0 0 0,-305-227-199 0 0,-2 3 0 0 0,-4 2-1 0 0,-2 3 1 0 0,-4 3 0 0 0,62 106 0 0 0,-87-124-39 0 0,-2 1-1 0 0,-2 2 1 0 0,-3 1 0 0 0,-2 0 0 0 0,-4 2 0 0 0,-1 0-1 0 0,-4 1 1 0 0,8 100 0 0 0,-17-68 78 0 0,-5-1 0 0 0,-26 185 0 0 0,-79 175 305 0 0,65-320-349 0 0,-7-3 0 0 0,-5-1 0 0 0,-6-3 0 0 0,-5-3 0 0 0,-5-3 0 0 0,-6-3 0 0 0,-5-4 0 0 0,-4-3 0 0 0,-5-4 0 0 0,-105 95 0 0 0,121-134 247 0 0,-3-4-1 0 0,-2-3 0 0 0,-3-3 1 0 0,-2-4-1 0 0,-3-4 0 0 0,-1-4 1 0 0,-3-4-1 0 0,-1-3 0 0 0,-1-5 1 0 0,-3-3-1 0 0,0-5 0 0 0,-170 21 1 0 0,147-34-228 0 0,-1-6 1 0 0,0-5 0 0 0,0-5 0 0 0,-210-36-1 0 0,190 12-118 0 0,1-6-1 0 0,1-7 0 0 0,-221-97 1 0 0,268 95 118 0 0,1-4 1 0 0,2-4 0 0 0,3-4 0 0 0,3-3 0 0 0,-141-129-1 0 0,166 131-19 0 0,3-3-1 0 0,2-3 1 0 0,3-1 0 0 0,3-3-1 0 0,2-1 1 0 0,4-3-1 0 0,-61-142 1 0 0,70 124-71 0 0,3-2 0 0 0,3 0 0 0 0,5-2 0 0 0,-14-163 0 0 0,28 137-2 0 0,5-1 0 0 0,6 0 0 0 0,25-156 0 0 0,-3 117-334 0 0,6 1 0 0 0,7 1 0 0 0,7 3 0 0 0,7 1 0 0 0,119-235 0 0 0,-137 321-526 0 0,3 2 0 0 0,2 2-1 0 0,3 2 1 0 0,92-97 0 0 0,-100 122-867 0 0,2 2-1 0 0,82-56 1 0 0,-84 67-33 0 0,1 2 0 0 0,1 2-1 0 0,0 1 1 0 0,42-13 0 0 0,-16 13-916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5:05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4 744 0 0,'-9'0'1828'0'0,"3"0"-16"0"0,-3 0-363 0 0,2-3-545 0 0,1 3-356 0 0,0 0-264 0 0,0 0-172 0 0,0 0-132 0 0,0 0-124 0 0,0 0-120 0 0,3 3-2117 0 0,0-3 1217 0 0,0 5-328 0 0,0-2-160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5:26.0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24 876 0 0,'-39'-12'7883'0'0,"2"0"-5264"0"0,49 15-8072 0 0,0 7 1846 0 0,-6-4 1653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6:39.8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2417 1568 0 0,'0'0'137'0'0,"0"0"0"0"0,0 0 1 0 0,0 0-1 0 0,1 0 0 0 0,-1 0 0 0 0,0 0 0 0 0,0 0 0 0 0,0 0 0 0 0,0-1 0 0 0,1 1 1 0 0,-1 0-1 0 0,0 0 0 0 0,0 0 0 0 0,0 0 0 0 0,0 0 0 0 0,1 0 0 0 0,-1 0 1 0 0,0 0-1 0 0,0 0 0 0 0,0 0 0 0 0,0 0 0 0 0,1 1 0 0 0,-1-1 0 0 0,0 0 0 0 0,0 0 1 0 0,0 0-1 0 0,0 0 0 0 0,1 0 0 0 0,-1 0 0 0 0,0 0 0 0 0,0 0 0 0 0,0 0 0 0 0,0 1 1 0 0,0-1-1 0 0,1 0 0 0 0,-1 0 0 0 0,0 0 0 0 0,0 0 0 0 0,0 0 0 0 0,0 1 1 0 0,0-1-1 0 0,0 0 0 0 0,0 0 0 0 0,0 0 0 0 0,0 0 0 0 0,0 1 0 0 0,0-1 0 0 0,0 0 1 0 0,0 0-1 0 0,0 0 0 0 0,0 0 0 0 0,0 1 0 0 0,0-1 0 0 0,0 0 0 0 0,0 0 1 0 0,0 0-1 0 0,0 0 0 0 0,0 1 0 0 0,9-6 4227 0 0,-6 5-4303 0 0,-1-1 1 0 0,0 0-1 0 0,0 0 0 0 0,0 0 0 0 0,0 0 0 0 0,0 0 0 0 0,0-1 0 0 0,-1 1 1 0 0,1 0-1 0 0,0-1 0 0 0,-1 1 0 0 0,1-1 0 0 0,-1 0 0 0 0,1 1 0 0 0,-1-1 1 0 0,0 0-1 0 0,0 0 0 0 0,2-3 0 0 0,18-40 615 0 0,72-253 694 0 0,-66 191-1119 0 0,-14 45-79 0 0,32-102 232 0 0,1 36-132 0 0,-21 65-40 0 0,54-143-32 0 0,-6 40 145 0 0,-52 112-236 0 0,-8 21 46 0 0,23-44 0 0 0,4 9 82 0 0,-21 39 56 0 0,-2-1 0 0 0,22-51-1 0 0,-12 21 186 0 0,-3-30-155 0 0,-16 65-269 0 0,2 1 0 0 0,15-30 1 0 0,-12 28 46 0 0,14-39 0 0 0,-20 46-71 0 0,0 1 1 0 0,13-20-1 0 0,9-24 74 0 0,-18 31 44 0 0,12-64-1 0 0,-17 69-143 0 0,-3 16-2 0 0,-1 1-1 0 0,0-1 0 0 0,0-14 0 0 0,4 0 4 0 0,-6 23 456 0 0,-16-29-11893 0 0,11 5 3364 0 0,5 14 5380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6:40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2032 924 0 0,'-3'-12'8527'0'0,"2"10"-8140"0"0,0 0 0 0 0,1 0 0 0 0,-1 0 0 0 0,1 0 0 0 0,0 0 1 0 0,-1 0-1 0 0,1 0 0 0 0,0 0 0 0 0,0 1 0 0 0,0-1 0 0 0,1-3 1 0 0,6-14 66 0 0,1 0 0 0 0,0 1 0 0 0,22-34 0 0 0,-8 15 215 0 0,18-43 467 0 0,45-130 0 0 0,-57 140-972 0 0,-11 28 12 0 0,23-84 0 0 0,-3-3 142 0 0,-4 18-120 0 0,0-1-87 0 0,7-27 146 0 0,-21 64-119 0 0,-11 46-74 0 0,8-49 1 0 0,-9 25-81 0 0,3 1 1 0 0,23-74-1 0 0,-27 108 18 0 0,4-37-1 0 0,-8 40 3 0 0,0 0 0 0 0,1 1 1 0 0,1 0-1 0 0,6-17 0 0 0,-5 18 2 0 0,-1-1-1 0 0,0 0 1 0 0,1-14 0 0 0,4-14-25 0 0,-4 16 3 0 0,-4 21 11 0 0,0 0 0 0 0,0 0-1 0 0,0 0 1 0 0,0 0-1 0 0,4-8 1 0 0,29-61 22 0 0,-33 69 116 0 0,-8 7-611 0 0,-8 12-1356 0 0,5 6-2363 0 0,2 11-6706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6:42.0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1846 1120 0 0,'0'0'10756'0'0,"2"2"-7362"0"0,32-71-2182 0 0,41-122 0 0 0,-49 121-1050 0 0,-18 46-137 0 0,63-182 517 0 0,1-17 205 0 0,-35 107-75 0 0,-17 51-178 0 0,-8 28-477 0 0,11-57 0 0 0,7-39 242 0 0,-19 87 1 0 0,-7 33-185 0 0,-1 1 0 0 0,-1-1 0 0 0,2-25 0 0 0,-3 31-69 0 0,1 0 0 0 0,-1 1 0 0 0,1-1-1 0 0,0 1 1 0 0,1 0 0 0 0,0-1 0 0 0,0 1 0 0 0,7-11 0 0 0,9-21 70 0 0,2-39 355 0 0,-12 1 5 0 0,24-39-363 0 0,-29 92-18 0 0,-4 19-40 0 0,0 1 0 0 0,1-1 0 0 0,-1 1 0 0 0,1-1 0 0 0,0 1 0 0 0,0-1 0 0 0,3-5 0 0 0,-1 3-10 0 0,-1 0 1 0 0,0 0-1 0 0,0 0 1 0 0,-1 0-1 0 0,0 0 1 0 0,0 0-1 0 0,0 0 1 0 0,-1-11-1 0 0,0 16 16 0 0,-1 2-285 0 0,0-1 12 0 0,0 0-1 0 0,0 1 1 0 0,0-1-1 0 0,0 1 1 0 0,1-1 0 0 0,-1 1-1 0 0,0 0 1 0 0,0-1 0 0 0,1 1-1 0 0,-1 0 1 0 0,0-1-1 0 0,1 1 1 0 0,-1 0 0 0 0,0 0-1 0 0,1 0 1 0 0,-1-1-1 0 0,1 1 1 0 0,-1 0 0 0 0,1 0-1 0 0,0 0 1 0 0,-1 1-1 0 0,-10 33-7584 0 0,4-13 2094 0 0,1-11 3405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6:43.3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1105 124 0 0,'-2'-9'10557'0'0,"1"7"-10026"0"0,0 1-421 0 0,0 1-1 0 0,0 0 1 0 0,-1-1 0 0 0,1 1 0 0 0,0-1 0 0 0,0 0 0 0 0,1 1 0 0 0,-1-1-1 0 0,0 0 1 0 0,0 1 0 0 0,0-1 0 0 0,0 0 0 0 0,0 0 0 0 0,1 0 0 0 0,-1 0-1 0 0,0 0 1 0 0,1 0 0 0 0,-1 0 0 0 0,1 0 0 0 0,-1 0 0 0 0,1 0 0 0 0,0 0-1 0 0,-1 0 1 0 0,1 0 0 0 0,0 0 0 0 0,0 0 0 0 0,-1-1 0 0 0,1 1 0 0 0,0 0 0 0 0,0 0-1 0 0,1-2 1 0 0,-1-51 181 0 0,1 37-77 0 0,-1-172 591 0 0,1 180-752 0 0,0 1 0 0 0,0-1 0 0 0,5-16 0 0 0,-4 16 42 0 0,1 0-1 0 0,-2-1 1 0 0,2-18-1 0 0,3-40 797 0 0,0 13-245 0 0,-3-210-300 0 0,-1 250-335 0 0,0 0 1 0 0,0 0-1 0 0,1 1 0 0 0,1-1 0 0 0,8-20 0 0 0,3-12 112 0 0,-11 37-29 0 0,1-18 469 0 0,-5 28-424 0 0,7-33 135 0 0,-4 23-227 0 0,1 3 10 0 0,-2-1 0 0 0,1 0 1 0 0,-1 1-1 0 0,0-1 0 0 0,0 0 0 0 0,-1 0 0 0 0,0-10 0 0 0,-2 19-246 0 0,-1-1 1 0 0,0 0-1 0 0,0 1 1 0 0,1 0-1 0 0,-1-1 0 0 0,1 1 1 0 0,-1 0-1 0 0,0 0 1 0 0,1 0-1 0 0,-3 2 0 0 0,3-2-772 0 0,-3 1 148 0 0,0 0 0 0 0,1 1-1 0 0,-1 0 1 0 0,1 0 0 0 0,0 0-1 0 0,-1 0 1 0 0,1 0 0 0 0,0 1-1 0 0,1-1 1 0 0,-1 1 0 0 0,1 0-1 0 0,-1 0 1 0 0,1 0 0 0 0,0 0-1 0 0,-2 8 1 0 0,-2 1-1572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28:50.7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1192 346 1088 0 0,'9'-63'5305'0'0,"-14"85"4807"0"0,-16 31-7688 0 0,-2 6-2359 0 0,-145 352 1488 0 0,24-65-844 0 0,57-117-620 0 0,-85 242 111 0 0,122-324-202 0 0,-69 242 6 0 0,75-200 93 0 0,-61 299 389 0 0,-39 506 373 0 0,110-705-687 0 0,-50 646 792 0 0,90-159-870 0 0,10-300-223 0 0,27-3 367 0 0,-21-340-176 0 0,5-2 0 0 0,7 0 0 0 0,5-2 0 0 0,5-2 1 0 0,90 178-1 0 0,-78-195-162 0 0,5-3 1 0 0,5-3-1 0 0,4-2 0 0 0,142 156 1 0 0,-161-205 29 0 0,3-3 0 0 0,104 75-1 0 0,-117-98 51 0 0,1-2-1 0 0,1-1 1 0 0,0-2-1 0 0,2-2 0 0 0,52 15 1 0 0,-62-26 2 0 0,0-2 0 0 0,0-2 0 0 0,0 0 0 0 0,1-3 1 0 0,0-1-1 0 0,0-1 0 0 0,62-10 0 0 0,-8-6 102 0 0,160-50 0 0 0,52-37 66 0 0,-154 42 23 0 0,152-86 0 0 0,-286 139-164 0 0,313-184 146 0 0,-258 149-144 0 0,54-37 4 0 0,-99 60 2 0 0,0-1 0 0 0,-2-1 1 0 0,0-1-1 0 0,-2-1 0 0 0,28-42 1 0 0,153-273-100 0 0,-184 304 84 0 0,-2-1-1 0 0,19-66 0 0 0,9-80-35 0 0,-28 111-27 0 0,156-623-432 0 0,-81 265 913 0 0,-28 80-217 0 0,-33 173-162 0 0,6-111-41 0 0,-24 185-20 0 0,59-554-107 0 0,-33 222 916 0 0,-32 304-267 0 0,-16-175 1 0 0,-47-204-50 0 0,47 403-463 0 0,-51-362-63 0 0,-38 18 452 0 0,-19-45-173 0 0,118 489-224 0 0,-43-191 103 0 0,10 39-41 0 0,13 71-57 0 0,-37-119-14 0 0,-12 1 3 0 0,46 142-4 0 0,9 23-14 0 0,-1 1 1 0 0,-38-66 0 0 0,-9 4 17 0 0,-28-34-17 0 0,75 114 44 0 0,-1 1-1 0 0,-1 1 0 0 0,-1 1 1 0 0,-24-20-1 0 0,-112-68 21 0 0,132 94-57 0 0,-1 1 0 0 0,0 0-1 0 0,-1 2 1 0 0,-37-8 0 0 0,10 5-45 0 0,-93-10-1 0 0,-28-9-44 0 0,112 18-34 0 0,-65-6-1 0 0,-49-8 5 0 0,45 5 55 0 0,-135-8-347 0 0,214 21 351 0 0,42 6 61 0 0,0 1 0 0 0,0 0 0 0 0,0 0 0 0 0,0 1 0 0 0,-1 1-1 0 0,1-1 1 0 0,0 1 0 0 0,0 1 0 0 0,-1 0 0 0 0,-15 4 0 0 0,-1 2-111 0 0,-43 9-1 0 0,44-12 138 0 0,0 2-1 0 0,-27 9 1 0 0,19-2-36 0 0,2 1 0 0 0,0 1 1 0 0,-55 37-1 0 0,64-37 0 0 0,6-4-1 0 0,1 0 0 0 0,0 1 0 0 0,1 0 1 0 0,-17 20-1 0 0,-3 7-58 0 0,14-18-13 0 0,-30 45 0 0 0,2 5 45 0 0,27-42 83 0 0,0 2 1 0 0,3 0 0 0 0,-17 36 0 0 0,26-44-22 0 0,1 1 0 0 0,1 0 0 0 0,2 0 0 0 0,-5 39 0 0 0,1-18 9 0 0,6-30-4 0 0,1 0 0 0 0,-2 25 0 0 0,2-27-5 0 0,1-11-17 0 0,0 0 1 0 0,1 0-1 0 0,0 0 1 0 0,-1 0-1 0 0,1 0 1 0 0,0 0-1 0 0,0 0 1 0 0,0 1-1 0 0,0-1 1 0 0,1 0-1 0 0,0 4 1 0 0,-6 1-1540 0 0,-6-9-6276 0 0,-7-14-4818 0 0,12 10 9841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30:25.4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194 115 200 0 0,'-2'2'749'0'0,"1"-1"1"0"0,-1 1-1 0 0,0-1 1 0 0,1 1-1 0 0,-1-1 0 0 0,0 0 1 0 0,0 1-1 0 0,0-1 1 0 0,0 0-1 0 0,0 0 0 0 0,0-1 1 0 0,0 1-1 0 0,0 0 0 0 0,-1-1 1 0 0,1 1-1 0 0,0-1 1 0 0,0 0-1 0 0,-1 0 0 0 0,-3 0 1 0 0,-48-3 3817 0 0,48 2-4412 0 0,-3 0 233 0 0,0 0-1 0 0,0-1 0 0 0,0 0 0 0 0,0 0 0 0 0,-14-7 1 0 0,21 9-465 0 0,1-1 1 0 0,0 1-1 0 0,0-1 1 0 0,-1 0-1 0 0,1 1 1 0 0,0-1-1 0 0,0 0 0 0 0,0 0 1 0 0,0 0-1 0 0,0 0 1 0 0,0 0-1 0 0,0 0 1 0 0,0 0-1 0 0,1 0 1 0 0,-1-1-1 0 0,0 1 1 0 0,0 0-1 0 0,1 0 1 0 0,-1-1-1 0 0,1 1 1 0 0,-1 0-1 0 0,1-1 1 0 0,0 1-1 0 0,0 0 1 0 0,-1-1-1 0 0,1 1 1 0 0,0 0-1 0 0,0-1 1 0 0,0 1-1 0 0,0-1 0 0 0,1 1 1 0 0,-1 0-1 0 0,0-1 1 0 0,1 1-1 0 0,-1 0 1 0 0,0-1-1 0 0,1 1 1 0 0,0 0-1 0 0,-1 0 1 0 0,1-1-1 0 0,0 1 1 0 0,-1 0-1 0 0,1 0 1 0 0,0 0-1 0 0,0 0 1 0 0,1-1-1 0 0,3-3-1200 0 0,0-1 1 0 0,0 2-1 0 0,0-1 1 0 0,1 1-1 0 0,-1 0 1 0 0,1 0-1 0 0,0 0 0 0 0,0 1 1 0 0,9-4-1 0 0,-3 1-1579 0 0,-3 0 217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30:27.0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1127 1 1140 0 0,'8'5'7455'0'0,"-3"-2"-2667"0"0,-5-2-4709 0 0,0 0 1 0 0,1 0-1 0 0,-1 0 0 0 0,0-1 0 0 0,0 1 0 0 0,0 0 0 0 0,0 0 1 0 0,0 0-1 0 0,0 0 0 0 0,0-1 0 0 0,0 1 0 0 0,0 0 0 0 0,0 0 1 0 0,0 0-1 0 0,0 0 0 0 0,-1-1 0 0 0,1 1 0 0 0,0 0 0 0 0,-1 0 1 0 0,1 0-1 0 0,0-1 0 0 0,-1 1 0 0 0,1 0 0 0 0,-1-1 0 0 0,1 1 1 0 0,-1 0-1 0 0,0-1 0 0 0,1 1 0 0 0,-1-1 0 0 0,-1 2 0 0 0,-23 22 63 0 0,21-21-17 0 0,-63 68-32 0 0,12-11-85 0 0,-103 101 35 0 0,-136 124-118 0 0,-110 32 663 0 0,363-288-372 0 0,-42 34 208 0 0,82-62-428 0 0,1-3-214 0 0,0 0 126 0 0,0 1-1 0 0,1-1 0 0 0,-1 0 0 0 0,0 1 0 0 0,1-1 1 0 0,-1 1-1 0 0,1-1 0 0 0,0 0 0 0 0,-1 1 0 0 0,1-1 1 0 0,0 1-1 0 0,0 0 0 0 0,1-2 0 0 0,24-20-4436 0 0,-22 20 2992 0 0,0 0 0 0 0,0 0 0 0 0,0-1 0 0 0,0 1 0 0 0,4-8 0 0 0,-4 4-580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30:27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3 372 0 0,'-1'-1'1708'0'0,"0"0"-1519"0"0,1 1 1 0 0,0 0 0 0 0,0 0 0 0 0,0 0-1 0 0,-1 0 1 0 0,1 0 0 0 0,0 0-1 0 0,0 0 1 0 0,0 0 0 0 0,0 0 0 0 0,-1 0-1 0 0,1 0 1 0 0,0 0 0 0 0,0 0 0 0 0,0 0-1 0 0,-1 0 1 0 0,1 0 0 0 0,0 0 0 0 0,0 0-1 0 0,0 0 1 0 0,-1 0 0 0 0,1 0-1 0 0,0 0 1 0 0,0 0 0 0 0,0 0 0 0 0,0 0-1 0 0,-1 0 1 0 0,1 0 0 0 0,0 0 0 0 0,0 1-1 0 0,-3 10 3262 0 0,3 28-2819 0 0,0-6 359 0 0,-3-14-607 0 0,-1-1-1 0 0,-1 0 1 0 0,-1 1 0 0 0,-16 32-1 0 0,-42 66 321 0 0,28-56-465 0 0,13-21-132 0 0,13-26-88 0 0,2 0-1 0 0,-1 0 1 0 0,2 1-1 0 0,0 0 0 0 0,1 1 1 0 0,-5 18-1 0 0,11-33-19 0 0,0-1 0 0 0,0 1 0 0 0,0 0 0 0 0,0 0 0 0 0,0 0 0 0 0,0 0 0 0 0,0 0 0 0 0,0 0 0 0 0,0 0 0 0 0,0 0 0 0 0,1 0 0 0 0,-1-1 0 0 0,0 1 0 0 0,1 0 0 0 0,-1 0 0 0 0,0 0 0 0 0,1 0 0 0 0,-1-1 0 0 0,1 1 0 0 0,0 0 0 0 0,-1 0 0 0 0,1-1 1 0 0,-1 1-1 0 0,1-1 0 0 0,0 1 0 0 0,0 0 0 0 0,-1-1 0 0 0,1 1 0 0 0,0-1 0 0 0,0 0 0 0 0,0 1 0 0 0,-1-1 0 0 0,1 0 0 0 0,0 1 0 0 0,0-1 0 0 0,0 0 0 0 0,0 0 0 0 0,0 0 0 0 0,0 0 0 0 0,0 0 0 0 0,0 0 0 0 0,-1 0 0 0 0,3 0 0 0 0,7 0 0 0 0,0 0-1 0 0,0-1 1 0 0,14-3 0 0 0,-6 1 2 0 0,16 1-79 0 0,0 2 0 0 0,66 8 0 0 0,68 23-1629 0 0,-36-6-2367 0 0,-5-3-2500 0 0,-84-14 4222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30:28.7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690 210 532 0 0,'10'-8'1487'0'0,"1"0"-1"0"0,-1 0 1 0 0,23-11-1 0 0,78-26 1746 0 0,-83 35-2490 0 0,55-17 113 0 0,0 3 0 0 0,2 5 0 0 0,0 2 0 0 0,143-7 0 0 0,349 28 641 0 0,-485 2-1124 0 0,-1 4-1 0 0,1 3 1 0 0,-2 5-1 0 0,113 36 1 0 0,-158-38-256 0 0,-1 1 0 0 0,0 3 0 0 0,-1 1 1 0 0,-1 2-1 0 0,-1 2 0 0 0,-2 2 0 0 0,0 2 0 0 0,-2 1 1 0 0,-1 1-1 0 0,33 39 0 0 0,-35-29 17 0 0,-2 1-1 0 0,-2 1 0 0 0,-2 2 1 0 0,-2 1-1 0 0,21 51 1 0 0,-22-34 30 0 0,-2 1 1 0 0,-3 2-1 0 0,18 98 1 0 0,-25-66 48 0 0,-3 1 1 0 0,-5 1 0 0 0,-4-1 0 0 0,-5 0-1 0 0,-24 151 1 0 0,12-161-8 0 0,-4-2 1 0 0,-4 0-1 0 0,-4-1 0 0 0,-3-2 1 0 0,-4-1-1 0 0,-4-2 0 0 0,-49 78 0 0 0,52-102-156 0 0,-3-2-1 0 0,-2-1 1 0 0,-2-3-1 0 0,-2-1 0 0 0,-3-2 1 0 0,-1-2-1 0 0,-3-3 1 0 0,-1-1-1 0 0,-2-4 0 0 0,-62 34 1 0 0,64-46-36 0 0,-2-2-1 0 0,-1-2 1 0 0,0-2 0 0 0,-1-4-1 0 0,-91 16 1 0 0,74-22 80 0 0,-1-4 0 0 0,0-2 0 0 0,-149-14-1 0 0,123-4-12 0 0,1-4 0 0 0,1-4 0 0 0,0-5 0 0 0,3-4 0 0 0,0-4 0 0 0,-167-88 0 0 0,199 87-106 0 0,3-2-1 0 0,1-4 1 0 0,2-1-1 0 0,3-4 1 0 0,-100-105 0 0 0,114 103-47 0 0,1-1 1 0 0,3-1-1 0 0,2-3 1 0 0,3 0-1 0 0,2-3 1 0 0,2 0 0 0 0,-21-66-1 0 0,37 84 44 0 0,1-1 0 0 0,2 0 0 0 0,2 0 0 0 0,2 0 0 0 0,1-1 0 0 0,2 0 0 0 0,2 0 0 0 0,6-43 0 0 0,1 32 40 0 0,3 0 0 0 0,1 1 0 0 0,3 1 0 0 0,3 0 0 0 0,37-82 0 0 0,-18 63-103 0 0,2 1 0 0 0,4 2 1 0 0,64-80-1 0 0,-39 68-689 0 0,148-137 0 0 0,-112 129-1093 0 0,122-80 0 0 0,13 28-4467 0 0,-216 126 4725 0 0,1 2 0 0 0,0 0-1 0 0,1 1 1 0 0,0 2 0 0 0,42-8 0 0 0,-24 11-878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30:29.6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1624 8 1720 0 0,'5'-8'12560'0'0,"-1"29"-11385"0"0,-18 349 842 0 0,1-77-1365 0 0,0 10 194 0 0,-26 151 292 0 0,15-261-808 0 0,-9-2 0 0 0,-7-1 0 0 0,-10-2 0 0 0,-7-3 0 0 0,-8-2 1 0 0,-127 249-1 0 0,91-247 408 0 0,-173 242 1 0 0,-29-57-115 0 0,212-272-1407 0 0,-197 163 0 0 0,285-259 491 0 0,1 0 0 0 0,-1 0 0 0 0,0 0 0 0 0,-1 0-1 0 0,1 0 1 0 0,0-1 0 0 0,-4 2 0 0 0,7-3 201 0 0,-1 0 0 0 0,1 0 1 0 0,0 0-1 0 0,0 0 0 0 0,-1 0 0 0 0,1 0 0 0 0,0 0 0 0 0,0 0 1 0 0,0 0-1 0 0,-1 0 0 0 0,1 0 0 0 0,0 0 0 0 0,0 0 1 0 0,-1 0-1 0 0,1 0 0 0 0,0 0 0 0 0,0 0 0 0 0,0 0 0 0 0,-1-1 1 0 0,1 1-1 0 0,0 0 0 0 0,0 0 0 0 0,0 0 0 0 0,-1 0 1 0 0,1 0-1 0 0,0 0 0 0 0,0-1 0 0 0,0 1 0 0 0,0 0 0 0 0,0 0 1 0 0,-1 0-1 0 0,1-1 0 0 0,0 1 0 0 0,0 0 0 0 0,0 0 1 0 0,0 0-1 0 0,0-1 0 0 0,4-17-3936 0 0,12-27-6610 0 0,-14 36 8307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07:30:30.0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228 0 16 0 0,'5'5'18285'0'0,"-2"-2"-17967"0"0,-1 1 0 0 0,0-1 0 0 0,0 1-1 0 0,0 0 1 0 0,0-1 0 0 0,0 1 0 0 0,-1 0-1 0 0,0 0 1 0 0,2 8 0 0 0,-4 3-127 0 0,0 0 1 0 0,-1 0-1 0 0,-1-1 1 0 0,0 1-1 0 0,0 0 1 0 0,-2-1-1 0 0,0 0 1 0 0,-10 21-1 0 0,-7 5-4 0 0,-40 55-1 0 0,5-8 49 0 0,29-48-175 0 0,22-30-61 0 0,-1-1 0 0 0,1 1 0 0 0,0 0 0 0 0,1 0 0 0 0,0 1 0 0 0,-5 14 0 0 0,10-23 0 0 0,0 0 0 0 0,-1 0 0 0 0,1 0 0 0 0,0-1 0 0 0,0 1 0 0 0,0 0 1 0 0,0 0-1 0 0,0 0 0 0 0,1-1 0 0 0,-1 1 0 0 0,0 0 0 0 0,0 0 0 0 0,0 0 0 0 0,1-1 0 0 0,-1 1 1 0 0,0 0-1 0 0,1 0 0 0 0,-1-1 0 0 0,1 1 0 0 0,-1 0 0 0 0,1-1 0 0 0,-1 1 0 0 0,1-1 0 0 0,-1 1 0 0 0,1 0 1 0 0,0-1-1 0 0,-1 0 0 0 0,1 1 0 0 0,0-1 0 0 0,0 1 0 0 0,-1-1 0 0 0,1 0 0 0 0,0 1 0 0 0,0-1 0 0 0,-1 0 1 0 0,1 0-1 0 0,0 1 0 0 0,0-1 0 0 0,0 0 0 0 0,-1 0 0 0 0,1 0 0 0 0,0 0 0 0 0,0 0 0 0 0,1-1 1 0 0,49-1 123 0 0,-36 0-83 0 0,54-3-105 0 0,269-11 129 0 0,-169 22-3054 0 0,-1 18-4562 0 0,-150-21 5364 0 0,-1 2 1 0 0,1 0 0 0 0,28 13 0 0 0,-21-3-795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B0E02-AF83-4315-9780-1A0EEB8FF45E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613E1-8ADB-4557-9000-86269DE2563E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77865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A8E0-9A62-9CB4-E4E3-A4582C169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4D569-E2DB-430D-608F-9B4550006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56B0-A67F-98C7-2445-F13DF6A4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77C24-2C7C-D583-4985-C7664289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AF7BE-FFB0-48AB-883D-E679CC90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27924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FDC2-4C5F-5421-826A-E8CB088B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1E4F-32A6-0F4A-EE52-D58F06AC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306A4-3AC9-404D-A877-D64B20FA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BFF2C-C62C-B311-CF7E-F88F7789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CAC48-0FF6-4B9E-39FC-F338CB3B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17915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9E4B-A658-7BBE-AF3A-67589CF3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3EE1C-70C4-7BD8-4552-9391BB1B9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1A56-6359-4CDE-5EFB-EB7AC4B6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3CDE0-B4ED-EEEC-7DF1-BB469296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8C0A-FDC7-A835-8F04-E953F369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64338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90EF-FA46-FB8D-2437-C4BA2B97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E181B-4879-69DA-5AC5-1F24E7B86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C700D-AD3D-90A3-3A9E-5EC6C7CFC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881-83D1-C0DF-A118-63914EA2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AE39B-D537-53FB-178A-48C1F5A5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E016E-7B17-2DC8-63DC-DE8C4D36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05839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890E-609C-E9E1-5AFD-B72EE419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BA996-DE4D-D145-572A-1902989B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28118-24B2-ECA7-ADC7-1109D4CAA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5B177-9411-AC5E-69D8-C491F541A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92BC2-A061-7AF1-1F51-30D4F6851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A899A-53DA-F6C2-4EA4-C02129A3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7DF7E-7F20-3631-383B-6BF176FD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B84B-9766-404B-C4C6-8F76FB83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4259329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E43F-7EFD-57FC-1B85-14FE3828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023BE-A602-9635-64FD-2295A11D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49072-7ABF-6150-47B7-B0BB96AE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90F19-5A20-520C-ABD6-6D660442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64026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A26CA-E93C-BFB4-FEA9-0916465B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554E3-F32A-FDEB-88BB-CC0E6D27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3DC58-A8B6-3558-DA32-DC3FB17E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422596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77C2-E04B-98EF-A37B-B14BD760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5C65-FA36-4BBE-D420-4ED8D60F0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0DF52-4700-9701-5C78-A62A4E8E6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E8AF4-1170-17EE-7F69-37E968F0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9677-0EE9-B6EF-46AC-9FE96AC7F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65CE4-29E8-61FE-C038-3B3BEE19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413962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5F37-E683-1F2E-CD33-E20CC6DB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DAB26-3863-04DF-FA5E-9B8155DDB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F3E8E-0353-2EC0-B188-7F1C129AD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71DB7-8F4A-9707-5EA5-6A60EAA4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6768C-909D-518E-9A5F-198F1491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E8C8A-B3CC-0150-E7D4-EF0F5729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48215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E443-AF1F-931F-C656-4E26101C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2D85F-40EE-8875-C5C6-2FD1AE3F3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1E51-CD7F-3D29-660A-5A8B1F73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B7688-3162-6D45-7779-08BD7C08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20862-32E9-A2D3-694E-34C80DF0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84370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5A3D1-559C-7B07-BBD7-5078B3538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1F846-20D3-361F-0DDD-D790C231B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B2A57-E635-F746-AC78-269C29869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0B4F5-21A3-D153-525B-4581FD2F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2C3F1-855C-FF41-2FB3-8C91972D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31881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9440D-39A3-E737-2216-C2146F05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C52A-B793-B2D4-24DA-00ECCA9C3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5BE5-4A7E-4C30-1118-2AE752961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F6ACC-51F7-4677-A8F4-392F200BBDF4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C65FD-A80D-3277-0906-7BA8FE696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E8AB2-168B-B995-5F71-11F637269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C9912-24AC-4C0A-BC07-9CF6F01B9A2D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51645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n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9.png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3.jpg"/><Relationship Id="rId16" Type="http://schemas.openxmlformats.org/officeDocument/2006/relationships/image" Target="../media/image10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33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" Type="http://schemas.openxmlformats.org/officeDocument/2006/relationships/customXml" Target="../ink/ink28.xml"/><Relationship Id="rId21" Type="http://schemas.openxmlformats.org/officeDocument/2006/relationships/customXml" Target="../ink/ink37.xml"/><Relationship Id="rId7" Type="http://schemas.openxmlformats.org/officeDocument/2006/relationships/customXml" Target="../ink/ink30.xml"/><Relationship Id="rId12" Type="http://schemas.openxmlformats.org/officeDocument/2006/relationships/image" Target="../media/image36.png"/><Relationship Id="rId17" Type="http://schemas.openxmlformats.org/officeDocument/2006/relationships/customXml" Target="../ink/ink35.xml"/><Relationship Id="rId25" Type="http://schemas.openxmlformats.org/officeDocument/2006/relationships/customXml" Target="../ink/ink39.xml"/><Relationship Id="rId2" Type="http://schemas.openxmlformats.org/officeDocument/2006/relationships/image" Target="../media/image31.jpg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customXml" Target="../ink/ink32.xml"/><Relationship Id="rId24" Type="http://schemas.openxmlformats.org/officeDocument/2006/relationships/image" Target="../media/image42.png"/><Relationship Id="rId5" Type="http://schemas.openxmlformats.org/officeDocument/2006/relationships/customXml" Target="../ink/ink29.xml"/><Relationship Id="rId15" Type="http://schemas.openxmlformats.org/officeDocument/2006/relationships/customXml" Target="../ink/ink34.xml"/><Relationship Id="rId23" Type="http://schemas.openxmlformats.org/officeDocument/2006/relationships/customXml" Target="../ink/ink38.xml"/><Relationship Id="rId28" Type="http://schemas.openxmlformats.org/officeDocument/2006/relationships/image" Target="../media/image44.png"/><Relationship Id="rId10" Type="http://schemas.openxmlformats.org/officeDocument/2006/relationships/image" Target="../media/image35.png"/><Relationship Id="rId19" Type="http://schemas.openxmlformats.org/officeDocument/2006/relationships/customXml" Target="../ink/ink36.xml"/><Relationship Id="rId4" Type="http://schemas.openxmlformats.org/officeDocument/2006/relationships/image" Target="../media/image32.png"/><Relationship Id="rId9" Type="http://schemas.openxmlformats.org/officeDocument/2006/relationships/customXml" Target="../ink/ink31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4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46.xml"/><Relationship Id="rId18" Type="http://schemas.openxmlformats.org/officeDocument/2006/relationships/image" Target="../media/image53.png"/><Relationship Id="rId3" Type="http://schemas.openxmlformats.org/officeDocument/2006/relationships/customXml" Target="../ink/ink41.xml"/><Relationship Id="rId7" Type="http://schemas.openxmlformats.org/officeDocument/2006/relationships/customXml" Target="../ink/ink43.xml"/><Relationship Id="rId12" Type="http://schemas.openxmlformats.org/officeDocument/2006/relationships/image" Target="../media/image50.png"/><Relationship Id="rId17" Type="http://schemas.openxmlformats.org/officeDocument/2006/relationships/customXml" Target="../ink/ink48.xml"/><Relationship Id="rId2" Type="http://schemas.openxmlformats.org/officeDocument/2006/relationships/image" Target="../media/image45.jp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customXml" Target="../ink/ink45.xml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customXml" Target="../ink/ink44.xml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6.xml"/><Relationship Id="rId21" Type="http://schemas.openxmlformats.org/officeDocument/2006/relationships/customXml" Target="../ink/ink58.xml"/><Relationship Id="rId42" Type="http://schemas.openxmlformats.org/officeDocument/2006/relationships/image" Target="../media/image81.png"/><Relationship Id="rId63" Type="http://schemas.openxmlformats.org/officeDocument/2006/relationships/customXml" Target="../ink/ink79.xml"/><Relationship Id="rId84" Type="http://schemas.openxmlformats.org/officeDocument/2006/relationships/image" Target="../media/image102.png"/><Relationship Id="rId138" Type="http://schemas.openxmlformats.org/officeDocument/2006/relationships/image" Target="../media/image129.png"/><Relationship Id="rId107" Type="http://schemas.openxmlformats.org/officeDocument/2006/relationships/customXml" Target="../ink/ink101.xml"/><Relationship Id="rId11" Type="http://schemas.openxmlformats.org/officeDocument/2006/relationships/customXml" Target="../ink/ink53.xml"/><Relationship Id="rId32" Type="http://schemas.openxmlformats.org/officeDocument/2006/relationships/image" Target="../media/image76.png"/><Relationship Id="rId53" Type="http://schemas.openxmlformats.org/officeDocument/2006/relationships/customXml" Target="../ink/ink74.xml"/><Relationship Id="rId74" Type="http://schemas.openxmlformats.org/officeDocument/2006/relationships/image" Target="../media/image97.png"/><Relationship Id="rId128" Type="http://schemas.openxmlformats.org/officeDocument/2006/relationships/image" Target="../media/image124.png"/><Relationship Id="rId5" Type="http://schemas.openxmlformats.org/officeDocument/2006/relationships/customXml" Target="../ink/ink50.xml"/><Relationship Id="rId90" Type="http://schemas.openxmlformats.org/officeDocument/2006/relationships/image" Target="../media/image105.png"/><Relationship Id="rId95" Type="http://schemas.openxmlformats.org/officeDocument/2006/relationships/customXml" Target="../ink/ink95.xml"/><Relationship Id="rId22" Type="http://schemas.openxmlformats.org/officeDocument/2006/relationships/image" Target="../media/image71.png"/><Relationship Id="rId27" Type="http://schemas.openxmlformats.org/officeDocument/2006/relationships/customXml" Target="../ink/ink61.xml"/><Relationship Id="rId43" Type="http://schemas.openxmlformats.org/officeDocument/2006/relationships/customXml" Target="../ink/ink69.xml"/><Relationship Id="rId48" Type="http://schemas.openxmlformats.org/officeDocument/2006/relationships/image" Target="../media/image84.png"/><Relationship Id="rId64" Type="http://schemas.openxmlformats.org/officeDocument/2006/relationships/image" Target="../media/image92.png"/><Relationship Id="rId69" Type="http://schemas.openxmlformats.org/officeDocument/2006/relationships/customXml" Target="../ink/ink82.xml"/><Relationship Id="rId113" Type="http://schemas.openxmlformats.org/officeDocument/2006/relationships/customXml" Target="../ink/ink104.xml"/><Relationship Id="rId118" Type="http://schemas.openxmlformats.org/officeDocument/2006/relationships/image" Target="../media/image119.png"/><Relationship Id="rId134" Type="http://schemas.openxmlformats.org/officeDocument/2006/relationships/image" Target="../media/image127.png"/><Relationship Id="rId139" Type="http://schemas.openxmlformats.org/officeDocument/2006/relationships/customXml" Target="../ink/ink117.xml"/><Relationship Id="rId80" Type="http://schemas.openxmlformats.org/officeDocument/2006/relationships/image" Target="../media/image100.png"/><Relationship Id="rId85" Type="http://schemas.openxmlformats.org/officeDocument/2006/relationships/customXml" Target="../ink/ink90.xml"/><Relationship Id="rId12" Type="http://schemas.openxmlformats.org/officeDocument/2006/relationships/image" Target="../media/image66.png"/><Relationship Id="rId17" Type="http://schemas.openxmlformats.org/officeDocument/2006/relationships/customXml" Target="../ink/ink56.xml"/><Relationship Id="rId33" Type="http://schemas.openxmlformats.org/officeDocument/2006/relationships/customXml" Target="../ink/ink64.xml"/><Relationship Id="rId38" Type="http://schemas.openxmlformats.org/officeDocument/2006/relationships/image" Target="../media/image79.png"/><Relationship Id="rId59" Type="http://schemas.openxmlformats.org/officeDocument/2006/relationships/customXml" Target="../ink/ink77.xml"/><Relationship Id="rId103" Type="http://schemas.openxmlformats.org/officeDocument/2006/relationships/customXml" Target="../ink/ink99.xml"/><Relationship Id="rId108" Type="http://schemas.openxmlformats.org/officeDocument/2006/relationships/image" Target="../media/image114.png"/><Relationship Id="rId124" Type="http://schemas.openxmlformats.org/officeDocument/2006/relationships/image" Target="../media/image122.png"/><Relationship Id="rId129" Type="http://schemas.openxmlformats.org/officeDocument/2006/relationships/customXml" Target="../ink/ink112.xml"/><Relationship Id="rId54" Type="http://schemas.openxmlformats.org/officeDocument/2006/relationships/image" Target="../media/image87.png"/><Relationship Id="rId70" Type="http://schemas.openxmlformats.org/officeDocument/2006/relationships/image" Target="../media/image95.png"/><Relationship Id="rId75" Type="http://schemas.openxmlformats.org/officeDocument/2006/relationships/customXml" Target="../ink/ink85.xml"/><Relationship Id="rId91" Type="http://schemas.openxmlformats.org/officeDocument/2006/relationships/customXml" Target="../ink/ink93.xml"/><Relationship Id="rId96" Type="http://schemas.openxmlformats.org/officeDocument/2006/relationships/image" Target="../media/image108.png"/><Relationship Id="rId140" Type="http://schemas.openxmlformats.org/officeDocument/2006/relationships/image" Target="../media/image130.png"/><Relationship Id="rId145" Type="http://schemas.openxmlformats.org/officeDocument/2006/relationships/customXml" Target="../ink/ink1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23" Type="http://schemas.openxmlformats.org/officeDocument/2006/relationships/customXml" Target="../ink/ink59.xml"/><Relationship Id="rId28" Type="http://schemas.openxmlformats.org/officeDocument/2006/relationships/image" Target="../media/image74.png"/><Relationship Id="rId49" Type="http://schemas.openxmlformats.org/officeDocument/2006/relationships/customXml" Target="../ink/ink72.xml"/><Relationship Id="rId114" Type="http://schemas.openxmlformats.org/officeDocument/2006/relationships/image" Target="../media/image117.png"/><Relationship Id="rId119" Type="http://schemas.openxmlformats.org/officeDocument/2006/relationships/customXml" Target="../ink/ink107.xml"/><Relationship Id="rId44" Type="http://schemas.openxmlformats.org/officeDocument/2006/relationships/image" Target="../media/image82.png"/><Relationship Id="rId60" Type="http://schemas.openxmlformats.org/officeDocument/2006/relationships/image" Target="../media/image90.png"/><Relationship Id="rId65" Type="http://schemas.openxmlformats.org/officeDocument/2006/relationships/customXml" Target="../ink/ink80.xml"/><Relationship Id="rId81" Type="http://schemas.openxmlformats.org/officeDocument/2006/relationships/customXml" Target="../ink/ink88.xml"/><Relationship Id="rId86" Type="http://schemas.openxmlformats.org/officeDocument/2006/relationships/image" Target="../media/image103.png"/><Relationship Id="rId130" Type="http://schemas.openxmlformats.org/officeDocument/2006/relationships/image" Target="../media/image125.png"/><Relationship Id="rId135" Type="http://schemas.openxmlformats.org/officeDocument/2006/relationships/customXml" Target="../ink/ink115.xml"/><Relationship Id="rId13" Type="http://schemas.openxmlformats.org/officeDocument/2006/relationships/customXml" Target="../ink/ink54.xml"/><Relationship Id="rId18" Type="http://schemas.openxmlformats.org/officeDocument/2006/relationships/image" Target="../media/image69.png"/><Relationship Id="rId39" Type="http://schemas.openxmlformats.org/officeDocument/2006/relationships/customXml" Target="../ink/ink67.xml"/><Relationship Id="rId109" Type="http://schemas.openxmlformats.org/officeDocument/2006/relationships/customXml" Target="../ink/ink102.xml"/><Relationship Id="rId34" Type="http://schemas.openxmlformats.org/officeDocument/2006/relationships/image" Target="../media/image77.png"/><Relationship Id="rId50" Type="http://schemas.openxmlformats.org/officeDocument/2006/relationships/image" Target="../media/image85.png"/><Relationship Id="rId55" Type="http://schemas.openxmlformats.org/officeDocument/2006/relationships/customXml" Target="../ink/ink75.xml"/><Relationship Id="rId76" Type="http://schemas.openxmlformats.org/officeDocument/2006/relationships/image" Target="../media/image98.png"/><Relationship Id="rId97" Type="http://schemas.openxmlformats.org/officeDocument/2006/relationships/customXml" Target="../ink/ink96.xml"/><Relationship Id="rId104" Type="http://schemas.openxmlformats.org/officeDocument/2006/relationships/image" Target="../media/image112.png"/><Relationship Id="rId120" Type="http://schemas.openxmlformats.org/officeDocument/2006/relationships/image" Target="../media/image120.png"/><Relationship Id="rId125" Type="http://schemas.openxmlformats.org/officeDocument/2006/relationships/customXml" Target="../ink/ink110.xml"/><Relationship Id="rId141" Type="http://schemas.openxmlformats.org/officeDocument/2006/relationships/customXml" Target="../ink/ink118.xml"/><Relationship Id="rId146" Type="http://schemas.openxmlformats.org/officeDocument/2006/relationships/image" Target="../media/image133.png"/><Relationship Id="rId7" Type="http://schemas.openxmlformats.org/officeDocument/2006/relationships/customXml" Target="../ink/ink51.xml"/><Relationship Id="rId71" Type="http://schemas.openxmlformats.org/officeDocument/2006/relationships/customXml" Target="../ink/ink83.xml"/><Relationship Id="rId92" Type="http://schemas.openxmlformats.org/officeDocument/2006/relationships/image" Target="../media/image106.png"/><Relationship Id="rId2" Type="http://schemas.openxmlformats.org/officeDocument/2006/relationships/image" Target="../media/image61.jpg"/><Relationship Id="rId29" Type="http://schemas.openxmlformats.org/officeDocument/2006/relationships/customXml" Target="../ink/ink62.xml"/><Relationship Id="rId24" Type="http://schemas.openxmlformats.org/officeDocument/2006/relationships/image" Target="../media/image72.png"/><Relationship Id="rId40" Type="http://schemas.openxmlformats.org/officeDocument/2006/relationships/image" Target="../media/image80.png"/><Relationship Id="rId45" Type="http://schemas.openxmlformats.org/officeDocument/2006/relationships/customXml" Target="../ink/ink70.xml"/><Relationship Id="rId66" Type="http://schemas.openxmlformats.org/officeDocument/2006/relationships/image" Target="../media/image93.png"/><Relationship Id="rId87" Type="http://schemas.openxmlformats.org/officeDocument/2006/relationships/customXml" Target="../ink/ink91.xml"/><Relationship Id="rId110" Type="http://schemas.openxmlformats.org/officeDocument/2006/relationships/image" Target="../media/image115.png"/><Relationship Id="rId115" Type="http://schemas.openxmlformats.org/officeDocument/2006/relationships/customXml" Target="../ink/ink105.xml"/><Relationship Id="rId131" Type="http://schemas.openxmlformats.org/officeDocument/2006/relationships/customXml" Target="../ink/ink113.xml"/><Relationship Id="rId136" Type="http://schemas.openxmlformats.org/officeDocument/2006/relationships/image" Target="../media/image128.png"/><Relationship Id="rId61" Type="http://schemas.openxmlformats.org/officeDocument/2006/relationships/customXml" Target="../ink/ink78.xml"/><Relationship Id="rId82" Type="http://schemas.openxmlformats.org/officeDocument/2006/relationships/image" Target="../media/image101.png"/><Relationship Id="rId19" Type="http://schemas.openxmlformats.org/officeDocument/2006/relationships/customXml" Target="../ink/ink57.xml"/><Relationship Id="rId14" Type="http://schemas.openxmlformats.org/officeDocument/2006/relationships/image" Target="../media/image67.png"/><Relationship Id="rId30" Type="http://schemas.openxmlformats.org/officeDocument/2006/relationships/image" Target="../media/image75.png"/><Relationship Id="rId35" Type="http://schemas.openxmlformats.org/officeDocument/2006/relationships/customXml" Target="../ink/ink65.xml"/><Relationship Id="rId56" Type="http://schemas.openxmlformats.org/officeDocument/2006/relationships/image" Target="../media/image88.png"/><Relationship Id="rId77" Type="http://schemas.openxmlformats.org/officeDocument/2006/relationships/customXml" Target="../ink/ink86.xml"/><Relationship Id="rId100" Type="http://schemas.openxmlformats.org/officeDocument/2006/relationships/image" Target="../media/image110.png"/><Relationship Id="rId105" Type="http://schemas.openxmlformats.org/officeDocument/2006/relationships/customXml" Target="../ink/ink100.xml"/><Relationship Id="rId126" Type="http://schemas.openxmlformats.org/officeDocument/2006/relationships/image" Target="../media/image123.png"/><Relationship Id="rId147" Type="http://schemas.openxmlformats.org/officeDocument/2006/relationships/customXml" Target="../ink/ink121.xml"/><Relationship Id="rId8" Type="http://schemas.openxmlformats.org/officeDocument/2006/relationships/image" Target="../media/image64.png"/><Relationship Id="rId51" Type="http://schemas.openxmlformats.org/officeDocument/2006/relationships/customXml" Target="../ink/ink73.xml"/><Relationship Id="rId72" Type="http://schemas.openxmlformats.org/officeDocument/2006/relationships/image" Target="../media/image96.png"/><Relationship Id="rId93" Type="http://schemas.openxmlformats.org/officeDocument/2006/relationships/customXml" Target="../ink/ink94.xml"/><Relationship Id="rId98" Type="http://schemas.openxmlformats.org/officeDocument/2006/relationships/image" Target="../media/image109.png"/><Relationship Id="rId121" Type="http://schemas.openxmlformats.org/officeDocument/2006/relationships/customXml" Target="../ink/ink108.xml"/><Relationship Id="rId142" Type="http://schemas.openxmlformats.org/officeDocument/2006/relationships/image" Target="../media/image131.png"/><Relationship Id="rId3" Type="http://schemas.openxmlformats.org/officeDocument/2006/relationships/customXml" Target="../ink/ink49.xml"/><Relationship Id="rId25" Type="http://schemas.openxmlformats.org/officeDocument/2006/relationships/customXml" Target="../ink/ink60.xml"/><Relationship Id="rId46" Type="http://schemas.openxmlformats.org/officeDocument/2006/relationships/image" Target="../media/image83.png"/><Relationship Id="rId67" Type="http://schemas.openxmlformats.org/officeDocument/2006/relationships/customXml" Target="../ink/ink81.xml"/><Relationship Id="rId116" Type="http://schemas.openxmlformats.org/officeDocument/2006/relationships/image" Target="../media/image118.png"/><Relationship Id="rId137" Type="http://schemas.openxmlformats.org/officeDocument/2006/relationships/customXml" Target="../ink/ink116.xml"/><Relationship Id="rId20" Type="http://schemas.openxmlformats.org/officeDocument/2006/relationships/image" Target="../media/image70.png"/><Relationship Id="rId41" Type="http://schemas.openxmlformats.org/officeDocument/2006/relationships/customXml" Target="../ink/ink68.xml"/><Relationship Id="rId62" Type="http://schemas.openxmlformats.org/officeDocument/2006/relationships/image" Target="../media/image91.png"/><Relationship Id="rId83" Type="http://schemas.openxmlformats.org/officeDocument/2006/relationships/customXml" Target="../ink/ink89.xml"/><Relationship Id="rId88" Type="http://schemas.openxmlformats.org/officeDocument/2006/relationships/image" Target="../media/image104.png"/><Relationship Id="rId111" Type="http://schemas.openxmlformats.org/officeDocument/2006/relationships/customXml" Target="../ink/ink103.xml"/><Relationship Id="rId132" Type="http://schemas.openxmlformats.org/officeDocument/2006/relationships/image" Target="../media/image126.png"/><Relationship Id="rId15" Type="http://schemas.openxmlformats.org/officeDocument/2006/relationships/customXml" Target="../ink/ink55.xml"/><Relationship Id="rId36" Type="http://schemas.openxmlformats.org/officeDocument/2006/relationships/image" Target="../media/image78.png"/><Relationship Id="rId57" Type="http://schemas.openxmlformats.org/officeDocument/2006/relationships/customXml" Target="../ink/ink76.xml"/><Relationship Id="rId106" Type="http://schemas.openxmlformats.org/officeDocument/2006/relationships/image" Target="../media/image113.png"/><Relationship Id="rId127" Type="http://schemas.openxmlformats.org/officeDocument/2006/relationships/customXml" Target="../ink/ink111.xml"/><Relationship Id="rId10" Type="http://schemas.openxmlformats.org/officeDocument/2006/relationships/image" Target="../media/image65.png"/><Relationship Id="rId31" Type="http://schemas.openxmlformats.org/officeDocument/2006/relationships/customXml" Target="../ink/ink63.xml"/><Relationship Id="rId52" Type="http://schemas.openxmlformats.org/officeDocument/2006/relationships/image" Target="../media/image86.png"/><Relationship Id="rId73" Type="http://schemas.openxmlformats.org/officeDocument/2006/relationships/customXml" Target="../ink/ink84.xml"/><Relationship Id="rId78" Type="http://schemas.openxmlformats.org/officeDocument/2006/relationships/image" Target="../media/image99.png"/><Relationship Id="rId94" Type="http://schemas.openxmlformats.org/officeDocument/2006/relationships/image" Target="../media/image107.png"/><Relationship Id="rId99" Type="http://schemas.openxmlformats.org/officeDocument/2006/relationships/customXml" Target="../ink/ink97.xml"/><Relationship Id="rId101" Type="http://schemas.openxmlformats.org/officeDocument/2006/relationships/customXml" Target="../ink/ink98.xml"/><Relationship Id="rId122" Type="http://schemas.openxmlformats.org/officeDocument/2006/relationships/image" Target="../media/image121.png"/><Relationship Id="rId143" Type="http://schemas.openxmlformats.org/officeDocument/2006/relationships/customXml" Target="../ink/ink119.xml"/><Relationship Id="rId148" Type="http://schemas.openxmlformats.org/officeDocument/2006/relationships/image" Target="../media/image134.png"/><Relationship Id="rId4" Type="http://schemas.openxmlformats.org/officeDocument/2006/relationships/image" Target="../media/image62.png"/><Relationship Id="rId9" Type="http://schemas.openxmlformats.org/officeDocument/2006/relationships/customXml" Target="../ink/ink52.xml"/><Relationship Id="rId26" Type="http://schemas.openxmlformats.org/officeDocument/2006/relationships/image" Target="../media/image73.png"/><Relationship Id="rId47" Type="http://schemas.openxmlformats.org/officeDocument/2006/relationships/customXml" Target="../ink/ink71.xml"/><Relationship Id="rId68" Type="http://schemas.openxmlformats.org/officeDocument/2006/relationships/image" Target="../media/image94.png"/><Relationship Id="rId89" Type="http://schemas.openxmlformats.org/officeDocument/2006/relationships/customXml" Target="../ink/ink92.xml"/><Relationship Id="rId112" Type="http://schemas.openxmlformats.org/officeDocument/2006/relationships/image" Target="../media/image116.png"/><Relationship Id="rId133" Type="http://schemas.openxmlformats.org/officeDocument/2006/relationships/customXml" Target="../ink/ink114.xml"/><Relationship Id="rId16" Type="http://schemas.openxmlformats.org/officeDocument/2006/relationships/image" Target="../media/image68.png"/><Relationship Id="rId37" Type="http://schemas.openxmlformats.org/officeDocument/2006/relationships/customXml" Target="../ink/ink66.xml"/><Relationship Id="rId58" Type="http://schemas.openxmlformats.org/officeDocument/2006/relationships/image" Target="../media/image89.png"/><Relationship Id="rId79" Type="http://schemas.openxmlformats.org/officeDocument/2006/relationships/customXml" Target="../ink/ink87.xml"/><Relationship Id="rId102" Type="http://schemas.openxmlformats.org/officeDocument/2006/relationships/image" Target="../media/image111.png"/><Relationship Id="rId123" Type="http://schemas.openxmlformats.org/officeDocument/2006/relationships/customXml" Target="../ink/ink109.xml"/><Relationship Id="rId144" Type="http://schemas.openxmlformats.org/officeDocument/2006/relationships/image" Target="../media/image1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8.png"/><Relationship Id="rId21" Type="http://schemas.openxmlformats.org/officeDocument/2006/relationships/customXml" Target="../ink/ink131.xml"/><Relationship Id="rId42" Type="http://schemas.openxmlformats.org/officeDocument/2006/relationships/image" Target="../media/image156.png"/><Relationship Id="rId47" Type="http://schemas.openxmlformats.org/officeDocument/2006/relationships/customXml" Target="../ink/ink144.xml"/><Relationship Id="rId63" Type="http://schemas.openxmlformats.org/officeDocument/2006/relationships/customXml" Target="../ink/ink152.xml"/><Relationship Id="rId68" Type="http://schemas.openxmlformats.org/officeDocument/2006/relationships/image" Target="../media/image169.png"/><Relationship Id="rId84" Type="http://schemas.openxmlformats.org/officeDocument/2006/relationships/image" Target="../media/image177.png"/><Relationship Id="rId89" Type="http://schemas.openxmlformats.org/officeDocument/2006/relationships/customXml" Target="../ink/ink165.xml"/><Relationship Id="rId112" Type="http://schemas.openxmlformats.org/officeDocument/2006/relationships/image" Target="../media/image191.png"/><Relationship Id="rId16" Type="http://schemas.openxmlformats.org/officeDocument/2006/relationships/image" Target="../media/image143.png"/><Relationship Id="rId107" Type="http://schemas.openxmlformats.org/officeDocument/2006/relationships/customXml" Target="../ink/ink174.xml"/><Relationship Id="rId11" Type="http://schemas.openxmlformats.org/officeDocument/2006/relationships/customXml" Target="../ink/ink126.xml"/><Relationship Id="rId32" Type="http://schemas.openxmlformats.org/officeDocument/2006/relationships/image" Target="../media/image151.png"/><Relationship Id="rId37" Type="http://schemas.openxmlformats.org/officeDocument/2006/relationships/customXml" Target="../ink/ink139.xml"/><Relationship Id="rId53" Type="http://schemas.openxmlformats.org/officeDocument/2006/relationships/customXml" Target="../ink/ink147.xml"/><Relationship Id="rId58" Type="http://schemas.openxmlformats.org/officeDocument/2006/relationships/image" Target="../media/image164.png"/><Relationship Id="rId74" Type="http://schemas.openxmlformats.org/officeDocument/2006/relationships/image" Target="../media/image172.png"/><Relationship Id="rId79" Type="http://schemas.openxmlformats.org/officeDocument/2006/relationships/customXml" Target="../ink/ink160.xml"/><Relationship Id="rId102" Type="http://schemas.openxmlformats.org/officeDocument/2006/relationships/image" Target="../media/image186.png"/><Relationship Id="rId5" Type="http://schemas.openxmlformats.org/officeDocument/2006/relationships/customXml" Target="../ink/ink123.xml"/><Relationship Id="rId90" Type="http://schemas.openxmlformats.org/officeDocument/2006/relationships/image" Target="../media/image180.png"/><Relationship Id="rId95" Type="http://schemas.openxmlformats.org/officeDocument/2006/relationships/customXml" Target="../ink/ink168.xml"/><Relationship Id="rId22" Type="http://schemas.openxmlformats.org/officeDocument/2006/relationships/image" Target="../media/image146.png"/><Relationship Id="rId27" Type="http://schemas.openxmlformats.org/officeDocument/2006/relationships/customXml" Target="../ink/ink134.xml"/><Relationship Id="rId43" Type="http://schemas.openxmlformats.org/officeDocument/2006/relationships/customXml" Target="../ink/ink142.xml"/><Relationship Id="rId48" Type="http://schemas.openxmlformats.org/officeDocument/2006/relationships/image" Target="../media/image159.png"/><Relationship Id="rId64" Type="http://schemas.openxmlformats.org/officeDocument/2006/relationships/image" Target="../media/image167.png"/><Relationship Id="rId69" Type="http://schemas.openxmlformats.org/officeDocument/2006/relationships/customXml" Target="../ink/ink155.xml"/><Relationship Id="rId113" Type="http://schemas.openxmlformats.org/officeDocument/2006/relationships/customXml" Target="../ink/ink177.xml"/><Relationship Id="rId80" Type="http://schemas.openxmlformats.org/officeDocument/2006/relationships/image" Target="../media/image175.png"/><Relationship Id="rId85" Type="http://schemas.openxmlformats.org/officeDocument/2006/relationships/customXml" Target="../ink/ink163.xml"/><Relationship Id="rId12" Type="http://schemas.openxmlformats.org/officeDocument/2006/relationships/image" Target="../media/image141.png"/><Relationship Id="rId17" Type="http://schemas.openxmlformats.org/officeDocument/2006/relationships/customXml" Target="../ink/ink129.xml"/><Relationship Id="rId33" Type="http://schemas.openxmlformats.org/officeDocument/2006/relationships/customXml" Target="../ink/ink137.xml"/><Relationship Id="rId38" Type="http://schemas.openxmlformats.org/officeDocument/2006/relationships/image" Target="../media/image154.png"/><Relationship Id="rId59" Type="http://schemas.openxmlformats.org/officeDocument/2006/relationships/customXml" Target="../ink/ink150.xml"/><Relationship Id="rId103" Type="http://schemas.openxmlformats.org/officeDocument/2006/relationships/customXml" Target="../ink/ink172.xml"/><Relationship Id="rId108" Type="http://schemas.openxmlformats.org/officeDocument/2006/relationships/image" Target="../media/image189.png"/><Relationship Id="rId54" Type="http://schemas.openxmlformats.org/officeDocument/2006/relationships/image" Target="../media/image162.png"/><Relationship Id="rId70" Type="http://schemas.openxmlformats.org/officeDocument/2006/relationships/image" Target="../media/image170.png"/><Relationship Id="rId75" Type="http://schemas.openxmlformats.org/officeDocument/2006/relationships/customXml" Target="../ink/ink158.xml"/><Relationship Id="rId91" Type="http://schemas.openxmlformats.org/officeDocument/2006/relationships/customXml" Target="../ink/ink166.xml"/><Relationship Id="rId96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5" Type="http://schemas.openxmlformats.org/officeDocument/2006/relationships/customXml" Target="../ink/ink128.xml"/><Relationship Id="rId23" Type="http://schemas.openxmlformats.org/officeDocument/2006/relationships/customXml" Target="../ink/ink132.xml"/><Relationship Id="rId28" Type="http://schemas.openxmlformats.org/officeDocument/2006/relationships/image" Target="../media/image149.png"/><Relationship Id="rId36" Type="http://schemas.openxmlformats.org/officeDocument/2006/relationships/image" Target="../media/image153.png"/><Relationship Id="rId49" Type="http://schemas.openxmlformats.org/officeDocument/2006/relationships/customXml" Target="../ink/ink145.xml"/><Relationship Id="rId57" Type="http://schemas.openxmlformats.org/officeDocument/2006/relationships/customXml" Target="../ink/ink149.xml"/><Relationship Id="rId106" Type="http://schemas.openxmlformats.org/officeDocument/2006/relationships/image" Target="../media/image188.png"/><Relationship Id="rId114" Type="http://schemas.openxmlformats.org/officeDocument/2006/relationships/image" Target="../media/image192.png"/><Relationship Id="rId10" Type="http://schemas.openxmlformats.org/officeDocument/2006/relationships/image" Target="../media/image140.png"/><Relationship Id="rId31" Type="http://schemas.openxmlformats.org/officeDocument/2006/relationships/customXml" Target="../ink/ink136.xml"/><Relationship Id="rId44" Type="http://schemas.openxmlformats.org/officeDocument/2006/relationships/image" Target="../media/image157.png"/><Relationship Id="rId52" Type="http://schemas.openxmlformats.org/officeDocument/2006/relationships/image" Target="../media/image161.png"/><Relationship Id="rId60" Type="http://schemas.openxmlformats.org/officeDocument/2006/relationships/image" Target="../media/image165.png"/><Relationship Id="rId65" Type="http://schemas.openxmlformats.org/officeDocument/2006/relationships/customXml" Target="../ink/ink153.xml"/><Relationship Id="rId73" Type="http://schemas.openxmlformats.org/officeDocument/2006/relationships/customXml" Target="../ink/ink157.xml"/><Relationship Id="rId78" Type="http://schemas.openxmlformats.org/officeDocument/2006/relationships/image" Target="../media/image174.png"/><Relationship Id="rId81" Type="http://schemas.openxmlformats.org/officeDocument/2006/relationships/customXml" Target="../ink/ink161.xml"/><Relationship Id="rId86" Type="http://schemas.openxmlformats.org/officeDocument/2006/relationships/image" Target="../media/image178.png"/><Relationship Id="rId94" Type="http://schemas.openxmlformats.org/officeDocument/2006/relationships/image" Target="../media/image182.png"/><Relationship Id="rId99" Type="http://schemas.openxmlformats.org/officeDocument/2006/relationships/customXml" Target="../ink/ink170.xml"/><Relationship Id="rId101" Type="http://schemas.openxmlformats.org/officeDocument/2006/relationships/customXml" Target="../ink/ink171.xml"/><Relationship Id="rId4" Type="http://schemas.openxmlformats.org/officeDocument/2006/relationships/image" Target="../media/image137.png"/><Relationship Id="rId9" Type="http://schemas.openxmlformats.org/officeDocument/2006/relationships/customXml" Target="../ink/ink125.xml"/><Relationship Id="rId13" Type="http://schemas.openxmlformats.org/officeDocument/2006/relationships/customXml" Target="../ink/ink127.xml"/><Relationship Id="rId18" Type="http://schemas.openxmlformats.org/officeDocument/2006/relationships/image" Target="../media/image144.png"/><Relationship Id="rId39" Type="http://schemas.openxmlformats.org/officeDocument/2006/relationships/customXml" Target="../ink/ink140.xml"/><Relationship Id="rId109" Type="http://schemas.openxmlformats.org/officeDocument/2006/relationships/customXml" Target="../ink/ink175.xml"/><Relationship Id="rId34" Type="http://schemas.openxmlformats.org/officeDocument/2006/relationships/image" Target="../media/image152.png"/><Relationship Id="rId50" Type="http://schemas.openxmlformats.org/officeDocument/2006/relationships/image" Target="../media/image160.png"/><Relationship Id="rId55" Type="http://schemas.openxmlformats.org/officeDocument/2006/relationships/customXml" Target="../ink/ink148.xml"/><Relationship Id="rId76" Type="http://schemas.openxmlformats.org/officeDocument/2006/relationships/image" Target="../media/image173.png"/><Relationship Id="rId97" Type="http://schemas.openxmlformats.org/officeDocument/2006/relationships/customXml" Target="../ink/ink169.xml"/><Relationship Id="rId104" Type="http://schemas.openxmlformats.org/officeDocument/2006/relationships/image" Target="../media/image187.png"/><Relationship Id="rId7" Type="http://schemas.openxmlformats.org/officeDocument/2006/relationships/customXml" Target="../ink/ink124.xml"/><Relationship Id="rId71" Type="http://schemas.openxmlformats.org/officeDocument/2006/relationships/customXml" Target="../ink/ink156.xml"/><Relationship Id="rId92" Type="http://schemas.openxmlformats.org/officeDocument/2006/relationships/image" Target="../media/image181.png"/><Relationship Id="rId2" Type="http://schemas.openxmlformats.org/officeDocument/2006/relationships/image" Target="../media/image136.jpg"/><Relationship Id="rId29" Type="http://schemas.openxmlformats.org/officeDocument/2006/relationships/customXml" Target="../ink/ink135.xml"/><Relationship Id="rId24" Type="http://schemas.openxmlformats.org/officeDocument/2006/relationships/image" Target="../media/image147.png"/><Relationship Id="rId40" Type="http://schemas.openxmlformats.org/officeDocument/2006/relationships/image" Target="../media/image155.png"/><Relationship Id="rId45" Type="http://schemas.openxmlformats.org/officeDocument/2006/relationships/customXml" Target="../ink/ink143.xml"/><Relationship Id="rId66" Type="http://schemas.openxmlformats.org/officeDocument/2006/relationships/image" Target="../media/image168.png"/><Relationship Id="rId87" Type="http://schemas.openxmlformats.org/officeDocument/2006/relationships/customXml" Target="../ink/ink164.xml"/><Relationship Id="rId110" Type="http://schemas.openxmlformats.org/officeDocument/2006/relationships/image" Target="../media/image190.png"/><Relationship Id="rId61" Type="http://schemas.openxmlformats.org/officeDocument/2006/relationships/customXml" Target="../ink/ink151.xml"/><Relationship Id="rId82" Type="http://schemas.openxmlformats.org/officeDocument/2006/relationships/image" Target="../media/image176.png"/><Relationship Id="rId19" Type="http://schemas.openxmlformats.org/officeDocument/2006/relationships/customXml" Target="../ink/ink130.xml"/><Relationship Id="rId14" Type="http://schemas.openxmlformats.org/officeDocument/2006/relationships/image" Target="../media/image142.png"/><Relationship Id="rId30" Type="http://schemas.openxmlformats.org/officeDocument/2006/relationships/image" Target="../media/image150.png"/><Relationship Id="rId35" Type="http://schemas.openxmlformats.org/officeDocument/2006/relationships/customXml" Target="../ink/ink138.xml"/><Relationship Id="rId56" Type="http://schemas.openxmlformats.org/officeDocument/2006/relationships/image" Target="../media/image163.png"/><Relationship Id="rId77" Type="http://schemas.openxmlformats.org/officeDocument/2006/relationships/customXml" Target="../ink/ink159.xml"/><Relationship Id="rId100" Type="http://schemas.openxmlformats.org/officeDocument/2006/relationships/image" Target="../media/image185.png"/><Relationship Id="rId105" Type="http://schemas.openxmlformats.org/officeDocument/2006/relationships/customXml" Target="../ink/ink173.xml"/><Relationship Id="rId8" Type="http://schemas.openxmlformats.org/officeDocument/2006/relationships/image" Target="../media/image139.png"/><Relationship Id="rId51" Type="http://schemas.openxmlformats.org/officeDocument/2006/relationships/customXml" Target="../ink/ink146.xml"/><Relationship Id="rId72" Type="http://schemas.openxmlformats.org/officeDocument/2006/relationships/image" Target="../media/image171.png"/><Relationship Id="rId93" Type="http://schemas.openxmlformats.org/officeDocument/2006/relationships/customXml" Target="../ink/ink167.xml"/><Relationship Id="rId98" Type="http://schemas.openxmlformats.org/officeDocument/2006/relationships/image" Target="../media/image184.png"/><Relationship Id="rId3" Type="http://schemas.openxmlformats.org/officeDocument/2006/relationships/customXml" Target="../ink/ink122.xml"/><Relationship Id="rId25" Type="http://schemas.openxmlformats.org/officeDocument/2006/relationships/customXml" Target="../ink/ink133.xml"/><Relationship Id="rId46" Type="http://schemas.openxmlformats.org/officeDocument/2006/relationships/image" Target="../media/image158.png"/><Relationship Id="rId67" Type="http://schemas.openxmlformats.org/officeDocument/2006/relationships/customXml" Target="../ink/ink154.xml"/><Relationship Id="rId20" Type="http://schemas.openxmlformats.org/officeDocument/2006/relationships/image" Target="../media/image145.png"/><Relationship Id="rId41" Type="http://schemas.openxmlformats.org/officeDocument/2006/relationships/customXml" Target="../ink/ink141.xml"/><Relationship Id="rId62" Type="http://schemas.openxmlformats.org/officeDocument/2006/relationships/image" Target="../media/image166.png"/><Relationship Id="rId83" Type="http://schemas.openxmlformats.org/officeDocument/2006/relationships/customXml" Target="../ink/ink162.xml"/><Relationship Id="rId88" Type="http://schemas.openxmlformats.org/officeDocument/2006/relationships/image" Target="../media/image179.png"/><Relationship Id="rId111" Type="http://schemas.openxmlformats.org/officeDocument/2006/relationships/customXml" Target="../ink/ink17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customXml" Target="../ink/ink183.xml"/><Relationship Id="rId3" Type="http://schemas.openxmlformats.org/officeDocument/2006/relationships/customXml" Target="../ink/ink178.xml"/><Relationship Id="rId7" Type="http://schemas.openxmlformats.org/officeDocument/2006/relationships/customXml" Target="../ink/ink180.xml"/><Relationship Id="rId12" Type="http://schemas.openxmlformats.org/officeDocument/2006/relationships/image" Target="../media/image198.png"/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customXml" Target="../ink/ink182.xml"/><Relationship Id="rId5" Type="http://schemas.openxmlformats.org/officeDocument/2006/relationships/customXml" Target="../ink/ink179.xml"/><Relationship Id="rId10" Type="http://schemas.openxmlformats.org/officeDocument/2006/relationships/image" Target="../media/image197.png"/><Relationship Id="rId4" Type="http://schemas.openxmlformats.org/officeDocument/2006/relationships/image" Target="../media/image194.png"/><Relationship Id="rId9" Type="http://schemas.openxmlformats.org/officeDocument/2006/relationships/customXml" Target="../ink/ink181.xml"/><Relationship Id="rId14" Type="http://schemas.openxmlformats.org/officeDocument/2006/relationships/image" Target="../media/image19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customXml" Target="../ink/ink189.xml"/><Relationship Id="rId18" Type="http://schemas.openxmlformats.org/officeDocument/2006/relationships/image" Target="../media/image208.png"/><Relationship Id="rId3" Type="http://schemas.openxmlformats.org/officeDocument/2006/relationships/customXml" Target="../ink/ink184.xml"/><Relationship Id="rId7" Type="http://schemas.openxmlformats.org/officeDocument/2006/relationships/customXml" Target="../ink/ink186.xml"/><Relationship Id="rId12" Type="http://schemas.openxmlformats.org/officeDocument/2006/relationships/image" Target="../media/image205.png"/><Relationship Id="rId17" Type="http://schemas.openxmlformats.org/officeDocument/2006/relationships/customXml" Target="../ink/ink191.xml"/><Relationship Id="rId2" Type="http://schemas.openxmlformats.org/officeDocument/2006/relationships/image" Target="../media/image200.jpg"/><Relationship Id="rId16" Type="http://schemas.openxmlformats.org/officeDocument/2006/relationships/image" Target="../media/image207.png"/><Relationship Id="rId20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customXml" Target="../ink/ink188.xml"/><Relationship Id="rId5" Type="http://schemas.openxmlformats.org/officeDocument/2006/relationships/customXml" Target="../ink/ink185.xml"/><Relationship Id="rId15" Type="http://schemas.openxmlformats.org/officeDocument/2006/relationships/customXml" Target="../ink/ink190.xml"/><Relationship Id="rId10" Type="http://schemas.openxmlformats.org/officeDocument/2006/relationships/image" Target="../media/image204.png"/><Relationship Id="rId19" Type="http://schemas.openxmlformats.org/officeDocument/2006/relationships/customXml" Target="../ink/ink192.xml"/><Relationship Id="rId4" Type="http://schemas.openxmlformats.org/officeDocument/2006/relationships/image" Target="../media/image201.png"/><Relationship Id="rId9" Type="http://schemas.openxmlformats.org/officeDocument/2006/relationships/customXml" Target="../ink/ink187.xml"/><Relationship Id="rId14" Type="http://schemas.openxmlformats.org/officeDocument/2006/relationships/image" Target="../media/image20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customXml" Target="../ink/ink198.xml"/><Relationship Id="rId3" Type="http://schemas.openxmlformats.org/officeDocument/2006/relationships/customXml" Target="../ink/ink193.xml"/><Relationship Id="rId7" Type="http://schemas.openxmlformats.org/officeDocument/2006/relationships/customXml" Target="../ink/ink195.xml"/><Relationship Id="rId12" Type="http://schemas.openxmlformats.org/officeDocument/2006/relationships/image" Target="../media/image216.png"/><Relationship Id="rId2" Type="http://schemas.openxmlformats.org/officeDocument/2006/relationships/image" Target="../media/image211.jpg"/><Relationship Id="rId16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11" Type="http://schemas.openxmlformats.org/officeDocument/2006/relationships/customXml" Target="../ink/ink197.xml"/><Relationship Id="rId5" Type="http://schemas.openxmlformats.org/officeDocument/2006/relationships/customXml" Target="../ink/ink194.xml"/><Relationship Id="rId15" Type="http://schemas.openxmlformats.org/officeDocument/2006/relationships/customXml" Target="../ink/ink199.xml"/><Relationship Id="rId10" Type="http://schemas.openxmlformats.org/officeDocument/2006/relationships/image" Target="../media/image215.png"/><Relationship Id="rId4" Type="http://schemas.openxmlformats.org/officeDocument/2006/relationships/image" Target="../media/image212.png"/><Relationship Id="rId9" Type="http://schemas.openxmlformats.org/officeDocument/2006/relationships/customXml" Target="../ink/ink196.xml"/><Relationship Id="rId14" Type="http://schemas.openxmlformats.org/officeDocument/2006/relationships/image" Target="../media/image2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1F2B-01CB-7991-B79D-4284D6D5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28A4D90-2F94-4010-91FC-20B8A58ED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99" y="511278"/>
            <a:ext cx="10433101" cy="6243484"/>
          </a:xfrm>
        </p:spPr>
      </p:pic>
    </p:spTree>
    <p:extLst>
      <p:ext uri="{BB962C8B-B14F-4D97-AF65-F5344CB8AC3E}">
        <p14:creationId xmlns:p14="http://schemas.microsoft.com/office/powerpoint/2010/main" val="411246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AE07-66DF-2894-3CD7-1045FECF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A2B3DA-2533-7750-6FFC-DE8404E88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9" y="229994"/>
            <a:ext cx="10691321" cy="6398011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411094A-FBD4-F538-6A89-FE7B67E0F316}"/>
              </a:ext>
            </a:extLst>
          </p:cNvPr>
          <p:cNvSpPr/>
          <p:nvPr/>
        </p:nvSpPr>
        <p:spPr>
          <a:xfrm>
            <a:off x="5319252" y="1327355"/>
            <a:ext cx="4316361" cy="2782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n-IN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1D748A-D293-4C3B-7CAB-6B0CA5B4FC4F}"/>
              </a:ext>
            </a:extLst>
          </p:cNvPr>
          <p:cNvSpPr/>
          <p:nvPr/>
        </p:nvSpPr>
        <p:spPr>
          <a:xfrm>
            <a:off x="2556387" y="1825819"/>
            <a:ext cx="1160207" cy="10913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0FCDE-C01B-2CDF-8CFC-BC28A957460C}"/>
              </a:ext>
            </a:extLst>
          </p:cNvPr>
          <p:cNvSpPr txBox="1"/>
          <p:nvPr/>
        </p:nvSpPr>
        <p:spPr>
          <a:xfrm>
            <a:off x="6656439" y="5530645"/>
            <a:ext cx="4237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-Land used as </a:t>
            </a:r>
            <a:r>
              <a:rPr lang="en-US" dirty="0" err="1">
                <a:highlight>
                  <a:srgbClr val="FFFF00"/>
                </a:highlight>
              </a:rPr>
              <a:t>truckstand</a:t>
            </a:r>
            <a:r>
              <a:rPr lang="en-US" dirty="0">
                <a:highlight>
                  <a:srgbClr val="FFFF00"/>
                </a:highlight>
              </a:rPr>
              <a:t>, but no road signs</a:t>
            </a:r>
          </a:p>
          <a:p>
            <a:r>
              <a:rPr lang="en-US" dirty="0">
                <a:highlight>
                  <a:srgbClr val="FFFF00"/>
                </a:highlight>
              </a:rPr>
              <a:t>-No safety for pedestrian</a:t>
            </a:r>
          </a:p>
          <a:p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1780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3782-9071-2006-209F-307BE43C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E307F-B692-2D5E-A147-5F8794440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72" y="180971"/>
            <a:ext cx="10855159" cy="6496057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E90AA8D-7558-21EA-A2F8-D91EFE37379B}"/>
              </a:ext>
            </a:extLst>
          </p:cNvPr>
          <p:cNvSpPr/>
          <p:nvPr/>
        </p:nvSpPr>
        <p:spPr>
          <a:xfrm>
            <a:off x="3871278" y="658762"/>
            <a:ext cx="3972232" cy="3067665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6E2A6-DB8E-350E-C894-092C23B5FF2C}"/>
              </a:ext>
            </a:extLst>
          </p:cNvPr>
          <p:cNvSpPr txBox="1"/>
          <p:nvPr/>
        </p:nvSpPr>
        <p:spPr>
          <a:xfrm>
            <a:off x="6066503" y="5275908"/>
            <a:ext cx="49263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-Roadside are occupied by illegal shopkeepers</a:t>
            </a:r>
          </a:p>
          <a:p>
            <a:r>
              <a:rPr lang="en-US" dirty="0">
                <a:highlight>
                  <a:srgbClr val="FFFF00"/>
                </a:highlight>
              </a:rPr>
              <a:t>-Nonmotorized vehicle is parked</a:t>
            </a:r>
          </a:p>
          <a:p>
            <a:r>
              <a:rPr lang="en-US" dirty="0">
                <a:highlight>
                  <a:srgbClr val="FFFF00"/>
                </a:highlight>
              </a:rPr>
              <a:t>-In this road bike take wrong way for changing side</a:t>
            </a:r>
            <a:endParaRPr lang="bn-IN" dirty="0">
              <a:highlight>
                <a:srgbClr val="FFFF00"/>
              </a:highligh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D79AC9-403A-C9D2-C082-019B482BF999}"/>
              </a:ext>
            </a:extLst>
          </p:cNvPr>
          <p:cNvSpPr/>
          <p:nvPr/>
        </p:nvSpPr>
        <p:spPr>
          <a:xfrm>
            <a:off x="740779" y="1521909"/>
            <a:ext cx="2326512" cy="24532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DDA529-3AA1-FBCA-6F83-9DBABD2BA73D}"/>
              </a:ext>
            </a:extLst>
          </p:cNvPr>
          <p:cNvGrpSpPr/>
          <p:nvPr/>
        </p:nvGrpSpPr>
        <p:grpSpPr>
          <a:xfrm>
            <a:off x="1391013" y="3971292"/>
            <a:ext cx="1175040" cy="924120"/>
            <a:chOff x="1391013" y="3971292"/>
            <a:chExt cx="1175040" cy="9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E401F81-B0F3-9B29-1B70-599282674522}"/>
                    </a:ext>
                  </a:extLst>
                </p14:cNvPr>
                <p14:cNvContentPartPr/>
                <p14:nvPr/>
              </p14:nvContentPartPr>
              <p14:xfrm>
                <a:off x="2114973" y="4663932"/>
                <a:ext cx="10080" cy="3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E401F81-B0F3-9B29-1B70-5992826745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08853" y="4657812"/>
                  <a:ext cx="22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8FAFC1-7170-D12D-D407-15A663556DA0}"/>
                    </a:ext>
                  </a:extLst>
                </p14:cNvPr>
                <p14:cNvContentPartPr/>
                <p14:nvPr/>
              </p14:nvContentPartPr>
              <p14:xfrm>
                <a:off x="2031813" y="3971292"/>
                <a:ext cx="157680" cy="418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8FAFC1-7170-D12D-D407-15A663556D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25693" y="3965172"/>
                  <a:ext cx="1699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587F7C-786E-9EDA-76E3-DAC4FEC5229F}"/>
                    </a:ext>
                  </a:extLst>
                </p14:cNvPr>
                <p14:cNvContentPartPr/>
                <p14:nvPr/>
              </p14:nvContentPartPr>
              <p14:xfrm>
                <a:off x="1949013" y="4297092"/>
                <a:ext cx="154440" cy="237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587F7C-786E-9EDA-76E3-DAC4FEC522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42893" y="4290972"/>
                  <a:ext cx="166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2D2112-5A57-CA8C-9E5E-059A77608B1A}"/>
                    </a:ext>
                  </a:extLst>
                </p14:cNvPr>
                <p14:cNvContentPartPr/>
                <p14:nvPr/>
              </p14:nvContentPartPr>
              <p14:xfrm>
                <a:off x="1391013" y="4710372"/>
                <a:ext cx="136080" cy="153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2D2112-5A57-CA8C-9E5E-059A77608B1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4893" y="4704252"/>
                  <a:ext cx="148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EFBFC2-15EF-14AF-9B0B-94796F7465A9}"/>
                    </a:ext>
                  </a:extLst>
                </p14:cNvPr>
                <p14:cNvContentPartPr/>
                <p14:nvPr/>
              </p14:nvContentPartPr>
              <p14:xfrm>
                <a:off x="1553733" y="4643412"/>
                <a:ext cx="50760" cy="225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EFBFC2-15EF-14AF-9B0B-94796F7465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47613" y="4637292"/>
                  <a:ext cx="63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D39C7A-949F-1A97-9E2F-93E9A79275F7}"/>
                    </a:ext>
                  </a:extLst>
                </p14:cNvPr>
                <p14:cNvContentPartPr/>
                <p14:nvPr/>
              </p14:nvContentPartPr>
              <p14:xfrm>
                <a:off x="1630773" y="4676532"/>
                <a:ext cx="101880" cy="187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D39C7A-949F-1A97-9E2F-93E9A79275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24653" y="4670412"/>
                  <a:ext cx="114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70032E-69D1-8198-8AF5-0151ACAFB201}"/>
                    </a:ext>
                  </a:extLst>
                </p14:cNvPr>
                <p14:cNvContentPartPr/>
                <p14:nvPr/>
              </p14:nvContentPartPr>
              <p14:xfrm>
                <a:off x="1775133" y="4682292"/>
                <a:ext cx="63720" cy="16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70032E-69D1-8198-8AF5-0151ACAFB20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69013" y="4676172"/>
                  <a:ext cx="75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898E6B-BC72-AF00-DE77-40356C9A8D4B}"/>
                    </a:ext>
                  </a:extLst>
                </p14:cNvPr>
                <p14:cNvContentPartPr/>
                <p14:nvPr/>
              </p14:nvContentPartPr>
              <p14:xfrm>
                <a:off x="1865133" y="4701372"/>
                <a:ext cx="87480" cy="194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898E6B-BC72-AF00-DE77-40356C9A8D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59013" y="4695252"/>
                  <a:ext cx="99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3DA6A6-14C6-EBC2-A47F-D4CF4F0046D7}"/>
                    </a:ext>
                  </a:extLst>
                </p14:cNvPr>
                <p14:cNvContentPartPr/>
                <p14:nvPr/>
              </p14:nvContentPartPr>
              <p14:xfrm>
                <a:off x="2009853" y="4678692"/>
                <a:ext cx="27000" cy="170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3DA6A6-14C6-EBC2-A47F-D4CF4F0046D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03733" y="4672572"/>
                  <a:ext cx="39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AE66B45-67E0-38E2-C488-476FA2F14D11}"/>
                    </a:ext>
                  </a:extLst>
                </p14:cNvPr>
                <p14:cNvContentPartPr/>
                <p14:nvPr/>
              </p14:nvContentPartPr>
              <p14:xfrm>
                <a:off x="2132613" y="4666092"/>
                <a:ext cx="95400" cy="197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AE66B45-67E0-38E2-C488-476FA2F14D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26493" y="4659972"/>
                  <a:ext cx="107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8162AC8-7E21-6D4E-7FF0-652C1498C7C3}"/>
                    </a:ext>
                  </a:extLst>
                </p14:cNvPr>
                <p14:cNvContentPartPr/>
                <p14:nvPr/>
              </p14:nvContentPartPr>
              <p14:xfrm>
                <a:off x="2309013" y="4644852"/>
                <a:ext cx="40680" cy="115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8162AC8-7E21-6D4E-7FF0-652C1498C7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02893" y="4638732"/>
                  <a:ext cx="52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5BE2BB-E0C6-0B7A-5FB1-A29C4AA26BC1}"/>
                    </a:ext>
                  </a:extLst>
                </p14:cNvPr>
                <p14:cNvContentPartPr/>
                <p14:nvPr/>
              </p14:nvContentPartPr>
              <p14:xfrm>
                <a:off x="2409453" y="4596972"/>
                <a:ext cx="37440" cy="155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5BE2BB-E0C6-0B7A-5FB1-A29C4AA26B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03333" y="4590852"/>
                  <a:ext cx="49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E6F31F-B3E1-A1F3-6649-F2EF2BCA6203}"/>
                    </a:ext>
                  </a:extLst>
                </p14:cNvPr>
                <p14:cNvContentPartPr/>
                <p14:nvPr/>
              </p14:nvContentPartPr>
              <p14:xfrm>
                <a:off x="2368053" y="4671852"/>
                <a:ext cx="198000" cy="167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E6F31F-B3E1-A1F3-6649-F2EF2BCA620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61933" y="4665732"/>
                  <a:ext cx="2102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445530C-AF08-3D6A-07D8-1CBE17B66162}"/>
              </a:ext>
            </a:extLst>
          </p:cNvPr>
          <p:cNvGrpSpPr/>
          <p:nvPr/>
        </p:nvGrpSpPr>
        <p:grpSpPr>
          <a:xfrm>
            <a:off x="2779893" y="4603812"/>
            <a:ext cx="779760" cy="203040"/>
            <a:chOff x="2779893" y="4603812"/>
            <a:chExt cx="77976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952F65-C3C3-4650-849D-F276E7F77498}"/>
                    </a:ext>
                  </a:extLst>
                </p14:cNvPr>
                <p14:cNvContentPartPr/>
                <p14:nvPr/>
              </p14:nvContentPartPr>
              <p14:xfrm>
                <a:off x="2806533" y="4687692"/>
                <a:ext cx="20880" cy="10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952F65-C3C3-4650-849D-F276E7F7749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00413" y="4681572"/>
                  <a:ext cx="33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8FEA2C-1C5D-FD2E-B140-0D64D131BF7F}"/>
                    </a:ext>
                  </a:extLst>
                </p14:cNvPr>
                <p14:cNvContentPartPr/>
                <p14:nvPr/>
              </p14:nvContentPartPr>
              <p14:xfrm>
                <a:off x="2779893" y="4608132"/>
                <a:ext cx="50760" cy="15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8FEA2C-1C5D-FD2E-B140-0D64D131BF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73773" y="4602012"/>
                  <a:ext cx="63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010B06-3DDD-0DDA-C4EA-B4D8932B9CCA}"/>
                    </a:ext>
                  </a:extLst>
                </p14:cNvPr>
                <p14:cNvContentPartPr/>
                <p14:nvPr/>
              </p14:nvContentPartPr>
              <p14:xfrm>
                <a:off x="2870973" y="4647372"/>
                <a:ext cx="105120" cy="159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010B06-3DDD-0DDA-C4EA-B4D8932B9C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64853" y="4641252"/>
                  <a:ext cx="117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26F921-E9E1-B33E-26FF-7FA2113E533D}"/>
                    </a:ext>
                  </a:extLst>
                </p14:cNvPr>
                <p14:cNvContentPartPr/>
                <p14:nvPr/>
              </p14:nvContentPartPr>
              <p14:xfrm>
                <a:off x="3057813" y="4647732"/>
                <a:ext cx="106560" cy="12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26F921-E9E1-B33E-26FF-7FA2113E53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51693" y="4641612"/>
                  <a:ext cx="11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4540C7-99CC-D35D-AC8C-A3DEF19AAA97}"/>
                    </a:ext>
                  </a:extLst>
                </p14:cNvPr>
                <p14:cNvContentPartPr/>
                <p14:nvPr/>
              </p14:nvContentPartPr>
              <p14:xfrm>
                <a:off x="3209373" y="4649172"/>
                <a:ext cx="172440" cy="85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4540C7-99CC-D35D-AC8C-A3DEF19AAA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03253" y="4643052"/>
                  <a:ext cx="184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17044C-E2E7-F450-CECA-290DA5A7AA02}"/>
                    </a:ext>
                  </a:extLst>
                </p14:cNvPr>
                <p14:cNvContentPartPr/>
                <p14:nvPr/>
              </p14:nvContentPartPr>
              <p14:xfrm>
                <a:off x="3413133" y="4603812"/>
                <a:ext cx="146520" cy="127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17044C-E2E7-F450-CECA-290DA5A7AA0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07013" y="4597692"/>
                  <a:ext cx="1587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2F95DBB-2CCB-98AA-F98C-7E74FC01EAA7}"/>
              </a:ext>
            </a:extLst>
          </p:cNvPr>
          <p:cNvGrpSpPr/>
          <p:nvPr/>
        </p:nvGrpSpPr>
        <p:grpSpPr>
          <a:xfrm>
            <a:off x="1487493" y="5013492"/>
            <a:ext cx="290160" cy="275760"/>
            <a:chOff x="1487493" y="5013492"/>
            <a:chExt cx="29016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9EB7C0-FC2F-8D7B-F490-3A5C8EC1A27D}"/>
                    </a:ext>
                  </a:extLst>
                </p14:cNvPr>
                <p14:cNvContentPartPr/>
                <p14:nvPr/>
              </p14:nvContentPartPr>
              <p14:xfrm>
                <a:off x="1487493" y="5117892"/>
                <a:ext cx="27360" cy="171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9EB7C0-FC2F-8D7B-F490-3A5C8EC1A27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81373" y="5111772"/>
                  <a:ext cx="39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EC987B-644B-756D-57E5-4E2AA454A248}"/>
                    </a:ext>
                  </a:extLst>
                </p14:cNvPr>
                <p14:cNvContentPartPr/>
                <p14:nvPr/>
              </p14:nvContentPartPr>
              <p14:xfrm>
                <a:off x="1493973" y="5013492"/>
                <a:ext cx="33120" cy="43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EC987B-644B-756D-57E5-4E2AA454A24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87853" y="5007372"/>
                  <a:ext cx="45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CB8C8E-8B32-6E6C-5D7F-45A323B8B3E3}"/>
                    </a:ext>
                  </a:extLst>
                </p14:cNvPr>
                <p14:cNvContentPartPr/>
                <p14:nvPr/>
              </p14:nvContentPartPr>
              <p14:xfrm>
                <a:off x="1605573" y="5140212"/>
                <a:ext cx="172080" cy="126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CB8C8E-8B32-6E6C-5D7F-45A323B8B3E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99453" y="5134092"/>
                  <a:ext cx="1843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5904CA-2666-0ED0-0DC6-64C489BA4C69}"/>
              </a:ext>
            </a:extLst>
          </p:cNvPr>
          <p:cNvGrpSpPr/>
          <p:nvPr/>
        </p:nvGrpSpPr>
        <p:grpSpPr>
          <a:xfrm>
            <a:off x="1969533" y="4978212"/>
            <a:ext cx="1180440" cy="243720"/>
            <a:chOff x="1969533" y="4978212"/>
            <a:chExt cx="118044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7BD23F-2750-31A0-2987-85056A150B82}"/>
                    </a:ext>
                  </a:extLst>
                </p14:cNvPr>
                <p14:cNvContentPartPr/>
                <p14:nvPr/>
              </p14:nvContentPartPr>
              <p14:xfrm>
                <a:off x="1969533" y="5075052"/>
                <a:ext cx="277200" cy="146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7BD23F-2750-31A0-2987-85056A150B8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63413" y="5068932"/>
                  <a:ext cx="289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FD2407-55DF-A407-E1AD-A7D83ECA8997}"/>
                    </a:ext>
                  </a:extLst>
                </p14:cNvPr>
                <p14:cNvContentPartPr/>
                <p14:nvPr/>
              </p14:nvContentPartPr>
              <p14:xfrm>
                <a:off x="2444373" y="4978212"/>
                <a:ext cx="9000" cy="208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FD2407-55DF-A407-E1AD-A7D83ECA89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38253" y="4972092"/>
                  <a:ext cx="212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35FACE-296C-7F2C-A0DB-655EB3F36DB1}"/>
                    </a:ext>
                  </a:extLst>
                </p14:cNvPr>
                <p14:cNvContentPartPr/>
                <p14:nvPr/>
              </p14:nvContentPartPr>
              <p14:xfrm>
                <a:off x="2338533" y="5063532"/>
                <a:ext cx="202320" cy="43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35FACE-296C-7F2C-A0DB-655EB3F36DB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32413" y="5057412"/>
                  <a:ext cx="214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E4345C-04C3-8354-C5A8-DDEB685CCAAB}"/>
                    </a:ext>
                  </a:extLst>
                </p14:cNvPr>
                <p14:cNvContentPartPr/>
                <p14:nvPr/>
              </p14:nvContentPartPr>
              <p14:xfrm>
                <a:off x="2529333" y="5015292"/>
                <a:ext cx="358200" cy="157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E4345C-04C3-8354-C5A8-DDEB685CCAA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23213" y="5009172"/>
                  <a:ext cx="370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E23E39-4B9B-A4D1-B1AC-7F091DB4B71B}"/>
                    </a:ext>
                  </a:extLst>
                </p14:cNvPr>
                <p14:cNvContentPartPr/>
                <p14:nvPr/>
              </p14:nvContentPartPr>
              <p14:xfrm>
                <a:off x="2946213" y="5001972"/>
                <a:ext cx="203760" cy="149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E23E39-4B9B-A4D1-B1AC-7F091DB4B71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40093" y="4995852"/>
                  <a:ext cx="216000" cy="16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183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A129-8413-B14B-8729-CC2CA835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8CB4C-2548-D5E0-1673-83846AC57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69" y="124785"/>
            <a:ext cx="11251459" cy="67332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352F5-C1C6-AE68-6913-215394618E72}"/>
              </a:ext>
            </a:extLst>
          </p:cNvPr>
          <p:cNvSpPr txBox="1"/>
          <p:nvPr/>
        </p:nvSpPr>
        <p:spPr>
          <a:xfrm>
            <a:off x="2222091" y="5751871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-Semi motorized and non motorized vehicle reduce the capacity of highway</a:t>
            </a:r>
          </a:p>
          <a:p>
            <a:r>
              <a:rPr lang="en-US" dirty="0">
                <a:highlight>
                  <a:srgbClr val="FFFF00"/>
                </a:highlight>
              </a:rPr>
              <a:t>-This vehicles are stopped in intersection for parking or taking passenger, create bottleneck</a:t>
            </a:r>
            <a:endParaRPr lang="bn-IN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F96A42-D0CE-EDF5-6777-AB8EF216B958}"/>
                  </a:ext>
                </a:extLst>
              </p14:cNvPr>
              <p14:cNvContentPartPr/>
              <p14:nvPr/>
            </p14:nvContentPartPr>
            <p14:xfrm>
              <a:off x="-1457667" y="3373692"/>
              <a:ext cx="57240" cy="33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F96A42-D0CE-EDF5-6777-AB8EF216B9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63787" y="3367572"/>
                <a:ext cx="694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9F8F61-D5A4-69ED-62D9-B5EFCEAB3555}"/>
                  </a:ext>
                </a:extLst>
              </p14:cNvPr>
              <p14:cNvContentPartPr/>
              <p14:nvPr/>
            </p14:nvContentPartPr>
            <p14:xfrm>
              <a:off x="1169973" y="1329612"/>
              <a:ext cx="4464000" cy="1292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9F8F61-D5A4-69ED-62D9-B5EFCEAB35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3853" y="1323492"/>
                <a:ext cx="4476240" cy="13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12E4D22-B1B5-E17E-513C-A908183FE1BB}"/>
              </a:ext>
            </a:extLst>
          </p:cNvPr>
          <p:cNvGrpSpPr/>
          <p:nvPr/>
        </p:nvGrpSpPr>
        <p:grpSpPr>
          <a:xfrm>
            <a:off x="1633653" y="2552892"/>
            <a:ext cx="561240" cy="602640"/>
            <a:chOff x="1633653" y="2552892"/>
            <a:chExt cx="561240" cy="6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69A626-48A8-2874-E628-B746CA09B577}"/>
                    </a:ext>
                  </a:extLst>
                </p14:cNvPr>
                <p14:cNvContentPartPr/>
                <p14:nvPr/>
              </p14:nvContentPartPr>
              <p14:xfrm>
                <a:off x="1672893" y="2552892"/>
                <a:ext cx="522000" cy="508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69A626-48A8-2874-E628-B746CA09B57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66773" y="2546772"/>
                  <a:ext cx="5342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9C0CBD-D75E-C66A-2839-C83EF7497ED6}"/>
                    </a:ext>
                  </a:extLst>
                </p14:cNvPr>
                <p14:cNvContentPartPr/>
                <p14:nvPr/>
              </p14:nvContentPartPr>
              <p14:xfrm>
                <a:off x="1633653" y="2960412"/>
                <a:ext cx="171360" cy="195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9C0CBD-D75E-C66A-2839-C83EF7497E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27533" y="2954292"/>
                  <a:ext cx="183600" cy="20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41C6AC3-9D8C-2C39-15EC-1A7FA8FDCC9F}"/>
              </a:ext>
            </a:extLst>
          </p:cNvPr>
          <p:cNvSpPr txBox="1"/>
          <p:nvPr/>
        </p:nvSpPr>
        <p:spPr>
          <a:xfrm>
            <a:off x="850793" y="3209400"/>
            <a:ext cx="1824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Do not have any clear position for placing any sign </a:t>
            </a:r>
            <a:endParaRPr lang="bn-IN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1199024-FFA2-7637-4A6B-4FFC5C7C84EF}"/>
                  </a:ext>
                </a:extLst>
              </p14:cNvPr>
              <p14:cNvContentPartPr/>
              <p14:nvPr/>
            </p14:nvContentPartPr>
            <p14:xfrm>
              <a:off x="6752853" y="4694532"/>
              <a:ext cx="31320" cy="19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1199024-FFA2-7637-4A6B-4FFC5C7C84E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46733" y="4688412"/>
                <a:ext cx="435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B43308A-CCF7-AEFA-D9BE-7DBD0B6E3EE1}"/>
              </a:ext>
            </a:extLst>
          </p:cNvPr>
          <p:cNvGrpSpPr/>
          <p:nvPr/>
        </p:nvGrpSpPr>
        <p:grpSpPr>
          <a:xfrm>
            <a:off x="4629933" y="1556052"/>
            <a:ext cx="7266960" cy="4565160"/>
            <a:chOff x="4629933" y="1556052"/>
            <a:chExt cx="7266960" cy="456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BF72F3-1D0F-AE64-2197-AB32C52C83BB}"/>
                    </a:ext>
                  </a:extLst>
                </p14:cNvPr>
                <p14:cNvContentPartPr/>
                <p14:nvPr/>
              </p14:nvContentPartPr>
              <p14:xfrm>
                <a:off x="6537573" y="4481052"/>
                <a:ext cx="1084320" cy="52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8BF72F3-1D0F-AE64-2197-AB32C52C83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31453" y="4474932"/>
                  <a:ext cx="109656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C1A7FA9-11B5-05F3-3EB0-29766B81A906}"/>
                    </a:ext>
                  </a:extLst>
                </p14:cNvPr>
                <p14:cNvContentPartPr/>
                <p14:nvPr/>
              </p14:nvContentPartPr>
              <p14:xfrm>
                <a:off x="7918893" y="4867332"/>
                <a:ext cx="1203120" cy="49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1A7FA9-11B5-05F3-3EB0-29766B81A90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12773" y="4861212"/>
                  <a:ext cx="121536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C5534F-49D8-3459-3990-7DB4CD5D06CC}"/>
                    </a:ext>
                  </a:extLst>
                </p14:cNvPr>
                <p14:cNvContentPartPr/>
                <p14:nvPr/>
              </p14:nvContentPartPr>
              <p14:xfrm>
                <a:off x="9377613" y="5184852"/>
                <a:ext cx="1311840" cy="488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C5534F-49D8-3459-3990-7DB4CD5D06C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71493" y="5178732"/>
                  <a:ext cx="132408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EAFF5E-1ED8-B701-E813-BD4B0FED0462}"/>
                    </a:ext>
                  </a:extLst>
                </p14:cNvPr>
                <p14:cNvContentPartPr/>
                <p14:nvPr/>
              </p14:nvContentPartPr>
              <p14:xfrm>
                <a:off x="4629933" y="1556052"/>
                <a:ext cx="7266960" cy="3679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EAFF5E-1ED8-B701-E813-BD4B0FED04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23813" y="1549932"/>
                  <a:ext cx="7279200" cy="36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B45A8C-7457-C9BE-026C-4B2E7C437D84}"/>
                    </a:ext>
                  </a:extLst>
                </p14:cNvPr>
                <p14:cNvContentPartPr/>
                <p14:nvPr/>
              </p14:nvContentPartPr>
              <p14:xfrm>
                <a:off x="10309653" y="5191692"/>
                <a:ext cx="767160" cy="822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B45A8C-7457-C9BE-026C-4B2E7C437D8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303533" y="5185572"/>
                  <a:ext cx="77940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6149F93-9133-3171-B123-DFFC04B63E3D}"/>
                    </a:ext>
                  </a:extLst>
                </p14:cNvPr>
                <p14:cNvContentPartPr/>
                <p14:nvPr/>
              </p14:nvContentPartPr>
              <p14:xfrm>
                <a:off x="10166373" y="5914572"/>
                <a:ext cx="318600" cy="206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6149F93-9133-3171-B123-DFFC04B63E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60253" y="5908452"/>
                  <a:ext cx="3308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423788-2C59-3E6F-84F7-0BA55F5E9498}"/>
              </a:ext>
            </a:extLst>
          </p:cNvPr>
          <p:cNvGrpSpPr/>
          <p:nvPr/>
        </p:nvGrpSpPr>
        <p:grpSpPr>
          <a:xfrm>
            <a:off x="4209813" y="4377372"/>
            <a:ext cx="2387160" cy="296640"/>
            <a:chOff x="4209813" y="4377372"/>
            <a:chExt cx="238716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5D5DD1-60A2-F0DE-A592-2AC744755858}"/>
                    </a:ext>
                  </a:extLst>
                </p14:cNvPr>
                <p14:cNvContentPartPr/>
                <p14:nvPr/>
              </p14:nvContentPartPr>
              <p14:xfrm>
                <a:off x="4333653" y="4525332"/>
                <a:ext cx="2263320" cy="13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5D5DD1-60A2-F0DE-A592-2AC7447558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27533" y="4519212"/>
                  <a:ext cx="2275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163793-2533-C8C1-F532-B06F8EB16202}"/>
                    </a:ext>
                  </a:extLst>
                </p14:cNvPr>
                <p14:cNvContentPartPr/>
                <p14:nvPr/>
              </p14:nvContentPartPr>
              <p14:xfrm>
                <a:off x="4209813" y="4377372"/>
                <a:ext cx="333360" cy="296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163793-2533-C8C1-F532-B06F8EB1620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03693" y="4371252"/>
                  <a:ext cx="345600" cy="308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38BA549-78FF-B727-0729-F4355D69386F}"/>
              </a:ext>
            </a:extLst>
          </p:cNvPr>
          <p:cNvSpPr txBox="1"/>
          <p:nvPr/>
        </p:nvSpPr>
        <p:spPr>
          <a:xfrm>
            <a:off x="1477999" y="4477826"/>
            <a:ext cx="302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Road marker are faded away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27409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2F97-C664-ECA8-5191-7D28BB88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24C001-1C2E-2F2D-814C-A037C67A9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310"/>
            <a:ext cx="9918290" cy="593540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939016-D9E1-0A15-15CC-7E28AA350F66}"/>
                  </a:ext>
                </a:extLst>
              </p14:cNvPr>
              <p14:cNvContentPartPr/>
              <p14:nvPr/>
            </p14:nvContentPartPr>
            <p14:xfrm>
              <a:off x="2821044" y="858133"/>
              <a:ext cx="2056320" cy="2458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939016-D9E1-0A15-15CC-7E28AA350F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4924" y="852013"/>
                <a:ext cx="2068560" cy="24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C7BCD8-AE8E-F7F3-448B-50B96420D14B}"/>
                  </a:ext>
                </a:extLst>
              </p14:cNvPr>
              <p14:cNvContentPartPr/>
              <p14:nvPr/>
            </p14:nvContentPartPr>
            <p14:xfrm>
              <a:off x="2620884" y="3509173"/>
              <a:ext cx="1760400" cy="1961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C7BCD8-AE8E-F7F3-448B-50B96420D1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14764" y="3503053"/>
                <a:ext cx="1772640" cy="19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ABD762B-EEB2-4CBC-7F95-45B0B49D7BB7}"/>
                  </a:ext>
                </a:extLst>
              </p14:cNvPr>
              <p14:cNvContentPartPr/>
              <p14:nvPr/>
            </p14:nvContentPartPr>
            <p14:xfrm>
              <a:off x="5493684" y="2754613"/>
              <a:ext cx="2298960" cy="2598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ABD762B-EEB2-4CBC-7F95-45B0B49D7B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87564" y="2748493"/>
                <a:ext cx="2311200" cy="26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3CB009-5AFD-98BB-A02D-50B882C2EEEA}"/>
                  </a:ext>
                </a:extLst>
              </p14:cNvPr>
              <p14:cNvContentPartPr/>
              <p14:nvPr/>
            </p14:nvContentPartPr>
            <p14:xfrm>
              <a:off x="5558124" y="506413"/>
              <a:ext cx="1654920" cy="1993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3CB009-5AFD-98BB-A02D-50B882C2EEE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52004" y="500293"/>
                <a:ext cx="1667160" cy="20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0663475-B561-F2A4-1F6C-B39001DF859E}"/>
                  </a:ext>
                </a:extLst>
              </p14:cNvPr>
              <p14:cNvContentPartPr/>
              <p14:nvPr/>
            </p14:nvContentPartPr>
            <p14:xfrm>
              <a:off x="5142684" y="1095373"/>
              <a:ext cx="135360" cy="1427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663475-B561-F2A4-1F6C-B39001DF85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6564" y="1089253"/>
                <a:ext cx="147600" cy="143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7934640-2015-D8AE-B61E-7F43ED039B2A}"/>
              </a:ext>
            </a:extLst>
          </p:cNvPr>
          <p:cNvGrpSpPr/>
          <p:nvPr/>
        </p:nvGrpSpPr>
        <p:grpSpPr>
          <a:xfrm>
            <a:off x="4772604" y="3404773"/>
            <a:ext cx="258120" cy="1541520"/>
            <a:chOff x="4772604" y="3404773"/>
            <a:chExt cx="258120" cy="15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958582-A0EB-F7C0-291E-14D1894CFC7C}"/>
                    </a:ext>
                  </a:extLst>
                </p14:cNvPr>
                <p14:cNvContentPartPr/>
                <p14:nvPr/>
              </p14:nvContentPartPr>
              <p14:xfrm>
                <a:off x="4772604" y="3424933"/>
                <a:ext cx="174600" cy="1292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958582-A0EB-F7C0-291E-14D1894CFC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66484" y="3418813"/>
                  <a:ext cx="186840" cy="13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AF2E623-5093-E4D0-C221-D345D5351495}"/>
                    </a:ext>
                  </a:extLst>
                </p14:cNvPr>
                <p14:cNvContentPartPr/>
                <p14:nvPr/>
              </p14:nvContentPartPr>
              <p14:xfrm>
                <a:off x="4878804" y="3520693"/>
                <a:ext cx="5760" cy="1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AF2E623-5093-E4D0-C221-D345D53514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72684" y="3514573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C8323C-B7F0-4E5F-8A37-042DBBC788AA}"/>
                    </a:ext>
                  </a:extLst>
                </p14:cNvPr>
                <p14:cNvContentPartPr/>
                <p14:nvPr/>
              </p14:nvContentPartPr>
              <p14:xfrm>
                <a:off x="4853244" y="3404773"/>
                <a:ext cx="177480" cy="1541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C8323C-B7F0-4E5F-8A37-042DBBC788A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47124" y="3398653"/>
                  <a:ext cx="189720" cy="1553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160B810-639C-46FA-8A8C-CCE387AB93D8}"/>
              </a:ext>
            </a:extLst>
          </p:cNvPr>
          <p:cNvSpPr txBox="1"/>
          <p:nvPr/>
        </p:nvSpPr>
        <p:spPr>
          <a:xfrm>
            <a:off x="4134256" y="5236220"/>
            <a:ext cx="6427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-Existing Road alignment is not proper</a:t>
            </a:r>
          </a:p>
          <a:p>
            <a:r>
              <a:rPr lang="en-US" dirty="0">
                <a:highlight>
                  <a:srgbClr val="FFFF00"/>
                </a:highlight>
              </a:rPr>
              <a:t>-U turn create bottleneck and cause of accident in this intersection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7956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E6FE-0920-89F2-47F7-5F34F69E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D959D2-C143-39E1-D2FF-E4883A926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17" y="67100"/>
            <a:ext cx="10737714" cy="64257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3FEAD-932A-E9BF-C9B4-4CDF90618889}"/>
              </a:ext>
            </a:extLst>
          </p:cNvPr>
          <p:cNvSpPr txBox="1"/>
          <p:nvPr/>
        </p:nvSpPr>
        <p:spPr>
          <a:xfrm>
            <a:off x="1373221" y="4874834"/>
            <a:ext cx="92801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-Pre-School is ahead, but no Warning signs anywhere</a:t>
            </a:r>
          </a:p>
          <a:p>
            <a:r>
              <a:rPr lang="en-US" dirty="0">
                <a:highlight>
                  <a:srgbClr val="FFFF00"/>
                </a:highlight>
              </a:rPr>
              <a:t>- Wrong Land use. High number of  Pedestrian cross the road for taking vehicle of opposite direction, But there is no zebra crossing</a:t>
            </a:r>
          </a:p>
          <a:p>
            <a:r>
              <a:rPr lang="en-US" dirty="0">
                <a:highlight>
                  <a:srgbClr val="FFFF00"/>
                </a:highlight>
              </a:rPr>
              <a:t>- There is no speed bumper though there  is a pre-school ( Though </a:t>
            </a:r>
            <a:r>
              <a:rPr lang="en-US" dirty="0" err="1">
                <a:highlight>
                  <a:srgbClr val="FFFF00"/>
                </a:highlight>
              </a:rPr>
              <a:t>speedbumper</a:t>
            </a:r>
            <a:r>
              <a:rPr lang="en-US" dirty="0">
                <a:highlight>
                  <a:srgbClr val="FFFF00"/>
                </a:highlight>
              </a:rPr>
              <a:t> reduce mobility of the highway, but it increase safety for the </a:t>
            </a:r>
            <a:r>
              <a:rPr lang="en-US" dirty="0" err="1">
                <a:highlight>
                  <a:srgbClr val="FFFF00"/>
                </a:highlight>
              </a:rPr>
              <a:t>childrens</a:t>
            </a:r>
            <a:r>
              <a:rPr lang="en-US" dirty="0">
                <a:highlight>
                  <a:srgbClr val="FFFF00"/>
                </a:highlight>
              </a:rPr>
              <a:t>) 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4905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D8EA8-E4A0-0DCA-574C-9284F169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51226-04AA-A25E-9732-D6B11DCF7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47" y="365125"/>
            <a:ext cx="10606488" cy="63472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A8D8B-AB9E-822E-8EB7-64819C57211B}"/>
              </a:ext>
            </a:extLst>
          </p:cNvPr>
          <p:cNvSpPr txBox="1"/>
          <p:nvPr/>
        </p:nvSpPr>
        <p:spPr>
          <a:xfrm>
            <a:off x="5598288" y="5092861"/>
            <a:ext cx="5154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Madrasa is ahead, But no warning sign </a:t>
            </a:r>
          </a:p>
          <a:p>
            <a:r>
              <a:rPr lang="en-US" dirty="0">
                <a:highlight>
                  <a:srgbClr val="FFFF00"/>
                </a:highlight>
              </a:rPr>
              <a:t>- Pedestrian cross the road all the time.</a:t>
            </a:r>
          </a:p>
          <a:p>
            <a:r>
              <a:rPr lang="en-US" dirty="0">
                <a:highlight>
                  <a:srgbClr val="FFFF00"/>
                </a:highlight>
              </a:rPr>
              <a:t>- Vehicle often take u  turn here, but no proper warning, and less visibility due to tree of the median 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6550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9AA1-4556-D729-A25A-A72E3E85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BD961-07EA-F54C-9551-46A720392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6" y="62960"/>
            <a:ext cx="10744633" cy="64299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7E42C3-ACBF-A82C-691F-FAAAFC364057}"/>
              </a:ext>
            </a:extLst>
          </p:cNvPr>
          <p:cNvSpPr txBox="1"/>
          <p:nvPr/>
        </p:nvSpPr>
        <p:spPr>
          <a:xfrm>
            <a:off x="6585995" y="5323571"/>
            <a:ext cx="3923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Non-motorized vehicle use the highway, which create bottleneck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4189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B147-B288-F5E8-9395-020FFA6B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1F7EC-E588-CBC1-302D-91D9501CC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4" y="114015"/>
            <a:ext cx="10659319" cy="63788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C9730-4A7C-322E-F978-9FE3E821C2C7}"/>
              </a:ext>
            </a:extLst>
          </p:cNvPr>
          <p:cNvSpPr txBox="1"/>
          <p:nvPr/>
        </p:nvSpPr>
        <p:spPr>
          <a:xfrm>
            <a:off x="7558268" y="5497975"/>
            <a:ext cx="241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Road markers are faded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524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46D5-4EFC-BA4B-6D83-F5D6F57D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800B49-93F5-888D-DCD8-E447D3DDE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86" y="365125"/>
            <a:ext cx="10515600" cy="62928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2DC9E-1E4B-BA9A-7C6A-1E3BF1077947}"/>
              </a:ext>
            </a:extLst>
          </p:cNvPr>
          <p:cNvSpPr txBox="1"/>
          <p:nvPr/>
        </p:nvSpPr>
        <p:spPr>
          <a:xfrm>
            <a:off x="3264061" y="5578997"/>
            <a:ext cx="760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Truck are parked in the both side of this highway, which increase road friction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866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6F95-71ED-0C1A-50C6-470285B4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9A72C2-2F12-489D-E5E2-F58805578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56" y="128877"/>
            <a:ext cx="8699339" cy="66002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CD63D6-EF99-55CA-500C-1FEC2746BFE6}"/>
              </a:ext>
            </a:extLst>
          </p:cNvPr>
          <p:cNvSpPr txBox="1"/>
          <p:nvPr/>
        </p:nvSpPr>
        <p:spPr>
          <a:xfrm>
            <a:off x="3981691" y="4710895"/>
            <a:ext cx="59493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It is very surprising nowhere warning sign is used before any school/college, though it is a national highway.</a:t>
            </a:r>
          </a:p>
          <a:p>
            <a:r>
              <a:rPr lang="en-US" dirty="0">
                <a:highlight>
                  <a:srgbClr val="FFFF00"/>
                </a:highlight>
              </a:rPr>
              <a:t>- Land use is wrong</a:t>
            </a:r>
          </a:p>
          <a:p>
            <a:r>
              <a:rPr lang="en-US" dirty="0">
                <a:highlight>
                  <a:srgbClr val="FFFF00"/>
                </a:highlight>
              </a:rPr>
              <a:t>- Students cross the road always, but there is no zebra crossing.( Safety vs mobility paradox)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33440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6A6B-4124-04A4-2D5D-D42F889B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7E7640-2069-CBA2-6A2F-ABEF77126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61" y="60767"/>
            <a:ext cx="8771632" cy="66550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D2EC7-4A38-29F6-39CF-A03E603EA3A0}"/>
              </a:ext>
            </a:extLst>
          </p:cNvPr>
          <p:cNvSpPr txBox="1"/>
          <p:nvPr/>
        </p:nvSpPr>
        <p:spPr>
          <a:xfrm>
            <a:off x="7542835" y="5868365"/>
            <a:ext cx="181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Iland is not clear. 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67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AB49-9648-5220-A281-869BA886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1CE08B-476F-0CC1-7A43-C0B670CC2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270" y="175792"/>
            <a:ext cx="8807369" cy="668220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671C62C-2396-6F66-A5A1-5CD5072D8D9A}"/>
                  </a:ext>
                </a:extLst>
              </p14:cNvPr>
              <p14:cNvContentPartPr/>
              <p14:nvPr/>
            </p14:nvContentPartPr>
            <p14:xfrm>
              <a:off x="7425693" y="1255452"/>
              <a:ext cx="2108880" cy="2157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671C62C-2396-6F66-A5A1-5CD5072D8D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9573" y="1249332"/>
                <a:ext cx="2121120" cy="216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CBC2577F-73B3-0B35-C989-0D362E5DD5AC}"/>
              </a:ext>
            </a:extLst>
          </p:cNvPr>
          <p:cNvGrpSpPr/>
          <p:nvPr/>
        </p:nvGrpSpPr>
        <p:grpSpPr>
          <a:xfrm>
            <a:off x="8250453" y="1981932"/>
            <a:ext cx="1277640" cy="784080"/>
            <a:chOff x="8250453" y="1981932"/>
            <a:chExt cx="1277640" cy="78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68A1A1A-37D4-53BD-98C5-0FC9D4E533AF}"/>
                    </a:ext>
                  </a:extLst>
                </p14:cNvPr>
                <p14:cNvContentPartPr/>
                <p14:nvPr/>
              </p14:nvContentPartPr>
              <p14:xfrm>
                <a:off x="8287533" y="2352732"/>
                <a:ext cx="345960" cy="114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68A1A1A-37D4-53BD-98C5-0FC9D4E533A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81413" y="2346612"/>
                  <a:ext cx="358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42235E3-4BF6-17D9-C85A-E60A275E945C}"/>
                    </a:ext>
                  </a:extLst>
                </p14:cNvPr>
                <p14:cNvContentPartPr/>
                <p14:nvPr/>
              </p14:nvContentPartPr>
              <p14:xfrm>
                <a:off x="8250453" y="2327172"/>
                <a:ext cx="162000" cy="183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42235E3-4BF6-17D9-C85A-E60A275E945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44333" y="2321052"/>
                  <a:ext cx="174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D7079E-1BF1-88E4-047B-B07AC2AC558C}"/>
                    </a:ext>
                  </a:extLst>
                </p14:cNvPr>
                <p14:cNvContentPartPr/>
                <p14:nvPr/>
              </p14:nvContentPartPr>
              <p14:xfrm>
                <a:off x="8679573" y="2257692"/>
                <a:ext cx="135000" cy="156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D7079E-1BF1-88E4-047B-B07AC2AC558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73453" y="2251572"/>
                  <a:ext cx="147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B206A6E-70A9-8EBB-67D6-E57F841C66BE}"/>
                    </a:ext>
                  </a:extLst>
                </p14:cNvPr>
                <p14:cNvContentPartPr/>
                <p14:nvPr/>
              </p14:nvContentPartPr>
              <p14:xfrm>
                <a:off x="8859933" y="2181372"/>
                <a:ext cx="56880" cy="177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B206A6E-70A9-8EBB-67D6-E57F841C66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53813" y="2175252"/>
                  <a:ext cx="69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6F21BB-7438-BF94-D47A-C4450685D1A5}"/>
                    </a:ext>
                  </a:extLst>
                </p14:cNvPr>
                <p14:cNvContentPartPr/>
                <p14:nvPr/>
              </p14:nvContentPartPr>
              <p14:xfrm>
                <a:off x="8928333" y="2170932"/>
                <a:ext cx="123840" cy="124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6F21BB-7438-BF94-D47A-C4450685D1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22213" y="2164812"/>
                  <a:ext cx="136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636F54-3DED-D739-4538-B923A020DFAF}"/>
                    </a:ext>
                  </a:extLst>
                </p14:cNvPr>
                <p14:cNvContentPartPr/>
                <p14:nvPr/>
              </p14:nvContentPartPr>
              <p14:xfrm>
                <a:off x="9060453" y="2048172"/>
                <a:ext cx="86760" cy="201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636F54-3DED-D739-4538-B923A020DF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54333" y="2042052"/>
                  <a:ext cx="9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3D85E0-5BCD-A387-896D-F959E433F980}"/>
                    </a:ext>
                  </a:extLst>
                </p14:cNvPr>
                <p14:cNvContentPartPr/>
                <p14:nvPr/>
              </p14:nvContentPartPr>
              <p14:xfrm>
                <a:off x="9248733" y="2062932"/>
                <a:ext cx="125280" cy="138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3D85E0-5BCD-A387-896D-F959E433F9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242613" y="2056812"/>
                  <a:ext cx="137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CA52A16-9745-D60D-D9C5-63B4405D1AF5}"/>
                    </a:ext>
                  </a:extLst>
                </p14:cNvPr>
                <p14:cNvContentPartPr/>
                <p14:nvPr/>
              </p14:nvContentPartPr>
              <p14:xfrm>
                <a:off x="9408573" y="1981932"/>
                <a:ext cx="56880" cy="213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CA52A16-9745-D60D-D9C5-63B4405D1A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02453" y="1975812"/>
                  <a:ext cx="69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1AB207-9CAD-0FED-B077-481B2947BA29}"/>
                    </a:ext>
                  </a:extLst>
                </p14:cNvPr>
                <p14:cNvContentPartPr/>
                <p14:nvPr/>
              </p14:nvContentPartPr>
              <p14:xfrm>
                <a:off x="8709453" y="2547132"/>
                <a:ext cx="94320" cy="218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1AB207-9CAD-0FED-B077-481B2947BA2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03333" y="2541012"/>
                  <a:ext cx="1065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0248D2-431C-66E6-3ABD-452E4B2DC1FC}"/>
                    </a:ext>
                  </a:extLst>
                </p14:cNvPr>
                <p14:cNvContentPartPr/>
                <p14:nvPr/>
              </p14:nvContentPartPr>
              <p14:xfrm>
                <a:off x="8859933" y="2546052"/>
                <a:ext cx="183600" cy="135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0248D2-431C-66E6-3ABD-452E4B2DC1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53813" y="2539932"/>
                  <a:ext cx="195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0B4B893-91D8-26FC-F77F-EDF591409321}"/>
                    </a:ext>
                  </a:extLst>
                </p14:cNvPr>
                <p14:cNvContentPartPr/>
                <p14:nvPr/>
              </p14:nvContentPartPr>
              <p14:xfrm>
                <a:off x="9050013" y="2460372"/>
                <a:ext cx="92160" cy="133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0B4B893-91D8-26FC-F77F-EDF59140932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43893" y="2454252"/>
                  <a:ext cx="104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9D42CA-E374-20AF-5D39-2AC372BADD14}"/>
                    </a:ext>
                  </a:extLst>
                </p14:cNvPr>
                <p14:cNvContentPartPr/>
                <p14:nvPr/>
              </p14:nvContentPartPr>
              <p14:xfrm>
                <a:off x="9177813" y="2386572"/>
                <a:ext cx="50760" cy="11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9D42CA-E374-20AF-5D39-2AC372BADD1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71693" y="2380452"/>
                  <a:ext cx="63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B94682-E1A1-A9FD-3272-BD3B34DF65E9}"/>
                    </a:ext>
                  </a:extLst>
                </p14:cNvPr>
                <p14:cNvContentPartPr/>
                <p14:nvPr/>
              </p14:nvContentPartPr>
              <p14:xfrm>
                <a:off x="9273933" y="2418612"/>
                <a:ext cx="98640" cy="99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B94682-E1A1-A9FD-3272-BD3B34DF65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67813" y="2412492"/>
                  <a:ext cx="110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52A378E-9579-B166-8662-9B5D0FD4AAF0}"/>
                    </a:ext>
                  </a:extLst>
                </p14:cNvPr>
                <p14:cNvContentPartPr/>
                <p14:nvPr/>
              </p14:nvContentPartPr>
              <p14:xfrm>
                <a:off x="9356733" y="2372172"/>
                <a:ext cx="171360" cy="322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52A378E-9579-B166-8662-9B5D0FD4AAF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50613" y="2366052"/>
                  <a:ext cx="18360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FF8AE1F-E435-E4E6-A1EB-9947378D505F}"/>
              </a:ext>
            </a:extLst>
          </p:cNvPr>
          <p:cNvGrpSpPr/>
          <p:nvPr/>
        </p:nvGrpSpPr>
        <p:grpSpPr>
          <a:xfrm>
            <a:off x="5855373" y="4299612"/>
            <a:ext cx="4045680" cy="938520"/>
            <a:chOff x="5855373" y="4299612"/>
            <a:chExt cx="4045680" cy="93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E956C21-5EDB-C6CD-DE5D-4B56D1F85005}"/>
                    </a:ext>
                  </a:extLst>
                </p14:cNvPr>
                <p14:cNvContentPartPr/>
                <p14:nvPr/>
              </p14:nvContentPartPr>
              <p14:xfrm>
                <a:off x="5855373" y="4299612"/>
                <a:ext cx="1124280" cy="938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E956C21-5EDB-C6CD-DE5D-4B56D1F8500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49253" y="4293492"/>
                  <a:ext cx="113652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60A04BC-12E3-9CA5-956C-24BF322C7595}"/>
                    </a:ext>
                  </a:extLst>
                </p14:cNvPr>
                <p14:cNvContentPartPr/>
                <p14:nvPr/>
              </p14:nvContentPartPr>
              <p14:xfrm>
                <a:off x="6703893" y="4592292"/>
                <a:ext cx="571320" cy="100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60A04BC-12E3-9CA5-956C-24BF322C759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97773" y="4586172"/>
                  <a:ext cx="583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3AF4777-B71D-2621-4B92-647CE3617451}"/>
                    </a:ext>
                  </a:extLst>
                </p14:cNvPr>
                <p14:cNvContentPartPr/>
                <p14:nvPr/>
              </p14:nvContentPartPr>
              <p14:xfrm>
                <a:off x="7170813" y="4545852"/>
                <a:ext cx="118800" cy="191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3AF4777-B71D-2621-4B92-647CE361745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64693" y="4539732"/>
                  <a:ext cx="131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68A0E7B-EE10-BA62-6281-075AB2C414CF}"/>
                    </a:ext>
                  </a:extLst>
                </p14:cNvPr>
                <p14:cNvContentPartPr/>
                <p14:nvPr/>
              </p14:nvContentPartPr>
              <p14:xfrm>
                <a:off x="7477173" y="4575372"/>
                <a:ext cx="3600" cy="15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68A0E7B-EE10-BA62-6281-075AB2C414C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71053" y="4569252"/>
                  <a:ext cx="1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2BA607-FF5E-C89E-513A-A223B8117E9E}"/>
                    </a:ext>
                  </a:extLst>
                </p14:cNvPr>
                <p14:cNvContentPartPr/>
                <p14:nvPr/>
              </p14:nvContentPartPr>
              <p14:xfrm>
                <a:off x="7479333" y="4510572"/>
                <a:ext cx="3600" cy="37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2BA607-FF5E-C89E-513A-A223B8117E9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73213" y="4504452"/>
                  <a:ext cx="15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0EA2C67-BBC4-4433-F3A7-A7E1D0D4FC44}"/>
                    </a:ext>
                  </a:extLst>
                </p14:cNvPr>
                <p14:cNvContentPartPr/>
                <p14:nvPr/>
              </p14:nvContentPartPr>
              <p14:xfrm>
                <a:off x="7458093" y="4406172"/>
                <a:ext cx="44640" cy="230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0EA2C67-BBC4-4433-F3A7-A7E1D0D4FC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51973" y="4400052"/>
                  <a:ext cx="568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1608CA0-124B-3C9D-6FAC-C263F90B35F9}"/>
                    </a:ext>
                  </a:extLst>
                </p14:cNvPr>
                <p14:cNvContentPartPr/>
                <p14:nvPr/>
              </p14:nvContentPartPr>
              <p14:xfrm>
                <a:off x="7394013" y="4503012"/>
                <a:ext cx="321840" cy="120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1608CA0-124B-3C9D-6FAC-C263F90B35F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87893" y="4496892"/>
                  <a:ext cx="334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8E4311A-D41C-D1CE-1278-34768DB0966A}"/>
                    </a:ext>
                  </a:extLst>
                </p14:cNvPr>
                <p14:cNvContentPartPr/>
                <p14:nvPr/>
              </p14:nvContentPartPr>
              <p14:xfrm>
                <a:off x="7724493" y="4520652"/>
                <a:ext cx="121680" cy="96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8E4311A-D41C-D1CE-1278-34768DB0966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18373" y="4514532"/>
                  <a:ext cx="133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B5EDD6-15F8-58D7-2D96-3DFD41379A62}"/>
                    </a:ext>
                  </a:extLst>
                </p14:cNvPr>
                <p14:cNvContentPartPr/>
                <p14:nvPr/>
              </p14:nvContentPartPr>
              <p14:xfrm>
                <a:off x="7889373" y="4497972"/>
                <a:ext cx="105120" cy="120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B5EDD6-15F8-58D7-2D96-3DFD41379A6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83253" y="4491852"/>
                  <a:ext cx="117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9EB53DC-9D0D-3C71-37DF-7758F147C558}"/>
                    </a:ext>
                  </a:extLst>
                </p14:cNvPr>
                <p14:cNvContentPartPr/>
                <p14:nvPr/>
              </p14:nvContentPartPr>
              <p14:xfrm>
                <a:off x="8019693" y="4490772"/>
                <a:ext cx="99720" cy="147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9EB53DC-9D0D-3C71-37DF-7758F147C55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13573" y="4484652"/>
                  <a:ext cx="111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D53D57F-CFA3-BD41-26CD-3393844E67AA}"/>
                    </a:ext>
                  </a:extLst>
                </p14:cNvPr>
                <p14:cNvContentPartPr/>
                <p14:nvPr/>
              </p14:nvContentPartPr>
              <p14:xfrm>
                <a:off x="8133813" y="4524612"/>
                <a:ext cx="81000" cy="9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D53D57F-CFA3-BD41-26CD-3393844E67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27693" y="4518492"/>
                  <a:ext cx="93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1412FA0-270F-64EC-4881-701607443CE7}"/>
                    </a:ext>
                  </a:extLst>
                </p14:cNvPr>
                <p14:cNvContentPartPr/>
                <p14:nvPr/>
              </p14:nvContentPartPr>
              <p14:xfrm>
                <a:off x="8260173" y="4515252"/>
                <a:ext cx="151200" cy="80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1412FA0-270F-64EC-4881-701607443C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54053" y="4509132"/>
                  <a:ext cx="163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72F9A16-A27C-7B3B-5536-0F835B244F69}"/>
                    </a:ext>
                  </a:extLst>
                </p14:cNvPr>
                <p14:cNvContentPartPr/>
                <p14:nvPr/>
              </p14:nvContentPartPr>
              <p14:xfrm>
                <a:off x="8418933" y="4412292"/>
                <a:ext cx="32040" cy="169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72F9A16-A27C-7B3B-5536-0F835B244F6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12813" y="4406172"/>
                  <a:ext cx="44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12C80E-0345-9720-7B56-A3256C6CBA92}"/>
                    </a:ext>
                  </a:extLst>
                </p14:cNvPr>
                <p14:cNvContentPartPr/>
                <p14:nvPr/>
              </p14:nvContentPartPr>
              <p14:xfrm>
                <a:off x="8419653" y="4456572"/>
                <a:ext cx="216720" cy="137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12C80E-0345-9720-7B56-A3256C6CBA9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13533" y="4450452"/>
                  <a:ext cx="228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E1B72DC-B94F-88BB-540B-727648C126B0}"/>
                    </a:ext>
                  </a:extLst>
                </p14:cNvPr>
                <p14:cNvContentPartPr/>
                <p14:nvPr/>
              </p14:nvContentPartPr>
              <p14:xfrm>
                <a:off x="8746173" y="4390332"/>
                <a:ext cx="119880" cy="176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E1B72DC-B94F-88BB-540B-727648C126B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40053" y="4384212"/>
                  <a:ext cx="132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890C177-B39C-E11D-7DF4-C4F886D4FE75}"/>
                    </a:ext>
                  </a:extLst>
                </p14:cNvPr>
                <p14:cNvContentPartPr/>
                <p14:nvPr/>
              </p14:nvContentPartPr>
              <p14:xfrm>
                <a:off x="8912853" y="4395012"/>
                <a:ext cx="14400" cy="183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890C177-B39C-E11D-7DF4-C4F886D4FE7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06733" y="4388892"/>
                  <a:ext cx="26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455837-E9B8-A78A-8D14-CFC664D01096}"/>
                    </a:ext>
                  </a:extLst>
                </p14:cNvPr>
                <p14:cNvContentPartPr/>
                <p14:nvPr/>
              </p14:nvContentPartPr>
              <p14:xfrm>
                <a:off x="8966493" y="4385292"/>
                <a:ext cx="13680" cy="147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455837-E9B8-A78A-8D14-CFC664D0109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60373" y="4379172"/>
                  <a:ext cx="25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CA8615-A16C-D0C9-AF55-FADDFBB9166F}"/>
                    </a:ext>
                  </a:extLst>
                </p14:cNvPr>
                <p14:cNvContentPartPr/>
                <p14:nvPr/>
              </p14:nvContentPartPr>
              <p14:xfrm>
                <a:off x="9020133" y="4483572"/>
                <a:ext cx="154440" cy="77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CA8615-A16C-D0C9-AF55-FADDFBB9166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14013" y="4477452"/>
                  <a:ext cx="166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30A52F-0485-38FC-C081-B04D1A7645C0}"/>
                    </a:ext>
                  </a:extLst>
                </p14:cNvPr>
                <p14:cNvContentPartPr/>
                <p14:nvPr/>
              </p14:nvContentPartPr>
              <p14:xfrm>
                <a:off x="9183213" y="4314732"/>
                <a:ext cx="84600" cy="232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30A52F-0485-38FC-C081-B04D1A7645C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77093" y="4308612"/>
                  <a:ext cx="96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9D5855A-8904-CC43-A330-6637451F7177}"/>
                    </a:ext>
                  </a:extLst>
                </p14:cNvPr>
                <p14:cNvContentPartPr/>
                <p14:nvPr/>
              </p14:nvContentPartPr>
              <p14:xfrm>
                <a:off x="9411813" y="4465212"/>
                <a:ext cx="208080" cy="92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9D5855A-8904-CC43-A330-6637451F71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05693" y="4459092"/>
                  <a:ext cx="220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C43C13-E79B-6389-1AED-7253789AF410}"/>
                    </a:ext>
                  </a:extLst>
                </p14:cNvPr>
                <p14:cNvContentPartPr/>
                <p14:nvPr/>
              </p14:nvContentPartPr>
              <p14:xfrm>
                <a:off x="9606933" y="4444692"/>
                <a:ext cx="69840" cy="73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C43C13-E79B-6389-1AED-7253789AF41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00813" y="4438572"/>
                  <a:ext cx="820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6560038-47D6-307C-16A3-A8BC3267338C}"/>
                    </a:ext>
                  </a:extLst>
                </p14:cNvPr>
                <p14:cNvContentPartPr/>
                <p14:nvPr/>
              </p14:nvContentPartPr>
              <p14:xfrm>
                <a:off x="9699453" y="4411572"/>
                <a:ext cx="201600" cy="119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6560038-47D6-307C-16A3-A8BC3267338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93333" y="4405452"/>
                  <a:ext cx="2138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E92841C-9351-9834-4058-E4870CCA406E}"/>
              </a:ext>
            </a:extLst>
          </p:cNvPr>
          <p:cNvGrpSpPr/>
          <p:nvPr/>
        </p:nvGrpSpPr>
        <p:grpSpPr>
          <a:xfrm>
            <a:off x="1913733" y="1575492"/>
            <a:ext cx="5754240" cy="2560320"/>
            <a:chOff x="1913733" y="1575492"/>
            <a:chExt cx="5754240" cy="256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8DD06A-A6C7-1378-1767-C70731151AAA}"/>
                    </a:ext>
                  </a:extLst>
                </p14:cNvPr>
                <p14:cNvContentPartPr/>
                <p14:nvPr/>
              </p14:nvContentPartPr>
              <p14:xfrm>
                <a:off x="3322773" y="2182092"/>
                <a:ext cx="3587400" cy="1953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8DD06A-A6C7-1378-1767-C70731151AA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316653" y="2175972"/>
                  <a:ext cx="3599640" cy="19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C755E3-DA5A-719A-C8C9-333A3E0B5813}"/>
                    </a:ext>
                  </a:extLst>
                </p14:cNvPr>
                <p14:cNvContentPartPr/>
                <p14:nvPr/>
              </p14:nvContentPartPr>
              <p14:xfrm>
                <a:off x="4396293" y="2489172"/>
                <a:ext cx="234360" cy="46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C755E3-DA5A-719A-C8C9-333A3E0B581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390173" y="2483052"/>
                  <a:ext cx="2466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EF4242-6593-C9AC-21B2-906112113060}"/>
                    </a:ext>
                  </a:extLst>
                </p14:cNvPr>
                <p14:cNvContentPartPr/>
                <p14:nvPr/>
              </p14:nvContentPartPr>
              <p14:xfrm>
                <a:off x="4137813" y="3266412"/>
                <a:ext cx="45360" cy="118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EF4242-6593-C9AC-21B2-90611211306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31693" y="3260292"/>
                  <a:ext cx="57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67B3950-E15C-8062-289C-86A4CC9F3828}"/>
                    </a:ext>
                  </a:extLst>
                </p14:cNvPr>
                <p14:cNvContentPartPr/>
                <p14:nvPr/>
              </p14:nvContentPartPr>
              <p14:xfrm>
                <a:off x="4110813" y="3183972"/>
                <a:ext cx="36360" cy="57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67B3950-E15C-8062-289C-86A4CC9F382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104693" y="3177852"/>
                  <a:ext cx="48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B9D26C-95C3-473A-5AA6-D01B6AA5EDAC}"/>
                    </a:ext>
                  </a:extLst>
                </p14:cNvPr>
                <p14:cNvContentPartPr/>
                <p14:nvPr/>
              </p14:nvContentPartPr>
              <p14:xfrm>
                <a:off x="4199373" y="3150492"/>
                <a:ext cx="102240" cy="199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B9D26C-95C3-473A-5AA6-D01B6AA5EDA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93253" y="3144372"/>
                  <a:ext cx="114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7E6C89-9685-21D9-7717-7CFDAD2CD2F3}"/>
                    </a:ext>
                  </a:extLst>
                </p14:cNvPr>
                <p14:cNvContentPartPr/>
                <p14:nvPr/>
              </p14:nvContentPartPr>
              <p14:xfrm>
                <a:off x="4248693" y="3124932"/>
                <a:ext cx="118440" cy="185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7E6C89-9685-21D9-7717-7CFDAD2CD2F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42573" y="3118812"/>
                  <a:ext cx="130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0A4CA8A-13C6-BDA9-D83B-90529ABC4135}"/>
                    </a:ext>
                  </a:extLst>
                </p14:cNvPr>
                <p14:cNvContentPartPr/>
                <p14:nvPr/>
              </p14:nvContentPartPr>
              <p14:xfrm>
                <a:off x="4344453" y="3140772"/>
                <a:ext cx="87480" cy="119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0A4CA8A-13C6-BDA9-D83B-90529ABC413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38333" y="3134652"/>
                  <a:ext cx="99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E7201C-618F-BB58-5FF5-A835FE255991}"/>
                    </a:ext>
                  </a:extLst>
                </p14:cNvPr>
                <p14:cNvContentPartPr/>
                <p14:nvPr/>
              </p14:nvContentPartPr>
              <p14:xfrm>
                <a:off x="4508973" y="3036012"/>
                <a:ext cx="82440" cy="206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E7201C-618F-BB58-5FF5-A835FE2559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02853" y="3029892"/>
                  <a:ext cx="94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F2A403-50E3-16A7-C798-46EEA5472F96}"/>
                    </a:ext>
                  </a:extLst>
                </p14:cNvPr>
                <p14:cNvContentPartPr/>
                <p14:nvPr/>
              </p14:nvContentPartPr>
              <p14:xfrm>
                <a:off x="4647213" y="2781492"/>
                <a:ext cx="249480" cy="328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F2A403-50E3-16A7-C798-46EEA5472F9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641093" y="2775372"/>
                  <a:ext cx="261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D68145-EBE3-633F-346A-8F1F25D59607}"/>
                    </a:ext>
                  </a:extLst>
                </p14:cNvPr>
                <p14:cNvContentPartPr/>
                <p14:nvPr/>
              </p14:nvContentPartPr>
              <p14:xfrm>
                <a:off x="4595733" y="3311412"/>
                <a:ext cx="108360" cy="180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D68145-EBE3-633F-346A-8F1F25D5960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589613" y="3305292"/>
                  <a:ext cx="120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AAA04DB-ABC2-282A-870E-9F624FCF1769}"/>
                    </a:ext>
                  </a:extLst>
                </p14:cNvPr>
                <p14:cNvContentPartPr/>
                <p14:nvPr/>
              </p14:nvContentPartPr>
              <p14:xfrm>
                <a:off x="4685013" y="3263532"/>
                <a:ext cx="199440" cy="114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AAA04DB-ABC2-282A-870E-9F624FCF176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678893" y="3257412"/>
                  <a:ext cx="211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6BE0866-C6F0-3582-6E3E-371EE600D013}"/>
                    </a:ext>
                  </a:extLst>
                </p14:cNvPr>
                <p14:cNvContentPartPr/>
                <p14:nvPr/>
              </p14:nvContentPartPr>
              <p14:xfrm>
                <a:off x="4879773" y="3204492"/>
                <a:ext cx="36360" cy="66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6BE0866-C6F0-3582-6E3E-371EE600D01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873653" y="3198372"/>
                  <a:ext cx="48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F5CA01-2FFC-2C2A-C458-2F882BB44D5B}"/>
                    </a:ext>
                  </a:extLst>
                </p14:cNvPr>
                <p14:cNvContentPartPr/>
                <p14:nvPr/>
              </p14:nvContentPartPr>
              <p14:xfrm>
                <a:off x="4942053" y="3106932"/>
                <a:ext cx="62280" cy="17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F5CA01-2FFC-2C2A-C458-2F882BB44D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35933" y="3100812"/>
                  <a:ext cx="74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F8C617C-287A-DCAB-5D38-00EFCBA1F5E1}"/>
                    </a:ext>
                  </a:extLst>
                </p14:cNvPr>
                <p14:cNvContentPartPr/>
                <p14:nvPr/>
              </p14:nvContentPartPr>
              <p14:xfrm>
                <a:off x="5018733" y="3066612"/>
                <a:ext cx="86040" cy="14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F8C617C-287A-DCAB-5D38-00EFCBA1F5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12613" y="3060492"/>
                  <a:ext cx="98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8C3017-DC3F-38EA-E510-D505B6B14112}"/>
                    </a:ext>
                  </a:extLst>
                </p14:cNvPr>
                <p14:cNvContentPartPr/>
                <p14:nvPr/>
              </p14:nvContentPartPr>
              <p14:xfrm>
                <a:off x="6105213" y="1680612"/>
                <a:ext cx="1562760" cy="1082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8C3017-DC3F-38EA-E510-D505B6B1411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99093" y="1674492"/>
                  <a:ext cx="1575000" cy="10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D81C89-B286-2F1E-82A6-BDDB98760250}"/>
                    </a:ext>
                  </a:extLst>
                </p14:cNvPr>
                <p14:cNvContentPartPr/>
                <p14:nvPr/>
              </p14:nvContentPartPr>
              <p14:xfrm>
                <a:off x="6463413" y="2150412"/>
                <a:ext cx="129600" cy="22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D81C89-B286-2F1E-82A6-BDDB9876025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57293" y="2144292"/>
                  <a:ext cx="1418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2DF9362-13C9-C0F4-3F02-C23D1D10BA61}"/>
                    </a:ext>
                  </a:extLst>
                </p14:cNvPr>
                <p14:cNvContentPartPr/>
                <p14:nvPr/>
              </p14:nvContentPartPr>
              <p14:xfrm>
                <a:off x="6623973" y="2118012"/>
                <a:ext cx="123840" cy="180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2DF9362-13C9-C0F4-3F02-C23D1D10BA6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617853" y="2111892"/>
                  <a:ext cx="136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C174D06-EFDF-DEE7-DCBA-D71B3BF4A956}"/>
                    </a:ext>
                  </a:extLst>
                </p14:cNvPr>
                <p14:cNvContentPartPr/>
                <p14:nvPr/>
              </p14:nvContentPartPr>
              <p14:xfrm>
                <a:off x="6769413" y="2095332"/>
                <a:ext cx="53280" cy="158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C174D06-EFDF-DEE7-DCBA-D71B3BF4A95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63293" y="2089212"/>
                  <a:ext cx="65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55FAC4-64FD-7CAE-0DDC-B3AD850DB2E0}"/>
                    </a:ext>
                  </a:extLst>
                </p14:cNvPr>
                <p14:cNvContentPartPr/>
                <p14:nvPr/>
              </p14:nvContentPartPr>
              <p14:xfrm>
                <a:off x="6869493" y="2047092"/>
                <a:ext cx="65520" cy="181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55FAC4-64FD-7CAE-0DDC-B3AD850DB2E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63373" y="2040972"/>
                  <a:ext cx="7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16970A-636F-1883-36C1-405D2BC34F72}"/>
                    </a:ext>
                  </a:extLst>
                </p14:cNvPr>
                <p14:cNvContentPartPr/>
                <p14:nvPr/>
              </p14:nvContentPartPr>
              <p14:xfrm>
                <a:off x="6942933" y="1954212"/>
                <a:ext cx="67680" cy="227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16970A-636F-1883-36C1-405D2BC34F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36813" y="1948092"/>
                  <a:ext cx="799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D45E38-D0EE-47C5-C763-2E94D41FAFD0}"/>
                    </a:ext>
                  </a:extLst>
                </p14:cNvPr>
                <p14:cNvContentPartPr/>
                <p14:nvPr/>
              </p14:nvContentPartPr>
              <p14:xfrm>
                <a:off x="6963093" y="2020452"/>
                <a:ext cx="166680" cy="144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D45E38-D0EE-47C5-C763-2E94D41FAFD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56973" y="2014332"/>
                  <a:ext cx="178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D3CFF47-0348-3D14-30CC-11B26270EACD}"/>
                    </a:ext>
                  </a:extLst>
                </p14:cNvPr>
                <p14:cNvContentPartPr/>
                <p14:nvPr/>
              </p14:nvContentPartPr>
              <p14:xfrm>
                <a:off x="7129413" y="1997052"/>
                <a:ext cx="117360" cy="94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D3CFF47-0348-3D14-30CC-11B26270EAC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23293" y="1990932"/>
                  <a:ext cx="129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0F754D-04BA-DD04-872D-FA7CA1463D75}"/>
                    </a:ext>
                  </a:extLst>
                </p14:cNvPr>
                <p14:cNvContentPartPr/>
                <p14:nvPr/>
              </p14:nvContentPartPr>
              <p14:xfrm>
                <a:off x="7244253" y="1828572"/>
                <a:ext cx="97560" cy="224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0F754D-04BA-DD04-872D-FA7CA1463D7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38133" y="1822452"/>
                  <a:ext cx="109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FDEBC0-EA1D-A875-A18E-E7AA79807281}"/>
                    </a:ext>
                  </a:extLst>
                </p14:cNvPr>
                <p14:cNvContentPartPr/>
                <p14:nvPr/>
              </p14:nvContentPartPr>
              <p14:xfrm>
                <a:off x="1913733" y="2462172"/>
                <a:ext cx="791280" cy="61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FDEBC0-EA1D-A875-A18E-E7AA7980728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07613" y="2456052"/>
                  <a:ext cx="80352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1E9165F-D738-D33B-4C2D-274537C89F93}"/>
                    </a:ext>
                  </a:extLst>
                </p14:cNvPr>
                <p14:cNvContentPartPr/>
                <p14:nvPr/>
              </p14:nvContentPartPr>
              <p14:xfrm>
                <a:off x="2502333" y="2089212"/>
                <a:ext cx="516600" cy="51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1E9165F-D738-D33B-4C2D-274537C89F9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496213" y="2083092"/>
                  <a:ext cx="52884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CAED0B-A46E-DEC1-ADA8-D228DF144783}"/>
                    </a:ext>
                  </a:extLst>
                </p14:cNvPr>
                <p14:cNvContentPartPr/>
                <p14:nvPr/>
              </p14:nvContentPartPr>
              <p14:xfrm>
                <a:off x="2866293" y="2128812"/>
                <a:ext cx="115920" cy="136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CAED0B-A46E-DEC1-ADA8-D228DF14478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60173" y="2122692"/>
                  <a:ext cx="128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0A71D4-BC3B-49A7-354D-69EB39A00B27}"/>
                    </a:ext>
                  </a:extLst>
                </p14:cNvPr>
                <p14:cNvContentPartPr/>
                <p14:nvPr/>
              </p14:nvContentPartPr>
              <p14:xfrm>
                <a:off x="3011733" y="1994172"/>
                <a:ext cx="141840" cy="195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0A71D4-BC3B-49A7-354D-69EB39A00B2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005613" y="1988052"/>
                  <a:ext cx="154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D25C795-F1E7-27C6-3966-7880615EF7A2}"/>
                    </a:ext>
                  </a:extLst>
                </p14:cNvPr>
                <p14:cNvContentPartPr/>
                <p14:nvPr/>
              </p14:nvContentPartPr>
              <p14:xfrm>
                <a:off x="3132333" y="1918932"/>
                <a:ext cx="73440" cy="207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D25C795-F1E7-27C6-3966-7880615EF7A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26213" y="1912812"/>
                  <a:ext cx="85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BDDC07-4CEA-2068-7D5A-C4A6F4ED8C4B}"/>
                    </a:ext>
                  </a:extLst>
                </p14:cNvPr>
                <p14:cNvContentPartPr/>
                <p14:nvPr/>
              </p14:nvContentPartPr>
              <p14:xfrm>
                <a:off x="3186693" y="1862412"/>
                <a:ext cx="39600" cy="198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BDDC07-4CEA-2068-7D5A-C4A6F4ED8C4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80573" y="1856292"/>
                  <a:ext cx="51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629C13A-8C65-DD6A-5DD1-95BDD2B02ABD}"/>
                    </a:ext>
                  </a:extLst>
                </p14:cNvPr>
                <p14:cNvContentPartPr/>
                <p14:nvPr/>
              </p14:nvContentPartPr>
              <p14:xfrm>
                <a:off x="3240333" y="1937652"/>
                <a:ext cx="129600" cy="111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629C13A-8C65-DD6A-5DD1-95BDD2B02AB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34213" y="1931532"/>
                  <a:ext cx="141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C5E2DD9-3F0E-1573-B61F-932AD43FA0AC}"/>
                    </a:ext>
                  </a:extLst>
                </p14:cNvPr>
                <p14:cNvContentPartPr/>
                <p14:nvPr/>
              </p14:nvContentPartPr>
              <p14:xfrm>
                <a:off x="3368493" y="1726332"/>
                <a:ext cx="126000" cy="246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C5E2DD9-3F0E-1573-B61F-932AD43FA0A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362373" y="1720212"/>
                  <a:ext cx="138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063F07-7A81-49B6-299C-8A5C79FF1EFD}"/>
                    </a:ext>
                  </a:extLst>
                </p14:cNvPr>
                <p14:cNvContentPartPr/>
                <p14:nvPr/>
              </p14:nvContentPartPr>
              <p14:xfrm>
                <a:off x="3560373" y="1693212"/>
                <a:ext cx="186840" cy="201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063F07-7A81-49B6-299C-8A5C79FF1EF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54253" y="1687092"/>
                  <a:ext cx="1990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CA6FDB-3404-CF86-38D7-2FDB4D87D0C5}"/>
                    </a:ext>
                  </a:extLst>
                </p14:cNvPr>
                <p14:cNvContentPartPr/>
                <p14:nvPr/>
              </p14:nvContentPartPr>
              <p14:xfrm>
                <a:off x="3598173" y="1742892"/>
                <a:ext cx="211320" cy="96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CA6FDB-3404-CF86-38D7-2FDB4D87D0C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592053" y="1736772"/>
                  <a:ext cx="223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D3B7F1-8837-7517-9B53-B0BB0627EFCC}"/>
                    </a:ext>
                  </a:extLst>
                </p14:cNvPr>
                <p14:cNvContentPartPr/>
                <p14:nvPr/>
              </p14:nvContentPartPr>
              <p14:xfrm>
                <a:off x="3725253" y="1699692"/>
                <a:ext cx="119160" cy="126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D3B7F1-8837-7517-9B53-B0BB0627EFC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19133" y="1693572"/>
                  <a:ext cx="131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FF54EE-700F-E4B2-73EB-8D214976161D}"/>
                    </a:ext>
                  </a:extLst>
                </p14:cNvPr>
                <p14:cNvContentPartPr/>
                <p14:nvPr/>
              </p14:nvContentPartPr>
              <p14:xfrm>
                <a:off x="3863853" y="1682772"/>
                <a:ext cx="118440" cy="106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FF54EE-700F-E4B2-73EB-8D214976161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857733" y="1676652"/>
                  <a:ext cx="130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6BEA78-F651-7236-F02A-7CED6BE354F5}"/>
                    </a:ext>
                  </a:extLst>
                </p14:cNvPr>
                <p14:cNvContentPartPr/>
                <p14:nvPr/>
              </p14:nvContentPartPr>
              <p14:xfrm>
                <a:off x="3994893" y="1575492"/>
                <a:ext cx="201600" cy="131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6BEA78-F651-7236-F02A-7CED6BE354F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988773" y="1569372"/>
                  <a:ext cx="213840" cy="14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340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8614-5FB6-189A-0903-C6C369FD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C6BEC7-267F-EBB6-E515-FAF3423ED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457" y="332772"/>
            <a:ext cx="8161861" cy="61924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C456C4-91CA-6544-5B82-74221E137186}"/>
              </a:ext>
            </a:extLst>
          </p:cNvPr>
          <p:cNvSpPr txBox="1"/>
          <p:nvPr/>
        </p:nvSpPr>
        <p:spPr>
          <a:xfrm>
            <a:off x="6373792" y="4954545"/>
            <a:ext cx="3279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road do not maintain standard cross section, no-drainage,  water-logging issue occur after rain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61345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0C77-52F2-297E-6005-4776A979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AF8FE-E03B-636C-B830-41FF4D81F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387" y="101278"/>
            <a:ext cx="8772091" cy="6655443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2D1F33-FABD-B352-4154-9FA2407761F9}"/>
                  </a:ext>
                </a:extLst>
              </p14:cNvPr>
              <p14:cNvContentPartPr/>
              <p14:nvPr/>
            </p14:nvContentPartPr>
            <p14:xfrm>
              <a:off x="5622093" y="2216292"/>
              <a:ext cx="3141720" cy="994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2D1F33-FABD-B352-4154-9FA2407761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5973" y="2210172"/>
                <a:ext cx="3153960" cy="10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BA12491-11E2-159E-BFE9-52C1DBBF97EC}"/>
              </a:ext>
            </a:extLst>
          </p:cNvPr>
          <p:cNvGrpSpPr/>
          <p:nvPr/>
        </p:nvGrpSpPr>
        <p:grpSpPr>
          <a:xfrm>
            <a:off x="8721693" y="2737932"/>
            <a:ext cx="1270080" cy="997200"/>
            <a:chOff x="8721693" y="2737932"/>
            <a:chExt cx="1270080" cy="9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0DDF59-C711-84D1-7474-38CE264F0755}"/>
                    </a:ext>
                  </a:extLst>
                </p14:cNvPr>
                <p14:cNvContentPartPr/>
                <p14:nvPr/>
              </p14:nvContentPartPr>
              <p14:xfrm>
                <a:off x="8721693" y="2871852"/>
                <a:ext cx="258480" cy="22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0DDF59-C711-84D1-7474-38CE264F075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15573" y="2865732"/>
                  <a:ext cx="270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778EF78-E5DB-EF12-6EA4-CA451C8F22D8}"/>
                    </a:ext>
                  </a:extLst>
                </p14:cNvPr>
                <p14:cNvContentPartPr/>
                <p14:nvPr/>
              </p14:nvContentPartPr>
              <p14:xfrm>
                <a:off x="8925093" y="2799132"/>
                <a:ext cx="82440" cy="171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778EF78-E5DB-EF12-6EA4-CA451C8F22D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18973" y="2793012"/>
                  <a:ext cx="94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BFC467-755E-4036-75E8-6ECFEEC1E848}"/>
                    </a:ext>
                  </a:extLst>
                </p14:cNvPr>
                <p14:cNvContentPartPr/>
                <p14:nvPr/>
              </p14:nvContentPartPr>
              <p14:xfrm>
                <a:off x="9102933" y="2783292"/>
                <a:ext cx="78840" cy="192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BFC467-755E-4036-75E8-6ECFEEC1E8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96813" y="2777172"/>
                  <a:ext cx="91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D156FD-CF25-460E-3A89-ED36F9130326}"/>
                    </a:ext>
                  </a:extLst>
                </p14:cNvPr>
                <p14:cNvContentPartPr/>
                <p14:nvPr/>
              </p14:nvContentPartPr>
              <p14:xfrm>
                <a:off x="9182133" y="2837292"/>
                <a:ext cx="192240" cy="132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D156FD-CF25-460E-3A89-ED36F913032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76013" y="2831172"/>
                  <a:ext cx="204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D83607-CB14-1405-8FEF-96FFBA8438D7}"/>
                    </a:ext>
                  </a:extLst>
                </p14:cNvPr>
                <p14:cNvContentPartPr/>
                <p14:nvPr/>
              </p14:nvContentPartPr>
              <p14:xfrm>
                <a:off x="9377613" y="2772492"/>
                <a:ext cx="153720" cy="157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D83607-CB14-1405-8FEF-96FFBA8438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71493" y="2766372"/>
                  <a:ext cx="165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7F22A2-AD01-3EF3-A8C2-130B7532303F}"/>
                    </a:ext>
                  </a:extLst>
                </p14:cNvPr>
                <p14:cNvContentPartPr/>
                <p14:nvPr/>
              </p14:nvContentPartPr>
              <p14:xfrm>
                <a:off x="9543933" y="2737932"/>
                <a:ext cx="32040" cy="17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7F22A2-AD01-3EF3-A8C2-130B7532303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37813" y="2731812"/>
                  <a:ext cx="44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FA75A9-22C6-3D3B-98BD-C3806C80E555}"/>
                    </a:ext>
                  </a:extLst>
                </p14:cNvPr>
                <p14:cNvContentPartPr/>
                <p14:nvPr/>
              </p14:nvContentPartPr>
              <p14:xfrm>
                <a:off x="9597573" y="2854572"/>
                <a:ext cx="124200" cy="110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FA75A9-22C6-3D3B-98BD-C3806C80E5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91453" y="2848452"/>
                  <a:ext cx="136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52211B-4F10-C964-5499-FE7440101E8C}"/>
                    </a:ext>
                  </a:extLst>
                </p14:cNvPr>
                <p14:cNvContentPartPr/>
                <p14:nvPr/>
              </p14:nvContentPartPr>
              <p14:xfrm>
                <a:off x="9647253" y="2833332"/>
                <a:ext cx="150840" cy="294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52211B-4F10-C964-5499-FE7440101E8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41133" y="2827212"/>
                  <a:ext cx="1630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A3E7A9-EDB8-0E0B-83AF-1ADBA80B99C2}"/>
                    </a:ext>
                  </a:extLst>
                </p14:cNvPr>
                <p14:cNvContentPartPr/>
                <p14:nvPr/>
              </p14:nvContentPartPr>
              <p14:xfrm>
                <a:off x="9163773" y="3169932"/>
                <a:ext cx="24480" cy="111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A3E7A9-EDB8-0E0B-83AF-1ADBA80B99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57653" y="3163812"/>
                  <a:ext cx="36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2B60AD5-1106-B668-5BEC-FD4C746DEB04}"/>
                    </a:ext>
                  </a:extLst>
                </p14:cNvPr>
                <p14:cNvContentPartPr/>
                <p14:nvPr/>
              </p14:nvContentPartPr>
              <p14:xfrm>
                <a:off x="9175653" y="3096132"/>
                <a:ext cx="11160" cy="93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2B60AD5-1106-B668-5BEC-FD4C746DEB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69533" y="3090012"/>
                  <a:ext cx="23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36066B-534C-087E-D5C1-E992C24A2B50}"/>
                    </a:ext>
                  </a:extLst>
                </p14:cNvPr>
                <p14:cNvContentPartPr/>
                <p14:nvPr/>
              </p14:nvContentPartPr>
              <p14:xfrm>
                <a:off x="9233613" y="3158052"/>
                <a:ext cx="244080" cy="259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36066B-534C-087E-D5C1-E992C24A2B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27493" y="3151932"/>
                  <a:ext cx="2563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5804CD-61B0-945E-86CA-DC4284198E15}"/>
                    </a:ext>
                  </a:extLst>
                </p14:cNvPr>
                <p14:cNvContentPartPr/>
                <p14:nvPr/>
              </p14:nvContentPartPr>
              <p14:xfrm>
                <a:off x="9381213" y="3274332"/>
                <a:ext cx="491400" cy="142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5804CD-61B0-945E-86CA-DC4284198E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75093" y="3268212"/>
                  <a:ext cx="503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B54F74-1747-0896-5AFD-11A582BA0255}"/>
                    </a:ext>
                  </a:extLst>
                </p14:cNvPr>
                <p14:cNvContentPartPr/>
                <p14:nvPr/>
              </p14:nvContentPartPr>
              <p14:xfrm>
                <a:off x="9458253" y="3553692"/>
                <a:ext cx="207720" cy="181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B54F74-1747-0896-5AFD-11A582BA02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52133" y="3547572"/>
                  <a:ext cx="2199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FEF01F-4A2B-AF38-F730-5A7E94A773B1}"/>
                    </a:ext>
                  </a:extLst>
                </p14:cNvPr>
                <p14:cNvContentPartPr/>
                <p14:nvPr/>
              </p14:nvContentPartPr>
              <p14:xfrm>
                <a:off x="9643293" y="3577452"/>
                <a:ext cx="86760" cy="101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FEF01F-4A2B-AF38-F730-5A7E94A773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37173" y="3571332"/>
                  <a:ext cx="99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339D35-1002-5E4E-2F9D-869DA705951E}"/>
                    </a:ext>
                  </a:extLst>
                </p14:cNvPr>
                <p14:cNvContentPartPr/>
                <p14:nvPr/>
              </p14:nvContentPartPr>
              <p14:xfrm>
                <a:off x="9767853" y="3571692"/>
                <a:ext cx="125280" cy="82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339D35-1002-5E4E-2F9D-869DA705951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61733" y="3565572"/>
                  <a:ext cx="137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106939-1C14-8521-4A51-1AD6E02497D6}"/>
                    </a:ext>
                  </a:extLst>
                </p14:cNvPr>
                <p14:cNvContentPartPr/>
                <p14:nvPr/>
              </p14:nvContentPartPr>
              <p14:xfrm>
                <a:off x="9906453" y="3440652"/>
                <a:ext cx="85320" cy="22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106939-1C14-8521-4A51-1AD6E02497D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0333" y="3434532"/>
                  <a:ext cx="97560" cy="23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7BE9C08-45F7-7FE7-16BA-F55FF53C079B}"/>
                  </a:ext>
                </a:extLst>
              </p14:cNvPr>
              <p14:cNvContentPartPr/>
              <p14:nvPr/>
            </p14:nvContentPartPr>
            <p14:xfrm>
              <a:off x="5662773" y="3290892"/>
              <a:ext cx="2339280" cy="20300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7BE9C08-45F7-7FE7-16BA-F55FF53C079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656653" y="3284772"/>
                <a:ext cx="2351520" cy="204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D3ED7B6-EA91-FBD0-36E4-5134780504C5}"/>
              </a:ext>
            </a:extLst>
          </p:cNvPr>
          <p:cNvGrpSpPr/>
          <p:nvPr/>
        </p:nvGrpSpPr>
        <p:grpSpPr>
          <a:xfrm>
            <a:off x="7811613" y="4510572"/>
            <a:ext cx="2241360" cy="614520"/>
            <a:chOff x="7811613" y="4510572"/>
            <a:chExt cx="2241360" cy="6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45536D-83D9-8C46-B85E-ACD7BCE254DE}"/>
                    </a:ext>
                  </a:extLst>
                </p14:cNvPr>
                <p14:cNvContentPartPr/>
                <p14:nvPr/>
              </p14:nvContentPartPr>
              <p14:xfrm>
                <a:off x="7811613" y="4655292"/>
                <a:ext cx="438120" cy="79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45536D-83D9-8C46-B85E-ACD7BCE254D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05493" y="4649172"/>
                  <a:ext cx="450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03A41C-69EE-1FD6-3A0B-636BC17321BC}"/>
                    </a:ext>
                  </a:extLst>
                </p14:cNvPr>
                <p14:cNvContentPartPr/>
                <p14:nvPr/>
              </p14:nvContentPartPr>
              <p14:xfrm>
                <a:off x="8123733" y="4589412"/>
                <a:ext cx="136800" cy="224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03A41C-69EE-1FD6-3A0B-636BC17321B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17613" y="4583292"/>
                  <a:ext cx="149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125AD97-F435-072F-D992-803B592C57A5}"/>
                    </a:ext>
                  </a:extLst>
                </p14:cNvPr>
                <p14:cNvContentPartPr/>
                <p14:nvPr/>
              </p14:nvContentPartPr>
              <p14:xfrm>
                <a:off x="8341893" y="4624332"/>
                <a:ext cx="269640" cy="136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125AD97-F435-072F-D992-803B592C57A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35773" y="4618212"/>
                  <a:ext cx="281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265A72-C1DF-5CE3-6D7D-26D36FF79A2E}"/>
                    </a:ext>
                  </a:extLst>
                </p14:cNvPr>
                <p14:cNvContentPartPr/>
                <p14:nvPr/>
              </p14:nvContentPartPr>
              <p14:xfrm>
                <a:off x="8658333" y="4602012"/>
                <a:ext cx="156600" cy="12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265A72-C1DF-5CE3-6D7D-26D36FF79A2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2213" y="4595892"/>
                  <a:ext cx="168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5D3332-9699-2ECB-FA7C-7064DFF1520F}"/>
                    </a:ext>
                  </a:extLst>
                </p14:cNvPr>
                <p14:cNvContentPartPr/>
                <p14:nvPr/>
              </p14:nvContentPartPr>
              <p14:xfrm>
                <a:off x="8836173" y="4510572"/>
                <a:ext cx="100440" cy="220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5D3332-9699-2ECB-FA7C-7064DFF1520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0053" y="4504452"/>
                  <a:ext cx="1126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54199E6-33C5-D99B-CB5F-59A06E69655C}"/>
                    </a:ext>
                  </a:extLst>
                </p14:cNvPr>
                <p14:cNvContentPartPr/>
                <p14:nvPr/>
              </p14:nvContentPartPr>
              <p14:xfrm>
                <a:off x="9047493" y="4605972"/>
                <a:ext cx="92880" cy="123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54199E6-33C5-D99B-CB5F-59A06E6965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41373" y="4599852"/>
                  <a:ext cx="105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561389-7486-935A-737D-90C3EC6F6E0F}"/>
                    </a:ext>
                  </a:extLst>
                </p14:cNvPr>
                <p14:cNvContentPartPr/>
                <p14:nvPr/>
              </p14:nvContentPartPr>
              <p14:xfrm>
                <a:off x="9177813" y="4600932"/>
                <a:ext cx="100800" cy="11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561389-7486-935A-737D-90C3EC6F6E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71693" y="4594812"/>
                  <a:ext cx="113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F44E49-FB20-7D91-B531-00F2F37ABE64}"/>
                    </a:ext>
                  </a:extLst>
                </p14:cNvPr>
                <p14:cNvContentPartPr/>
                <p14:nvPr/>
              </p14:nvContentPartPr>
              <p14:xfrm>
                <a:off x="9295893" y="4628652"/>
                <a:ext cx="165600" cy="87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F44E49-FB20-7D91-B531-00F2F37ABE6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89773" y="4622532"/>
                  <a:ext cx="177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D7252C-DA9A-6786-7B8D-623B5CE0B62B}"/>
                    </a:ext>
                  </a:extLst>
                </p14:cNvPr>
                <p14:cNvContentPartPr/>
                <p14:nvPr/>
              </p14:nvContentPartPr>
              <p14:xfrm>
                <a:off x="9473013" y="4512372"/>
                <a:ext cx="146520" cy="192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D7252C-DA9A-6786-7B8D-623B5CE0B62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66893" y="4506252"/>
                  <a:ext cx="158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442C4-19E7-8B3A-E796-61D6890C3A19}"/>
                    </a:ext>
                  </a:extLst>
                </p14:cNvPr>
                <p14:cNvContentPartPr/>
                <p14:nvPr/>
              </p14:nvContentPartPr>
              <p14:xfrm>
                <a:off x="9600813" y="4516332"/>
                <a:ext cx="122040" cy="168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442C4-19E7-8B3A-E796-61D6890C3A1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94693" y="4510212"/>
                  <a:ext cx="134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CBFFDA6-4784-16E2-FEED-6CBA1BC34C3B}"/>
                    </a:ext>
                  </a:extLst>
                </p14:cNvPr>
                <p14:cNvContentPartPr/>
                <p14:nvPr/>
              </p14:nvContentPartPr>
              <p14:xfrm>
                <a:off x="9655533" y="4513092"/>
                <a:ext cx="156600" cy="170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CBFFDA6-4784-16E2-FEED-6CBA1BC34C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49413" y="4506972"/>
                  <a:ext cx="168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FE177B5-2616-C73C-5CAC-4FCFE305F548}"/>
                    </a:ext>
                  </a:extLst>
                </p14:cNvPr>
                <p14:cNvContentPartPr/>
                <p14:nvPr/>
              </p14:nvContentPartPr>
              <p14:xfrm>
                <a:off x="9815013" y="4540812"/>
                <a:ext cx="84960" cy="114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FE177B5-2616-C73C-5CAC-4FCFE305F54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08893" y="4534692"/>
                  <a:ext cx="97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49FF1CF-6E73-8EB2-560E-2134176D9FAC}"/>
                    </a:ext>
                  </a:extLst>
                </p14:cNvPr>
                <p14:cNvContentPartPr/>
                <p14:nvPr/>
              </p14:nvContentPartPr>
              <p14:xfrm>
                <a:off x="9947493" y="4532532"/>
                <a:ext cx="105480" cy="96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49FF1CF-6E73-8EB2-560E-2134176D9FA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41373" y="4526412"/>
                  <a:ext cx="117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251F7E-7D8F-CF19-93A7-60CB5A476AF1}"/>
                    </a:ext>
                  </a:extLst>
                </p14:cNvPr>
                <p14:cNvContentPartPr/>
                <p14:nvPr/>
              </p14:nvContentPartPr>
              <p14:xfrm>
                <a:off x="8363853" y="4996932"/>
                <a:ext cx="84960" cy="128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251F7E-7D8F-CF19-93A7-60CB5A476AF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57733" y="4990812"/>
                  <a:ext cx="97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B06A11-EB6C-072A-A7A8-3A3AD8A4E61F}"/>
                    </a:ext>
                  </a:extLst>
                </p14:cNvPr>
                <p14:cNvContentPartPr/>
                <p14:nvPr/>
              </p14:nvContentPartPr>
              <p14:xfrm>
                <a:off x="8423253" y="4928532"/>
                <a:ext cx="79920" cy="55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B06A11-EB6C-072A-A7A8-3A3AD8A4E61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17133" y="4922412"/>
                  <a:ext cx="92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D20D598-998B-E7E3-3F2B-E85E06FDFAD0}"/>
                    </a:ext>
                  </a:extLst>
                </p14:cNvPr>
                <p14:cNvContentPartPr/>
                <p14:nvPr/>
              </p14:nvContentPartPr>
              <p14:xfrm>
                <a:off x="8511813" y="4965612"/>
                <a:ext cx="140040" cy="131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D20D598-998B-E7E3-3F2B-E85E06FDFAD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05693" y="4959492"/>
                  <a:ext cx="152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9FD441-999D-3D49-F30E-37D53F528819}"/>
                    </a:ext>
                  </a:extLst>
                </p14:cNvPr>
                <p14:cNvContentPartPr/>
                <p14:nvPr/>
              </p14:nvContentPartPr>
              <p14:xfrm>
                <a:off x="8849853" y="4874172"/>
                <a:ext cx="123840" cy="226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9FD441-999D-3D49-F30E-37D53F52881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843733" y="4868052"/>
                  <a:ext cx="136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6A48CA3-FCC6-87B0-A01B-675E74AA9948}"/>
                    </a:ext>
                  </a:extLst>
                </p14:cNvPr>
                <p14:cNvContentPartPr/>
                <p14:nvPr/>
              </p14:nvContentPartPr>
              <p14:xfrm>
                <a:off x="9039933" y="4949772"/>
                <a:ext cx="178560" cy="104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6A48CA3-FCC6-87B0-A01B-675E74AA994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33813" y="4943652"/>
                  <a:ext cx="190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0E30DB-77BD-C2EA-D746-088855E82A92}"/>
                    </a:ext>
                  </a:extLst>
                </p14:cNvPr>
                <p14:cNvContentPartPr/>
                <p14:nvPr/>
              </p14:nvContentPartPr>
              <p14:xfrm>
                <a:off x="9197973" y="4774812"/>
                <a:ext cx="108000" cy="288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0E30DB-77BD-C2EA-D746-088855E82A9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91853" y="4768692"/>
                  <a:ext cx="12024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2FC9923-D64D-4006-A20D-03E6551B0359}"/>
              </a:ext>
            </a:extLst>
          </p:cNvPr>
          <p:cNvGrpSpPr/>
          <p:nvPr/>
        </p:nvGrpSpPr>
        <p:grpSpPr>
          <a:xfrm>
            <a:off x="793773" y="1682772"/>
            <a:ext cx="4159800" cy="3151440"/>
            <a:chOff x="793773" y="1682772"/>
            <a:chExt cx="4159800" cy="31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3F78FB-D8B8-2D8A-37DF-97BD744ECC5C}"/>
                    </a:ext>
                  </a:extLst>
                </p14:cNvPr>
                <p14:cNvContentPartPr/>
                <p14:nvPr/>
              </p14:nvContentPartPr>
              <p14:xfrm>
                <a:off x="793773" y="1682772"/>
                <a:ext cx="2367000" cy="2720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3F78FB-D8B8-2D8A-37DF-97BD744ECC5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87653" y="1676652"/>
                  <a:ext cx="2379240" cy="27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D47889B-E801-9720-2CA3-7C760568B1B9}"/>
                    </a:ext>
                  </a:extLst>
                </p14:cNvPr>
                <p14:cNvContentPartPr/>
                <p14:nvPr/>
              </p14:nvContentPartPr>
              <p14:xfrm>
                <a:off x="2259333" y="3755652"/>
                <a:ext cx="116640" cy="68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D47889B-E801-9720-2CA3-7C760568B1B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253213" y="3749532"/>
                  <a:ext cx="12888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87EFF83-DCB0-CB47-2BE8-0183FC1FFDC3}"/>
                    </a:ext>
                  </a:extLst>
                </p14:cNvPr>
                <p14:cNvContentPartPr/>
                <p14:nvPr/>
              </p14:nvContentPartPr>
              <p14:xfrm>
                <a:off x="2215773" y="4389612"/>
                <a:ext cx="209160" cy="177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87EFF83-DCB0-CB47-2BE8-0183FC1FFDC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209653" y="4383492"/>
                  <a:ext cx="221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C13254-8EA0-9A33-59B5-C2021468EA87}"/>
                    </a:ext>
                  </a:extLst>
                </p14:cNvPr>
                <p14:cNvContentPartPr/>
                <p14:nvPr/>
              </p14:nvContentPartPr>
              <p14:xfrm>
                <a:off x="2177973" y="4690572"/>
                <a:ext cx="147600" cy="143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C13254-8EA0-9A33-59B5-C2021468EA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171853" y="4684452"/>
                  <a:ext cx="159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1EEB81C-F93A-92E0-B340-331AB6ACD5FA}"/>
                    </a:ext>
                  </a:extLst>
                </p14:cNvPr>
                <p14:cNvContentPartPr/>
                <p14:nvPr/>
              </p14:nvContentPartPr>
              <p14:xfrm>
                <a:off x="2375613" y="4644852"/>
                <a:ext cx="42480" cy="162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1EEB81C-F93A-92E0-B340-331AB6ACD5F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69493" y="4638732"/>
                  <a:ext cx="54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CB4ACAC-5ED6-7921-8B0B-6F4AD964A90D}"/>
                    </a:ext>
                  </a:extLst>
                </p14:cNvPr>
                <p14:cNvContentPartPr/>
                <p14:nvPr/>
              </p14:nvContentPartPr>
              <p14:xfrm>
                <a:off x="2455173" y="4647372"/>
                <a:ext cx="198360" cy="133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CB4ACAC-5ED6-7921-8B0B-6F4AD964A90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49053" y="4641252"/>
                  <a:ext cx="210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CFD141-6D66-C7F7-81C1-009D9D0B179B}"/>
                    </a:ext>
                  </a:extLst>
                </p14:cNvPr>
                <p14:cNvContentPartPr/>
                <p14:nvPr/>
              </p14:nvContentPartPr>
              <p14:xfrm>
                <a:off x="2624013" y="4506612"/>
                <a:ext cx="198000" cy="250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CFD141-6D66-C7F7-81C1-009D9D0B179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617533" y="4500492"/>
                  <a:ext cx="2102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88ECD6-8838-8294-9060-FA9901AA2CD8}"/>
                    </a:ext>
                  </a:extLst>
                </p14:cNvPr>
                <p14:cNvContentPartPr/>
                <p14:nvPr/>
              </p14:nvContentPartPr>
              <p14:xfrm>
                <a:off x="2931453" y="4524972"/>
                <a:ext cx="167040" cy="133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88ECD6-8838-8294-9060-FA9901AA2CD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25333" y="4518852"/>
                  <a:ext cx="1792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88778D2-355B-B04F-4D26-5CAC3980AE9E}"/>
                    </a:ext>
                  </a:extLst>
                </p14:cNvPr>
                <p14:cNvContentPartPr/>
                <p14:nvPr/>
              </p14:nvContentPartPr>
              <p14:xfrm>
                <a:off x="3089133" y="4449372"/>
                <a:ext cx="55440" cy="171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88778D2-355B-B04F-4D26-5CAC3980AE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083013" y="4443252"/>
                  <a:ext cx="67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F506256-C70A-1743-1EF4-E94011887AA4}"/>
                    </a:ext>
                  </a:extLst>
                </p14:cNvPr>
                <p14:cNvContentPartPr/>
                <p14:nvPr/>
              </p14:nvContentPartPr>
              <p14:xfrm>
                <a:off x="3353013" y="4246692"/>
                <a:ext cx="140040" cy="257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F506256-C70A-1743-1EF4-E94011887AA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46893" y="4240572"/>
                  <a:ext cx="152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DEF3D5F-5AC0-79A7-20DE-6F5A1FB73CB1}"/>
                    </a:ext>
                  </a:extLst>
                </p14:cNvPr>
                <p14:cNvContentPartPr/>
                <p14:nvPr/>
              </p14:nvContentPartPr>
              <p14:xfrm>
                <a:off x="3497013" y="4293132"/>
                <a:ext cx="127080" cy="168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DEF3D5F-5AC0-79A7-20DE-6F5A1FB73CB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90893" y="4287012"/>
                  <a:ext cx="139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EDFBCE-7469-627D-3425-EA230677B32B}"/>
                    </a:ext>
                  </a:extLst>
                </p14:cNvPr>
                <p14:cNvContentPartPr/>
                <p14:nvPr/>
              </p14:nvContentPartPr>
              <p14:xfrm>
                <a:off x="3677733" y="4234812"/>
                <a:ext cx="61920" cy="19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EDFBCE-7469-627D-3425-EA230677B32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671613" y="4228692"/>
                  <a:ext cx="74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90CF840-9F7E-13B3-B5D9-7E642F93482C}"/>
                    </a:ext>
                  </a:extLst>
                </p14:cNvPr>
                <p14:cNvContentPartPr/>
                <p14:nvPr/>
              </p14:nvContentPartPr>
              <p14:xfrm>
                <a:off x="3818853" y="4146612"/>
                <a:ext cx="84600" cy="200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90CF840-9F7E-13B3-B5D9-7E642F93482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812733" y="4140492"/>
                  <a:ext cx="96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0BA767F-4B18-B75E-DE0E-68A207E10C7D}"/>
                    </a:ext>
                  </a:extLst>
                </p14:cNvPr>
                <p14:cNvContentPartPr/>
                <p14:nvPr/>
              </p14:nvContentPartPr>
              <p14:xfrm>
                <a:off x="3941613" y="4056972"/>
                <a:ext cx="40680" cy="224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0BA767F-4B18-B75E-DE0E-68A207E10C7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935493" y="4050852"/>
                  <a:ext cx="52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E91A9A-D15F-51EA-C1A4-8173522D95B8}"/>
                    </a:ext>
                  </a:extLst>
                </p14:cNvPr>
                <p14:cNvContentPartPr/>
                <p14:nvPr/>
              </p14:nvContentPartPr>
              <p14:xfrm>
                <a:off x="3889413" y="4108092"/>
                <a:ext cx="213840" cy="134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E91A9A-D15F-51EA-C1A4-8173522D95B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83293" y="4101972"/>
                  <a:ext cx="226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25949D-88E8-9C5A-7AF4-2B9F5EBCCFA8}"/>
                    </a:ext>
                  </a:extLst>
                </p14:cNvPr>
                <p14:cNvContentPartPr/>
                <p14:nvPr/>
              </p14:nvContentPartPr>
              <p14:xfrm>
                <a:off x="4147173" y="4020252"/>
                <a:ext cx="182520" cy="232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25949D-88E8-9C5A-7AF4-2B9F5EBCCFA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41053" y="4014132"/>
                  <a:ext cx="194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2939D2-9210-6F64-0C15-5147C4032D7E}"/>
                    </a:ext>
                  </a:extLst>
                </p14:cNvPr>
                <p14:cNvContentPartPr/>
                <p14:nvPr/>
              </p14:nvContentPartPr>
              <p14:xfrm>
                <a:off x="4053933" y="2015412"/>
                <a:ext cx="899640" cy="920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2939D2-9210-6F64-0C15-5147C4032D7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47813" y="2009292"/>
                  <a:ext cx="911880" cy="9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1457D75-521E-B4A7-3252-B0BE1008C640}"/>
                    </a:ext>
                  </a:extLst>
                </p14:cNvPr>
                <p14:cNvContentPartPr/>
                <p14:nvPr/>
              </p14:nvContentPartPr>
              <p14:xfrm>
                <a:off x="3229893" y="2550372"/>
                <a:ext cx="925200" cy="1514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1457D75-521E-B4A7-3252-B0BE1008C64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223773" y="2544252"/>
                  <a:ext cx="937440" cy="15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5D6399-0060-3C08-A840-3B2DE451EFFD}"/>
                    </a:ext>
                  </a:extLst>
                </p14:cNvPr>
                <p14:cNvContentPartPr/>
                <p14:nvPr/>
              </p14:nvContentPartPr>
              <p14:xfrm>
                <a:off x="3113613" y="3983892"/>
                <a:ext cx="253080" cy="161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5D6399-0060-3C08-A840-3B2DE451EFF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07493" y="3977772"/>
                  <a:ext cx="265320" cy="17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6021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52D9-0049-0A06-52A8-7826D503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937316-0902-8470-BDCD-6882F903F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71" y="154573"/>
            <a:ext cx="8492080" cy="644299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51D292-8C52-4192-336D-B72F6C3D1C5E}"/>
                  </a:ext>
                </a:extLst>
              </p14:cNvPr>
              <p14:cNvContentPartPr/>
              <p14:nvPr/>
            </p14:nvContentPartPr>
            <p14:xfrm>
              <a:off x="3970053" y="2937732"/>
              <a:ext cx="422280" cy="2892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51D292-8C52-4192-336D-B72F6C3D1C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3573" y="2931612"/>
                <a:ext cx="434520" cy="29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DD92010-2992-4706-6311-F576782EFCFF}"/>
                  </a:ext>
                </a:extLst>
              </p14:cNvPr>
              <p14:cNvContentPartPr/>
              <p14:nvPr/>
            </p14:nvContentPartPr>
            <p14:xfrm>
              <a:off x="4215933" y="488292"/>
              <a:ext cx="1935720" cy="5871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DD92010-2992-4706-6311-F576782EFC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09813" y="482172"/>
                <a:ext cx="1947960" cy="58834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31E24F-4EA6-6890-913C-FFD5F68A0573}"/>
              </a:ext>
            </a:extLst>
          </p:cNvPr>
          <p:cNvSpPr txBox="1"/>
          <p:nvPr/>
        </p:nvSpPr>
        <p:spPr>
          <a:xfrm>
            <a:off x="1203767" y="3680749"/>
            <a:ext cx="2592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buses are blocking the road, used as </a:t>
            </a:r>
            <a:r>
              <a:rPr lang="en-US" dirty="0" err="1">
                <a:highlight>
                  <a:srgbClr val="FFFF00"/>
                </a:highlight>
              </a:rPr>
              <a:t>busstand</a:t>
            </a:r>
            <a:endParaRPr lang="bn-IN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997FF-DF50-E7EA-E84A-88D09EA20EBA}"/>
              </a:ext>
            </a:extLst>
          </p:cNvPr>
          <p:cNvSpPr txBox="1"/>
          <p:nvPr/>
        </p:nvSpPr>
        <p:spPr>
          <a:xfrm>
            <a:off x="5220182" y="2430684"/>
            <a:ext cx="413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illegal parking, shop , creating side friction</a:t>
            </a:r>
            <a:endParaRPr lang="bn-IN" dirty="0">
              <a:highlight>
                <a:srgbClr val="FFFF00"/>
              </a:highligh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8ECD2C-53FD-B7EC-5ACB-A28B7F5D43F1}"/>
              </a:ext>
            </a:extLst>
          </p:cNvPr>
          <p:cNvGrpSpPr/>
          <p:nvPr/>
        </p:nvGrpSpPr>
        <p:grpSpPr>
          <a:xfrm>
            <a:off x="3435093" y="2667012"/>
            <a:ext cx="1868400" cy="1115640"/>
            <a:chOff x="3435093" y="2667012"/>
            <a:chExt cx="1868400" cy="11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5236FF-C2C4-CB4A-E0DF-2D962CA58F5A}"/>
                    </a:ext>
                  </a:extLst>
                </p14:cNvPr>
                <p14:cNvContentPartPr/>
                <p14:nvPr/>
              </p14:nvContentPartPr>
              <p14:xfrm>
                <a:off x="3439413" y="3369012"/>
                <a:ext cx="577800" cy="413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5236FF-C2C4-CB4A-E0DF-2D962CA58F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33293" y="3362892"/>
                  <a:ext cx="5900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5F8F33-6152-0977-C2A4-EE272FC97A8E}"/>
                    </a:ext>
                  </a:extLst>
                </p14:cNvPr>
                <p14:cNvContentPartPr/>
                <p14:nvPr/>
              </p14:nvContentPartPr>
              <p14:xfrm>
                <a:off x="3435093" y="3623892"/>
                <a:ext cx="195120" cy="142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5F8F33-6152-0977-C2A4-EE272FC97A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28973" y="3617772"/>
                  <a:ext cx="207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8AC309-3807-A489-CE42-FD7DB04AE97D}"/>
                    </a:ext>
                  </a:extLst>
                </p14:cNvPr>
                <p14:cNvContentPartPr/>
                <p14:nvPr/>
              </p14:nvContentPartPr>
              <p14:xfrm>
                <a:off x="4651173" y="2726052"/>
                <a:ext cx="652320" cy="331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8AC309-3807-A489-CE42-FD7DB04AE97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45053" y="2719932"/>
                  <a:ext cx="6645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BFBF77-74BB-8A71-421E-7C3EF2BC3042}"/>
                    </a:ext>
                  </a:extLst>
                </p14:cNvPr>
                <p14:cNvContentPartPr/>
                <p14:nvPr/>
              </p14:nvContentPartPr>
              <p14:xfrm>
                <a:off x="5113773" y="2667012"/>
                <a:ext cx="169920" cy="22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BFBF77-74BB-8A71-421E-7C3EF2BC30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07653" y="2660892"/>
                  <a:ext cx="182160" cy="240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34ABAA8-4714-1130-4529-77E52FE487AC}"/>
              </a:ext>
            </a:extLst>
          </p:cNvPr>
          <p:cNvSpPr txBox="1"/>
          <p:nvPr/>
        </p:nvSpPr>
        <p:spPr>
          <a:xfrm>
            <a:off x="6161599" y="5033136"/>
            <a:ext cx="314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Roads are not access controlled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46293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4D4B-871F-30B4-80EC-4A4C06C1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CAD0D9-4808-7457-D264-55F4E735A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09" y="99682"/>
            <a:ext cx="8594940" cy="652103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1514DED-88A5-882A-CEC5-340D8A43FA86}"/>
                  </a:ext>
                </a:extLst>
              </p14:cNvPr>
              <p14:cNvContentPartPr/>
              <p14:nvPr/>
            </p14:nvContentPartPr>
            <p14:xfrm>
              <a:off x="4333653" y="3143652"/>
              <a:ext cx="901800" cy="675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1514DED-88A5-882A-CEC5-340D8A43FA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7533" y="3137532"/>
                <a:ext cx="914040" cy="68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DCAB83DD-1113-E85C-99F4-C4D4ED0A428E}"/>
              </a:ext>
            </a:extLst>
          </p:cNvPr>
          <p:cNvGrpSpPr/>
          <p:nvPr/>
        </p:nvGrpSpPr>
        <p:grpSpPr>
          <a:xfrm>
            <a:off x="7051293" y="2356332"/>
            <a:ext cx="1850760" cy="1858320"/>
            <a:chOff x="7051293" y="2356332"/>
            <a:chExt cx="1850760" cy="18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078ED7-5A00-F580-4A03-0DED85E2BF58}"/>
                    </a:ext>
                  </a:extLst>
                </p14:cNvPr>
                <p14:cNvContentPartPr/>
                <p14:nvPr/>
              </p14:nvContentPartPr>
              <p14:xfrm>
                <a:off x="7284573" y="2796972"/>
                <a:ext cx="19080" cy="1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078ED7-5A00-F580-4A03-0DED85E2BF5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78453" y="2790852"/>
                  <a:ext cx="31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A8A228-3945-C4C8-1373-C47154683810}"/>
                    </a:ext>
                  </a:extLst>
                </p14:cNvPr>
                <p14:cNvContentPartPr/>
                <p14:nvPr/>
              </p14:nvContentPartPr>
              <p14:xfrm>
                <a:off x="7051293" y="2356332"/>
                <a:ext cx="1850760" cy="1858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A8A228-3945-C4C8-1373-C471546838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45173" y="2350212"/>
                  <a:ext cx="1863000" cy="18705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51D944-E6B4-7E88-E417-2AA8A3A3AFE5}"/>
              </a:ext>
            </a:extLst>
          </p:cNvPr>
          <p:cNvCxnSpPr>
            <a:cxnSpLocks/>
          </p:cNvCxnSpPr>
          <p:nvPr/>
        </p:nvCxnSpPr>
        <p:spPr>
          <a:xfrm>
            <a:off x="5532699" y="2650603"/>
            <a:ext cx="3460830" cy="38422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1FD302D-B234-306F-46A9-8937E111B802}"/>
                  </a:ext>
                </a:extLst>
              </p14:cNvPr>
              <p14:cNvContentPartPr/>
              <p14:nvPr/>
            </p14:nvContentPartPr>
            <p14:xfrm>
              <a:off x="2346813" y="3294132"/>
              <a:ext cx="28800" cy="43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1FD302D-B234-306F-46A9-8937E111B80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40693" y="3288012"/>
                <a:ext cx="41040" cy="16560"/>
              </a:xfrm>
              <a:prstGeom prst="rect">
                <a:avLst/>
              </a:prstGeom>
            </p:spPr>
          </p:pic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70ECF6-4BAD-723C-26FA-492BC9DE68FD}"/>
              </a:ext>
            </a:extLst>
          </p:cNvPr>
          <p:cNvCxnSpPr>
            <a:cxnSpLocks/>
          </p:cNvCxnSpPr>
          <p:nvPr/>
        </p:nvCxnSpPr>
        <p:spPr>
          <a:xfrm flipV="1">
            <a:off x="1428509" y="2650603"/>
            <a:ext cx="2773839" cy="19908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9E7573D-72E0-705F-0B44-BBB997032C90}"/>
                  </a:ext>
                </a:extLst>
              </p14:cNvPr>
              <p14:cNvContentPartPr/>
              <p14:nvPr/>
            </p14:nvContentPartPr>
            <p14:xfrm>
              <a:off x="4840533" y="5640972"/>
              <a:ext cx="27720" cy="90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9E7573D-72E0-705F-0B44-BBB997032C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34413" y="5634852"/>
                <a:ext cx="39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3C7FCD8-866E-1E7C-9445-8CA2B27DD1CF}"/>
                  </a:ext>
                </a:extLst>
              </p14:cNvPr>
              <p14:cNvContentPartPr/>
              <p14:nvPr/>
            </p14:nvContentPartPr>
            <p14:xfrm>
              <a:off x="4108653" y="5139492"/>
              <a:ext cx="327240" cy="8719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3C7FCD8-866E-1E7C-9445-8CA2B27DD1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02533" y="5133372"/>
                <a:ext cx="339480" cy="88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3648C9C-3994-2C52-AB3C-5275D42934DD}"/>
                  </a:ext>
                </a:extLst>
              </p14:cNvPr>
              <p14:cNvContentPartPr/>
              <p14:nvPr/>
            </p14:nvContentPartPr>
            <p14:xfrm>
              <a:off x="4504653" y="4094052"/>
              <a:ext cx="229320" cy="731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3648C9C-3994-2C52-AB3C-5275D42934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8533" y="4087932"/>
                <a:ext cx="241560" cy="74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2A512129-55F2-4FC7-230C-FDE13BFF5F8F}"/>
              </a:ext>
            </a:extLst>
          </p:cNvPr>
          <p:cNvGrpSpPr/>
          <p:nvPr/>
        </p:nvGrpSpPr>
        <p:grpSpPr>
          <a:xfrm>
            <a:off x="4746213" y="2410332"/>
            <a:ext cx="248760" cy="1275840"/>
            <a:chOff x="4746213" y="2410332"/>
            <a:chExt cx="248760" cy="12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D0C8344-F96A-6AE7-4307-EE0F4E586F4B}"/>
                    </a:ext>
                  </a:extLst>
                </p14:cNvPr>
                <p14:cNvContentPartPr/>
                <p14:nvPr/>
              </p14:nvContentPartPr>
              <p14:xfrm>
                <a:off x="4746213" y="3020532"/>
                <a:ext cx="204840" cy="66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D0C8344-F96A-6AE7-4307-EE0F4E586F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40093" y="3014412"/>
                  <a:ext cx="21708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F9809B-6656-EE2A-A936-57BE5020901C}"/>
                    </a:ext>
                  </a:extLst>
                </p14:cNvPr>
                <p14:cNvContentPartPr/>
                <p14:nvPr/>
              </p14:nvContentPartPr>
              <p14:xfrm>
                <a:off x="4954653" y="2410332"/>
                <a:ext cx="40320" cy="398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F9809B-6656-EE2A-A936-57BE502090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48533" y="2404212"/>
                  <a:ext cx="52560" cy="41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3342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A43E-D5A6-10D5-C1BF-E13F4A75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66419-9697-91C8-0FBD-7077C30C7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479" y="146441"/>
            <a:ext cx="8653041" cy="65651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9ED71-C98F-50D4-BB60-2C868C64940A}"/>
              </a:ext>
            </a:extLst>
          </p:cNvPr>
          <p:cNvSpPr txBox="1"/>
          <p:nvPr/>
        </p:nvSpPr>
        <p:spPr>
          <a:xfrm>
            <a:off x="3576578" y="5741043"/>
            <a:ext cx="561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design of road divider is not good, not visible from a distance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36244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0988-4B7D-068E-3B38-227902F6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31E7BE-C1E6-4862-130A-5AFF1F289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388" y="91921"/>
            <a:ext cx="8796759" cy="667415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01EC0E8-9B38-40DE-A47D-C4C7E3166D1E}"/>
                  </a:ext>
                </a:extLst>
              </p14:cNvPr>
              <p14:cNvContentPartPr/>
              <p14:nvPr/>
            </p14:nvContentPartPr>
            <p14:xfrm>
              <a:off x="4385133" y="45132"/>
              <a:ext cx="1572840" cy="326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01EC0E8-9B38-40DE-A47D-C4C7E3166D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9013" y="39012"/>
                <a:ext cx="1585080" cy="3280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CF1273D-C39E-FDFA-4893-6ECB81EF5437}"/>
              </a:ext>
            </a:extLst>
          </p:cNvPr>
          <p:cNvSpPr txBox="1"/>
          <p:nvPr/>
        </p:nvSpPr>
        <p:spPr>
          <a:xfrm>
            <a:off x="1377388" y="3401750"/>
            <a:ext cx="6499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Improper placement of Electric-pol will create fatal crash in highway</a:t>
            </a:r>
            <a:endParaRPr lang="bn-IN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ED96C66-9746-E59F-E5B4-A5AA147CCF31}"/>
                  </a:ext>
                </a:extLst>
              </p14:cNvPr>
              <p14:cNvContentPartPr/>
              <p14:nvPr/>
            </p14:nvContentPartPr>
            <p14:xfrm>
              <a:off x="11235213" y="4470252"/>
              <a:ext cx="69840" cy="48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ED96C66-9746-E59F-E5B4-A5AA147CCF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29093" y="4464132"/>
                <a:ext cx="8208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BBF116C-B6E9-704A-D65C-F6DA4BF53AEA}"/>
              </a:ext>
            </a:extLst>
          </p:cNvPr>
          <p:cNvGrpSpPr/>
          <p:nvPr/>
        </p:nvGrpSpPr>
        <p:grpSpPr>
          <a:xfrm>
            <a:off x="3963213" y="2933772"/>
            <a:ext cx="509760" cy="468720"/>
            <a:chOff x="3963213" y="2933772"/>
            <a:chExt cx="50976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C7DD16-6428-9C56-8980-BFE6C05AE229}"/>
                    </a:ext>
                  </a:extLst>
                </p14:cNvPr>
                <p14:cNvContentPartPr/>
                <p14:nvPr/>
              </p14:nvContentPartPr>
              <p14:xfrm>
                <a:off x="4061853" y="2933772"/>
                <a:ext cx="411120" cy="377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C7DD16-6428-9C56-8980-BFE6C05AE2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55733" y="2927652"/>
                  <a:ext cx="4233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ABEEE7-F373-4B93-237A-DBE1D0B73884}"/>
                    </a:ext>
                  </a:extLst>
                </p14:cNvPr>
                <p14:cNvContentPartPr/>
                <p14:nvPr/>
              </p14:nvContentPartPr>
              <p14:xfrm>
                <a:off x="3963213" y="3165252"/>
                <a:ext cx="264960" cy="237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ABEEE7-F373-4B93-237A-DBE1D0B738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57093" y="3159132"/>
                  <a:ext cx="2772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279D57-44F6-CB0E-782D-7B83B86EA64D}"/>
              </a:ext>
            </a:extLst>
          </p:cNvPr>
          <p:cNvGrpSpPr/>
          <p:nvPr/>
        </p:nvGrpSpPr>
        <p:grpSpPr>
          <a:xfrm>
            <a:off x="7633413" y="1902732"/>
            <a:ext cx="1229040" cy="2779560"/>
            <a:chOff x="7633413" y="1902732"/>
            <a:chExt cx="1229040" cy="27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E9C121E-7C2F-7DD2-98C2-ACF0C5E2D27B}"/>
                    </a:ext>
                  </a:extLst>
                </p14:cNvPr>
                <p14:cNvContentPartPr/>
                <p14:nvPr/>
              </p14:nvContentPartPr>
              <p14:xfrm>
                <a:off x="7633413" y="1902732"/>
                <a:ext cx="1229040" cy="1189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E9C121E-7C2F-7DD2-98C2-ACF0C5E2D2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27293" y="1896612"/>
                  <a:ext cx="124128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F6DD9C-25B8-96D7-588F-62A419E2AA90}"/>
                    </a:ext>
                  </a:extLst>
                </p14:cNvPr>
                <p14:cNvContentPartPr/>
                <p14:nvPr/>
              </p14:nvContentPartPr>
              <p14:xfrm>
                <a:off x="7877853" y="3081732"/>
                <a:ext cx="588240" cy="1569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F6DD9C-25B8-96D7-588F-62A419E2AA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71733" y="3075612"/>
                  <a:ext cx="600480" cy="15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A66CCD-9079-4D30-78B8-681B700DF1B9}"/>
                    </a:ext>
                  </a:extLst>
                </p14:cNvPr>
                <p14:cNvContentPartPr/>
                <p14:nvPr/>
              </p14:nvContentPartPr>
              <p14:xfrm>
                <a:off x="7797573" y="4460532"/>
                <a:ext cx="344880" cy="221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A66CCD-9079-4D30-78B8-681B700DF1B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91453" y="4454412"/>
                  <a:ext cx="357120" cy="234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8E04F02-6F73-E2DD-25C4-30970BFD8D1A}"/>
              </a:ext>
            </a:extLst>
          </p:cNvPr>
          <p:cNvSpPr txBox="1"/>
          <p:nvPr/>
        </p:nvSpPr>
        <p:spPr>
          <a:xfrm>
            <a:off x="3414532" y="4959395"/>
            <a:ext cx="667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temporary storage is the middle of the highway may cause fatal crash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5339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F682B-F83B-1775-A097-70A5C889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196A-BEFE-D902-1D3E-54677AC0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B48B4-C85F-3569-D55C-973081EEB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961" y="109484"/>
            <a:ext cx="8750461" cy="66390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4977C-5E40-A410-3A65-45BEF9C31ED6}"/>
              </a:ext>
            </a:extLst>
          </p:cNvPr>
          <p:cNvSpPr txBox="1"/>
          <p:nvPr/>
        </p:nvSpPr>
        <p:spPr>
          <a:xfrm>
            <a:off x="3402957" y="5822066"/>
            <a:ext cx="626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Sides of the bridges should have enough footpath in this location</a:t>
            </a:r>
            <a:endParaRPr lang="bn-IN" dirty="0">
              <a:highlight>
                <a:srgbClr val="FFFF00"/>
              </a:highligh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84519A-EAEA-FF44-AED0-9594B2FF1A6B}"/>
              </a:ext>
            </a:extLst>
          </p:cNvPr>
          <p:cNvSpPr/>
          <p:nvPr/>
        </p:nvSpPr>
        <p:spPr>
          <a:xfrm>
            <a:off x="8368496" y="1782501"/>
            <a:ext cx="1562582" cy="15047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263567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17D8-147D-DDF5-08DB-30814776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0A378C-C350-DF74-2789-2AF9DC312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07" y="120095"/>
            <a:ext cx="8722489" cy="66178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82EE75-F299-C028-DD89-493896BD923C}"/>
              </a:ext>
            </a:extLst>
          </p:cNvPr>
          <p:cNvSpPr txBox="1"/>
          <p:nvPr/>
        </p:nvSpPr>
        <p:spPr>
          <a:xfrm>
            <a:off x="4653023" y="5798916"/>
            <a:ext cx="493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Construction work is going on, but no warning sign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210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378</Words>
  <Application>Microsoft Office PowerPoint</Application>
  <PresentationFormat>Widescreen</PresentationFormat>
  <Paragraphs>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Arnob Roy</dc:creator>
  <cp:lastModifiedBy>Arnob Roy</cp:lastModifiedBy>
  <cp:revision>14</cp:revision>
  <dcterms:created xsi:type="dcterms:W3CDTF">2025-01-13T06:46:43Z</dcterms:created>
  <dcterms:modified xsi:type="dcterms:W3CDTF">2025-01-13T08:57:25Z</dcterms:modified>
</cp:coreProperties>
</file>