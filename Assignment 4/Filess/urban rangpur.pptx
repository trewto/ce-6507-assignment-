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0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bn-I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18:10.7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14288 488 0 0,'6'-9'6857'0'0,"16"-8"-4795"0"0,1-1-1407 0 0,29-40 1997 0 0,-39 43-2463 0 0,1 0 0 0 0,0 2-1 0 0,1-1 1 0 0,0 2-1 0 0,19-12 1 0 0,32-27 406 0 0,-40 29-66 0 0,58-34 0 0 0,-15 11-115 0 0,55-53 167 0 0,-54 40-561 0 0,29-33 152 0 0,-2-1-22 0 0,-38 35 18 0 0,-19 21 10 0 0,185-152 670 0 0,-120 104-353 0 0,1 0-39 0 0,-33 14-163 0 0,-35 33-145 0 0,63-50 0 0 0,-61 59-76 0 0,-2-2-1 0 0,0-1 1 0 0,36-41 0 0 0,-63 59-52 0 0,0 1 0 0 0,1 1 0 0 0,0 0 1 0 0,0 0-1 0 0,1 1 0 0 0,27-15 0 0 0,-20 14 69 0 0,-1-1 0 0 0,0-1 1 0 0,-1-1-1 0 0,-1 0 0 0 0,28-30 1 0 0,-2 3 21 0 0,114-91 319 0 0,73-50 1048 0 0,-160 129-1230 0 0,79-67 293 0 0,-97 76-353 0 0,2 2 1 0 0,77-44-1 0 0,-57 38 122 0 0,75-64-1 0 0,176-133 955 0 0,-292 218-1153 0 0,145-107 349 0 0,-143 108-441 0 0,46-41-1 0 0,-13 10-53 0 0,-57 48 22 0 0,27-21 37 0 0,44-44 0 0 0,-60 54-22 0 0,1 2 0 0 0,0 0 0 0 0,43-24 0 0 0,-35 21 204 0 0,-1-1 0 0 0,53-51 0 0 0,-40 34-56 0 0,137-124 79 0 0,-156 141-209 0 0,-3 2-4 0 0,1 1-1 0 0,40-27 1 0 0,-52 39-11 0 0,0-1 0 0 0,0 0 1 0 0,13-15-1 0 0,2-1 10 0 0,77-59 10 0 0,35-22 26 0 0,-53 51-73 0 0,-52 35 52 0 0,-1-2-1 0 0,34-29 1 0 0,-41 30 18 0 0,32-19 0 0 0,-36 26-45 0 0,0-1 0 0 0,-1-1 0 0 0,23-23 0 0 0,-23 19 25 0 0,38-28 0 0 0,-4 4 68 0 0,111-117 166 0 0,-31 16-3 0 0,-74 80-216 0 0,65-79 98 0 0,-49 57-209 0 0,-34 42 38 0 0,98-121 185 0 0,-67 81-93 0 0,21-29 12 0 0,35-32-1 0 0,-81 95-66 0 0,-17 17 21 0 0,-2 0-1 0 0,26-40 1 0 0,16-20-51 0 0,-48 65 21 0 0,180-228-88 0 0,-11 24 401 0 0,35-68-38 0 0,-188 245-260 0 0,-4-2 1 0 0,34-75-1 0 0,-34 65-29 0 0,-21 44 8 0 0,-2 0 0 0 0,0-1 0 0 0,8-27 0 0 0,-9 23-27 0 0,0-1 1 0 0,23-38 0 0 0,10-28-43 0 0,-15 28-10 0 0,8-20 26 0 0,-30 72 41 0 0,0 1-1 0 0,1 0 1 0 0,16-23 0 0 0,-1 0-56 0 0,105-195-357 0 0,-36 87 266 0 0,-45 74 240 0 0,34-36 239 0 0,-58 73-234 0 0,57-101 102 0 0,-48 75-92 0 0,-17 35-44 0 0,-2 0-1 0 0,0-1 0 0 0,8-27 1 0 0,-9 13-1 0 0,1-7-13 0 0,2 1 0 0 0,24-52-1 0 0,-21 51 14 0 0,5-7 10 0 0,-5 15-51 0 0,-13 28-1 0 0,0 0 0 0 0,1 1 0 0 0,7-12 0 0 0,28-61 4 0 0,17-43-45 0 0,52-60-169 0 0,-90 156 124 0 0,1 1 22 0 0,26-56 1 0 0,-40 73 54 0 0,1-5-8 0 0,1 0 0 0 0,12-18 0 0 0,40-67-124 0 0,-36 58 130 0 0,32-42 0 0 0,0-6 69 0 0,-53 87-50 0 0,10-27 38 0 0,-12 28-44 0 0,1-1 0 0 0,-1 1 1 0 0,1-1-1 0 0,0 1 0 0 0,0 0 1 0 0,0 0-1 0 0,1 0 1 0 0,0 0-1 0 0,0 0 0 0 0,4-4 1 0 0,2-1 10 0 0,-1-1-1 0 0,0 0 1 0 0,7-12 0 0 0,9-10 47 0 0,60-77-5 0 0,-80 104-53 0 0,0 0 0 0 0,0 1 0 0 0,-1-1 0 0 0,0 0 1 0 0,0-1-1 0 0,0 1 0 0 0,0 0 0 0 0,-1-1 0 0 0,2-7 1 0 0,3-7 5 0 0,1 1 0 0 0,14-27 0 0 0,-7 16 4 0 0,-5 6 3 0 0,13-43 0 0 0,34-145-16 0 0,-11 82-88 0 0,-10 19 108 0 0,-27 74-63 0 0,-6 21 18 0 0,1 1 1 0 0,0 0-1 0 0,10-19 1 0 0,24-63-106 0 0,16-29-90 0 0,-36 88 294 0 0,21-76-1 0 0,-37 105-68 0 0,-1 1-1 0 0,0-1 1 0 0,0 1-1 0 0,-2-17 1 0 0,1 17-14 0 0,-1-1 1 0 0,2 1-1 0 0,-1-1 0 0 0,4-15 1 0 0,7-12 55 0 0,2 0 0 0 0,2 1 0 0 0,29-53 0 0 0,33-34-5 0 0,-56 91-17 0 0,-11 14 19 0 0,-1 0-1 0 0,-1-2 1 0 0,9-24-1 0 0,4-10-9 0 0,1-18 21 0 0,-8 21-19 0 0,4-10-30 0 0,24-50-40 0 0,11-24 32 0 0,-21 47 14 0 0,-7 17 27 0 0,44-111-47 0 0,-24 69-29 0 0,-7-2 28 0 0,24-39-68 0 0,-53 125 47 0 0,-8 23 25 0 0,0 0-1 0 0,1 0 1 0 0,0 0 0 0 0,-1 1-1 0 0,1-1 1 0 0,1 1 0 0 0,2-5 0 0 0,-2 4-3 0 0,-1 1 1 0 0,0-1 0 0 0,0 0 0 0 0,0 1 0 0 0,2-11-1 0 0,-3 11 7 0 0,0 0 0 0 0,0 1 0 0 0,0-1 0 0 0,0 0-1 0 0,1 1 1 0 0,0-1 0 0 0,0 1 0 0 0,0-1-1 0 0,0 1 1 0 0,3-4 0 0 0,-3 5 7 0 0,-1-1 1 0 0,1 1-1 0 0,-1-1 0 0 0,0 1 1 0 0,0-1-1 0 0,0 1 1 0 0,0-1-1 0 0,0 0 0 0 0,-1 0 1 0 0,1 1-1 0 0,-1-1 0 0 0,0-4 1 0 0,4-13 58 0 0,14-57 32 0 0,-4 23-18 0 0,-11 46-40 0 0,-1 0 0 0 0,0-1 0 0 0,0 1 0 0 0,0-1 0 0 0,-1 1 0 0 0,-1-16 0 0 0,1 18-26 0 0,0 0 0 0 0,0 0-1 0 0,0 0 1 0 0,0 0 0 0 0,5-9 0 0 0,-4 9-8 0 0,0 0 1 0 0,0 1-1 0 0,-1-1 0 0 0,0 0 0 0 0,1-11 0 0 0,6-34-1 0 0,-8 47 4 0 0,1-1 0 0 0,0 1 0 0 0,0-1 0 0 0,0 1 0 0 0,0-1 0 0 0,3-5 0 0 0,-2 6-1 0 0,-1 0 0 0 0,1 0-1 0 0,-1 0 1 0 0,0 0 0 0 0,0 0 0 0 0,0-6 0 0 0,0 4 3 0 0,0 0 1 0 0,0 1-1 0 0,0-1 1 0 0,1 0-1 0 0,3-7 1 0 0,5-17-10 0 0,33-135 93 0 0,-4 41-49 0 0,-37 109-50 0 0,0 0-1 0 0,-1-28 1 0 0,-1 43 2 0 0,8-21-149 0 0,-8 19 146 0 0,3-2-5 0 0,-1 0 0 0 0,1-1 1 0 0,-1 1-1 0 0,-1-1 0 0 0,1 1 0 0 0,0-1 0 0 0,-1 0 0 0 0,1-8 0 0 0,4 0 15 0 0,-5 11-4 0 0,-1 1 1 0 0,1 0-1 0 0,0 0 0 0 0,-1 0 1 0 0,1 0-1 0 0,0-1 0 0 0,-1 1 1 0 0,1 0-1 0 0,-1-1 0 0 0,0 1 0 0 0,1 0 1 0 0,-1-1-1 0 0,0-1 0 0 0,0 3-4 0 0,0 0 0 0 0,0-2 3 0 0,-3 3-987 0 0,-1 0 0 0 0,1-1 0 0 0,-1 1 0 0 0,1-1 0 0 0,0 1 1 0 0,-1-1-1 0 0,1 0 0 0 0,-1 0 0 0 0,1-1 0 0 0,-5 0 0 0 0,-52-4-10301 0 0,41 1 8482 0 0,1 1 28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18:19.4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1833 0 1704 0 0,'0'0'7307'0'0,"-21"31"-2259"0"0,-20 56-2310 0 0,15-35-2171 0 0,13-24-324 0 0,0-2 23 0 0,1 0 0 0 0,1 1 1 0 0,1 1-1 0 0,2 0 1 0 0,-5 29-1 0 0,7-13 12 0 0,4-21-138 0 0,-1-1 0 0 0,0 1 1 0 0,-2-1-1 0 0,-1 0 1 0 0,-12 31-1 0 0,-29 68 400 0 0,33-85-501 0 0,-1-1 0 0 0,-39 62 1 0 0,38-69-6 0 0,-14 35 1 0 0,9-18 68 0 0,-10 29 120 0 0,19-44-37 0 0,-17 31-1 0 0,16-34-39 0 0,2-1 1 0 0,-14 51-1 0 0,10-26-19 0 0,-26 61 216 0 0,19-57-145 0 0,3 0-1 0 0,-13 67 1 0 0,24-87-110 0 0,-19 47-1 0 0,15-46-20 0 0,-8 38-1 0 0,-19 78 113 0 0,18-81-56 0 0,-41 97-1 0 0,46-122-140 0 0,11-31 15 0 0,-1 1 1 0 0,-10 21 0 0 0,7-19-15 0 0,1 1 1 0 0,1 1 0 0 0,-7 27 0 0 0,-6 16-39 0 0,2-5 2 0 0,10-32 26 0 0,-17 39 0 0 0,-14 40 130 0 0,19-46 9 0 0,12-38-74 0 0,-18 42 122 0 0,5-21-30 0 0,-23 69 0 0 0,32-76-76 0 0,-6 11-6 0 0,5-13-24 0 0,1 0 1 0 0,-10 47-1 0 0,17-61-17 0 0,0 0 1 0 0,-15 32-1 0 0,-7 23 27 0 0,12-21-4 0 0,-6 33-40 0 0,18-72 15 0 0,-1-1 1 0 0,0 1-1 0 0,-1-1 1 0 0,-1 0-1 0 0,-9 15 1 0 0,-7 20 20 0 0,-4 1-28 0 0,19-35-3 0 0,-1 0 1 0 0,-8 24-1 0 0,9-20-5 0 0,0 0 1 0 0,-2-1-1 0 0,0 0 1 0 0,-12 16 0 0 0,21-33 8 0 0,-10 16-23 0 0,1 0 0 0 0,1 1 0 0 0,1 0 0 0 0,0 0 0 0 0,1 1 0 0 0,-5 27 0 0 0,7-28-6 0 0,-1-1 1 0 0,-12 28-1 0 0,9-25-8 0 0,-10 36 1 0 0,-8 59-183 0 0,24-96 191 0 0,0 0 0 0 0,0 1 0 0 0,3 34 0 0 0,0-32 73 0 0,-1 1 1 0 0,-3 32-1 0 0,-3-18 57 0 0,-1 62 1 0 0,6-81-47 0 0,-1-1 0 0 0,0 1-1 0 0,-8 26 1 0 0,-4 20 87 0 0,-24 125 237 0 0,23-130-247 0 0,10-41-93 0 0,1 0-1 0 0,1 0 1 0 0,-3 36 0 0 0,6-29-9 0 0,-1 1-1 0 0,0 0 1 0 0,-2-1 0 0 0,-10 41 0 0 0,11-55-28 0 0,1-1 1 0 0,-1 1-1 0 0,2 0 0 0 0,-1 0 1 0 0,1 0-1 0 0,3 18 1 0 0,-2-17-1 0 0,0 0-1 0 0,0 1 1 0 0,-1-1 0 0 0,-4 21 0 0 0,-5 26-3 0 0,3 0 0 0 0,1 0 0 0 0,5 66 0 0 0,0-73-32 0 0,11 54-12 0 0,-6-26 20 0 0,-13 69-69 0 0,-2-71 105 0 0,-1 25 185 0 0,10-76-108 0 0,-7 38 0 0 0,4-37-12 0 0,-1 37 0 0 0,0 57 269 0 0,3 257 122 0 0,7-64-394 0 0,-5-312-73 0 0,-1 21-18 0 0,2 1 0 0 0,0 0 0 0 0,8 38-1 0 0,12-9-4 0 0,-17-47 16 0 0,-1 0-1 0 0,1 0 1 0 0,1 0-1 0 0,-1-1 0 0 0,1 1 1 0 0,5 4-1 0 0,48 29-32 0 0,-38-23 40 0 0,-16-14-1 0 0,0 1 1 0 0,-1 0-1 0 0,0-1 1 0 0,1 1 0 0 0,-1 1-1 0 0,0-1 1 0 0,5 7-1 0 0,-4-4 6 0 0,1-1-1 0 0,-1 1 0 0 0,1-1 0 0 0,1-1 0 0 0,-1 1 0 0 0,1-1 0 0 0,0 0 0 0 0,0 0 0 0 0,0 0 0 0 0,7 2 0 0 0,-5-3-5 0 0,-1-1 0 0 0,1 0 0 0 0,-1 0 0 0 0,13 1 0 0 0,-12-2 6 0 0,0 0 0 0 0,-1 0 0 0 0,1 1 0 0 0,12 5-1 0 0,-12-4 10 0 0,1-1 0 0 0,-1 1 0 0 0,1-1 0 0 0,15 1-1 0 0,11 2 66 0 0,-30-4-81 0 0,17 5 191 0 0,1-2-1 0 0,0 0 0 0 0,35 0 1 0 0,-57-4-178 0 0,10 0 33 0 0,0 0-1 0 0,-1 0 1 0 0,1-1-1 0 0,17-5 1 0 0,13 0-21 0 0,-34 5-20 0 0,-1 1 0 0 0,1-1 0 0 0,-1-1 0 0 0,0 1-1 0 0,9-4 1 0 0,-9 3 1 0 0,0 1-1 0 0,1-1 0 0 0,-1 1 1 0 0,0 1-1 0 0,0-1 1 0 0,1 1-1 0 0,-1 0 0 0 0,0 0 1 0 0,10 2-1 0 0,-10-1-7 0 0,0 0 1 0 0,0-1-1 0 0,0 1 0 0 0,1-1 0 0 0,-1-1 0 0 0,0 1 1 0 0,0-1-1 0 0,1-1 0 0 0,7-2 0 0 0,-7 2 21 0 0,0 0-1 0 0,-1 1 0 0 0,1-1 1 0 0,0 1-1 0 0,0 0 0 0 0,12 1 1 0 0,-13 0-12 0 0,0 0 0 0 0,0 0-1 0 0,0-1 1 0 0,0 0 0 0 0,0 0 0 0 0,0 0 0 0 0,-1-1 0 0 0,1 0 0 0 0,8-4 0 0 0,-6 3 15 0 0,1 0 0 0 0,-1 0 0 0 0,0 1 0 0 0,1 0 0 0 0,10-1 1 0 0,-6 1 30 0 0,-1 1-24 0 0,0 0 0 0 0,0 1-1 0 0,0 0 1 0 0,17 3 0 0 0,18 0 31 0 0,121 2 23 0 0,-26-19 574 0 0,-128 13-622 0 0,1 0-1 0 0,28-7 1 0 0,-28 4-13 0 0,-1 1 1 0 0,29-1-1 0 0,-30 3 21 0 0,-1 0 0 0 0,0-2 0 0 0,0 1 0 0 0,20-8 0 0 0,19-3 55 0 0,21 3 12 0 0,-48 5-74 0 0,0-2 1 0 0,0 0 0 0 0,0-1-1 0 0,39-21 1 0 0,13-5 102 0 0,55-1-84 0 0,-104 25-39 0 0,0 1 0 0 0,0 1-1 0 0,0 1 1 0 0,1 2 0 0 0,0 1-1 0 0,44-2 1 0 0,-46 5-13 0 0,0-2 0 0 0,0-1 0 0 0,38-11 0 0 0,-26 6 0 0 0,115-24-52 0 0,-132 29 39 0 0,-13 2 2 0 0,1 1 0 0 0,0-1-1 0 0,0-1 1 0 0,-1 0 0 0 0,16-7 0 0 0,-18 8 4 0 0,-1 1 0 0 0,1-1 0 0 0,0 1 0 0 0,0 1-1 0 0,0-1 1 0 0,0 1 0 0 0,0 0 0 0 0,11 2 0 0 0,1-2-10 0 0,35-1-75 0 0,1-2-1 0 0,-1-3 1 0 0,97-23 0 0 0,-112 20 78 0 0,-23 6 24 0 0,-1 0 0 0 0,1-1-1 0 0,-1-1 1 0 0,23-10-1 0 0,-11 3 32 0 0,-1 1 0 0 0,1 1-1 0 0,1 2 1 0 0,35-7-1 0 0,120-8 149 0 0,-124 17-160 0 0,-15 0 16 0 0,65-18 1 0 0,-93 20-44 0 0,69-11 60 0 0,-36-1-38 0 0,-35 10-18 0 0,0 2 0 0 0,0-1 0 0 0,1 2 0 0 0,-1 0 0 0 0,1 0 0 0 0,23 0-1 0 0,29 0-3 0 0,-2-3-1 0 0,78-16 1 0 0,-126 18-11 0 0,1-1-1 0 0,-1 0 1 0 0,-1-2 0 0 0,18-8 0 0 0,-17 7 3 0 0,0 1 1 0 0,0 0-1 0 0,0 1 0 0 0,21-4 1 0 0,125-13-84 0 0,-138 18 58 0 0,0-1-1 0 0,-1 0 0 0 0,38-17 0 0 0,-43 15-2 0 0,0 1 0 0 0,1 1 0 0 0,0 0-1 0 0,0 2 1 0 0,0 0 0 0 0,34-2-1 0 0,-29 4 11 0 0,-1 0 1 0 0,1-2-1 0 0,26-7 0 0 0,41-5 11 0 0,9 11 127 0 0,-17-9-95 0 0,-72 13-17 0 0,0 0 1 0 0,0-1-1 0 0,0 0 1 0 0,15-6-1 0 0,-4 5 38 0 0,-19 3-36 0 0,-1 0 0 0 0,0 0 0 0 0,0-1 0 0 0,1 1-1 0 0,-1 0 1 0 0,0-1 0 0 0,0 1 0 0 0,0-1 0 0 0,0 0 0 0 0,3-1 0 0 0,5-2 13 0 0,0 1 0 0 0,0 0-1 0 0,0 0 1 0 0,0 1-1 0 0,1 0 1 0 0,18 0-1 0 0,4-2 24 0 0,21-3 24 0 0,94 0 1 0 0,-129 6-62 0 0,1-2-1 0 0,-1 0 1 0 0,0-1 0 0 0,26-8-1 0 0,19-5 28 0 0,202-25 20 0 0,-239 40-62 0 0,1-2 0 0 0,-1 0 0 0 0,-1-2 0 0 0,47-16 0 0 0,-47 14-18 0 0,0 1 1 0 0,1 1-1 0 0,0 2 0 0 0,0 0 1 0 0,0 2-1 0 0,39 2 1 0 0,-58-1 20 0 0,-1 0 1 0 0,1 0 0 0 0,-1-1 0 0 0,1 0-1 0 0,-1 0 1 0 0,8-5 0 0 0,34-8-42 0 0,11 11 1 0 0,-44 4 28 0 0,-1-1-1 0 0,1-1 0 0 0,27-6 0 0 0,-1-2-38 0 0,0 3 0 0 0,62-4 0 0 0,42 8 189 0 0,14-2 28 0 0,-99-2-83 0 0,91-25 0 0 0,18 4-49 0 0,-15-1 1 0 0,-19 4-23 0 0,-92 19-3 0 0,62-17-1 0 0,-54 4-10 0 0,-37 13 5 0 0,-1 1 0 0 0,1 0 0 0 0,0 1 0 0 0,0 0 0 0 0,0 2 1 0 0,17-2-1 0 0,-25 3-6 0 0,1 0 1 0 0,-1-1-1 0 0,0 1 0 0 0,1-2 1 0 0,-1 1-1 0 0,0-1 1 0 0,0 0-1 0 0,8-5 1 0 0,33-12-47 0 0,-17 11 1 0 0,-1-1 1 0 0,41-20-1 0 0,-61 25 31 0 0,7-2 17 0 0,-16 7 30 0 0,-5 1-1941 0 0,-18 3-7715 0 0,-20 3-2416 0 0,25-5 8956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18:27.0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7615 704 0 0,'-7'-8'5139'0'0,"-5"-16"-1507"0"0,13 15 1152 0 0,89-78-3089 0 0,-47 44-841 0 0,80-62-1 0 0,-104 90-648 0 0,29-30 1 0 0,-31 27-11 0 0,33-25 0 0 0,104-75 486 0 0,-30 30-203 0 0,-55 42-234 0 0,90-78 0 0 0,-100 77-56 0 0,106-67-1 0 0,-159 110-172 0 0,239-133 921 0 0,-147 77-332 0 0,-37 20-394 0 0,74-50 68 0 0,-33 20 46 0 0,-4-3-119 0 0,-45 32-195 0 0,63-41-33 0 0,-34 31-1 0 0,-12 7 232 0 0,86-72-1 0 0,-70 49-43 0 0,-11 11 63 0 0,155-120 54 0 0,-36 25-302 0 0,95-53-169 0 0,-279 196 172 0 0,105-79 403 0 0,177-101-1 0 0,-94 71-60 0 0,-168 98-283 0 0,35-28 0 0 0,-41 28-31 0 0,1 1 0 0 0,31-16 0 0 0,57-31 159 0 0,73-43 463 0 0,-70 37-312 0 0,-6-4-48 0 0,-44 27-121 0 0,71-50 17 0 0,33-22-28 0 0,-111 78-99 0 0,-29 20-31 0 0,39-21 0 0 0,-55 35-21 0 0,273-155-91 0 0,-150 90 6 0 0,51-45-68 0 0,-62 37 320 0 0,259-122 0 0 0,75-3 913 0 0,-63 32-437 0 0,-206 100-568 0 0,-2 4-44 0 0,-35 21-61 0 0,-152 48 42 0 0,5-2 12 0 0,1 0-1 0 0,0 1 1 0 0,1 0 0 0 0,8-1 0 0 0,-16 3-9 0 0,40-10 272 0 0,30-6-270 0 0,307-56 92 0 0,-317 63 186 0 0,115-33 0 0 0,-63 11-60 0 0,179-24-1 0 0,-262 51-208 0 0,313-48-14 0 0,-233 30 36 0 0,117-39-1 0 0,-77 21-89 0 0,7-3-39 0 0,-15 2-9 0 0,-41 14 231 0 0,92-43 69 0 0,-143 53-121 0 0,58-13 0 0 0,-38 12-33 0 0,201-56 117 0 0,-72 19-92 0 0,-145 38-69 0 0,196-64-54 0 0,-137 40-7 0 0,91-39-145 0 0,-134 53 93 0 0,2 3-1 0 0,75-15 1 0 0,58-19 910 0 0,1-30 217 0 0,-13 6-154 0 0,-94 51-861 0 0,104-18 0 0 0,-134 34 0 0 0,31-8 0 0 0,162-33 0 0 0,-89 16 0 0 0,-161 37 0 0 0,-1-1 0 0 0,1 0 0 0 0,-1-1 0 0 0,15-8 0 0 0,0 0 0 0 0,73-22 0 0 0,-71 27 0 0 0,-1-1 0 0 0,41-20 0 0 0,-49 21 0 0 0,0 1 0 0 0,28-6 0 0 0,45-15 0 0 0,-50 14 0 0 0,51-9 0 0 0,-47 12 0 0 0,52-18 0 0 0,-35 9 0 0 0,70-19 0 0 0,-101 26 0 0 0,0-1 0 0 0,33-19 0 0 0,-52 25 0 0 0,28-11 0 0 0,1 1 0 0 0,46-12 0 0 0,4-3 0 0 0,-12 7 0 0 0,27-13 0 0 0,-27 7 0 0 0,-45 20 0 0 0,177-58 0 0 0,-192 64 0 0 0,0-1 0 0 0,34-19 0 0 0,-34 16 0 0 0,-1 1 0 0 0,40-12 0 0 0,9-5 0 0 0,-55 20 0 0 0,1 0 0 0 0,0 1 0 0 0,0 0 0 0 0,17-3 0 0 0,41-15 0 0 0,-39 13 0 0 0,53-22 0 0 0,-43 11 0 0 0,-16 8 0 0 0,0 1 0 0 0,47-13 0 0 0,51 2 0 0 0,-1 1 0 0 0,-97 15 0 0 0,41-11 0 0 0,83-10 0 0 0,-127 24 0 0 0,36-10 0 0 0,0-1 0 0 0,-11 9 0 0 0,-31 4 0 0 0,0 0 0 0 0,21-6 0 0 0,113-26 0 0 0,-143 33 0 0 0,135-33 0 0 0,-10-1 0 0 0,-28 7 0 0 0,-98 29 0 0 0,-6-1 0 0 0,-1 0 0 0 0,0 0 0 0 0,0 1 0 0 0,0-1 0 0 0,1 0 0 0 0,-1 0 0 0 0,0 0 0 0 0,0 0 0 0 0,0-1 0 0 0,0 1 0 0 0,1 0 0 0 0,-1 0 0 0 0,0-1 0 0 0,2 0 0 0 0,-1-1 0 0 0,-30 5 0 0 0,-36 9-3177 0 0,-31 9-8655 0 0,17-3 2325 0 0,26-7 6281 0 0,6-4-311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18:41.4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3475 368 0 0,'0'0'4226'0'0,"7"0"-21"0"0,15-24-1843 0 0,-4 6-1839 0 0,69-82 1234 0 0,-65 77-1097 0 0,35-31 1 0 0,-51 48-613 0 0,18-23 318 0 0,-22 26-321 0 0,0-1-1 0 0,0 1 1 0 0,1 0-1 0 0,-1 0 1 0 0,1 0-1 0 0,0 0 1 0 0,0 0-1 0 0,0 1 1 0 0,0 0-1 0 0,0-1 1 0 0,6-2-1 0 0,-1 0 28 0 0,1 0 0 0 0,-1-1 0 0 0,0-1 0 0 0,-1 1 0 0 0,13-16 0 0 0,5-3 156 0 0,-16 17-100 0 0,-7 6-82 0 0,0-1 1 0 0,0 2-1 0 0,0-1 0 0 0,0 0 0 0 0,1 0 0 0 0,-1 1 0 0 0,1-1 0 0 0,-1 1 0 0 0,1-1 0 0 0,3 0 1 0 0,-1 0-2 0 0,-1 0 1 0 0,0-1 0 0 0,0 1 0 0 0,0-1 0 0 0,0 0 0 0 0,0 0 0 0 0,0 0 0 0 0,-1 0 0 0 0,5-6 0 0 0,21-17 263 0 0,-17 17-143 0 0,-1 1 1 0 0,0-2 0 0 0,11-11-1 0 0,2-2 180 0 0,-1 2-80 0 0,-1-1 1 0 0,26-32 0 0 0,-23 23 49 0 0,1 2 0 0 0,34-29 0 0 0,4-5-20 0 0,63-63 319 0 0,17-22-145 0 0,-56 55-223 0 0,-39 45-198 0 0,31-25-59 0 0,-37 35-35 0 0,-32 27 24 0 0,1 0 0 0 0,0 1 1 0 0,26-16-1 0 0,86-54-223 0 0,-13 9 105 0 0,-21 15 218 0 0,-58 35 3 0 0,57-29 0 0 0,-75 42-32 0 0,0 0-1 0 0,17-13 1 0 0,22-12 219 0 0,122-69 406 0 0,-100 56-418 0 0,4-7 136 0 0,27-15 209 0 0,84-43 44 0 0,-103 57-287 0 0,30-25 174 0 0,-71 45-408 0 0,62-32-1 0 0,145-80-124 0 0,-178 100-68 0 0,94-73 1 0 0,-163 114 63 0 0,95-73-78 0 0,-42 33 132 0 0,57-45 337 0 0,-112 86-342 0 0,5-3 39 0 0,-1-1 1 0 0,0 0 0 0 0,0-1 0 0 0,10-13 0 0 0,-15 18-72 0 0,1 0-1 0 0,0 0 1 0 0,0 1 0 0 0,0-1 0 0 0,0 1-1 0 0,0 0 1 0 0,1 0 0 0 0,-1 1 0 0 0,9-4-1 0 0,27-18 22 0 0,14-14 41 0 0,40-37 666 0 0,-81 64-582 0 0,0 0 1 0 0,0 1-1 0 0,1 1 0 0 0,26-14 0 0 0,3-7 663 0 0,-28 22-758 0 0,-2 0 0 0 0,1 0 0 0 0,16-15 0 0 0,-27 20-18 0 0,-2 1-38 0 0,0 1 1 0 0,0 0-1 0 0,0-1 1 0 0,1 1-1 0 0,-1 0 1 0 0,1-1-1 0 0,-1 1 0 0 0,1 0 1 0 0,-1 0-1 0 0,1 0 1 0 0,-1 0-1 0 0,1 1 1 0 0,0-1-1 0 0,0 0 1 0 0,2 0-1 0 0,-4 1-5 0 0,2-2-4 0 0,0 1-1 0 0,-1-1 0 0 0,1 1 0 0 0,0-1 0 0 0,0 1 0 0 0,0 0 0 0 0,0 0 0 0 0,1 0 0 0 0,-1 0 1 0 0,0 0-1 0 0,4-1 0 0 0,-5 2 212 0 0,2-3-254 0 0,1 1 38 0 0,0-1 0 0 0,0 1 1 0 0,0 0-1 0 0,1 0 0 0 0,7-2 0 0 0,11-11 20 0 0,-22 13-12 0 0,1 1 0 0 0,-1-1 0 0 0,1 1 0 0 0,0 0 0 0 0,0-1 0 0 0,0 1 0 0 0,0 0 0 0 0,-1 0 0 0 0,1 0 0 0 0,1 0 0 0 0,-1 1 0 0 0,4-2 0 0 0,-6 2 21 0 0,0 0-37 0 0,0-2 16 0 0,0 2-4 0 0,26-16-58 0 0,-3 4 100 0 0,-18 9-43 0 0,0 0-1 0 0,0 0 0 0 0,-1 0 0 0 0,0-1 0 0 0,6-5 0 0 0,-4 4 3 0 0,-6 4 4 0 0,0 0-3 0 0,0 0 7 0 0,0 1-21 0 0,2 0 10 0 0,-1 0 0 0 0,1 0 3 0 0,-2 0 31 0 0,1 0-29 0 0,0-1-1 0 0,0 0-6 0 0,-1 1-10 0 0,2-2 12 0 0,-2 2 4 0 0,1-1 3 0 0,0 0-2 0 0,8-8 16 0 0,1 4-6 0 0,-10 5-1 0 0,0-1-52 0 0,2 0 39 0 0,-1 0 20 0 0,19-8-77 0 0,-12 7 51 0 0,1-1 0 0 0,-1 0 0 0 0,0-1 0 0 0,-1 1 0 0 0,15-10 0 0 0,-13 9-4 0 0,-8 4 16 0 0,1-1-1 0 0,0 0 0 0 0,0 1 0 0 0,-1-1 1 0 0,1 0-1 0 0,-1 0 0 0 0,1 0 1 0 0,-1 0-1 0 0,1-1 0 0 0,1-1 0 0 0,-17 17-5040 0 0,-44 37-14707 0 0,45-42 16637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18:45.9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 1574 496 0 0,'-4'1'218'0'0,"-7"3"11940"0"0,16-9-9297 0 0,3 0-2627 0 0,0 0 0 0 0,0 1-1 0 0,0 0 1 0 0,1 1 0 0 0,0-1 0 0 0,-1 2 0 0 0,1-1 0 0 0,0 1 0 0 0,16-2 0 0 0,39-11 356 0 0,83-34 634 0 0,3 14-171 0 0,41-16 702 0 0,-6-7 318 0 0,-63 14-1128 0 0,41-8-424 0 0,-45 16-136 0 0,73-15 127 0 0,-33 2-259 0 0,-50 10-173 0 0,-5 1-124 0 0,-48 18-7 0 0,94-32-191 0 0,8 8 48 0 0,-19 9 496 0 0,-31 5-105 0 0,111-37 299 0 0,-106 35-350 0 0,-11 3-76 0 0,-13 7-50 0 0,6 1-2 0 0,137-34 76 0 0,-33 12-84 0 0,-195 42-9 0 0,317-73-117 0 0,-253 54 37 0 0,-37 10 71 0 0,36-7-1 0 0,-41 12-49 0 0,-1-2 0 0 0,33-14 0 0 0,-33 11 28 0 0,1 2 0 0 0,35-8 1 0 0,68-17 160 0 0,-125 33-127 0 0,123-27 184 0 0,-99 18-136 0 0,72-17 84 0 0,-19 5-71 0 0,17-3 81 0 0,28-10 15 0 0,36-12 28 0 0,-15 13-105 0 0,-14 0-60 0 0,-57 13-3 0 0,-45 14-23 0 0,-22 5 4 0 0,0-1-1 0 0,-1 1 1 0 0,1-1-1 0 0,9-4 0 0 0,60-18 216 0 0,-18 3 226 0 0,-46 17-428 0 0,-9 3-4 0 0,1 0 0 0 0,0 0-1 0 0,-1 0 1 0 0,1 0-1 0 0,-1 1 1 0 0,8 0 0 0 0,1-2 243 0 0,0 1-1332 0 0,-24 6-1867 0 0,0-1 906 0 0,-1 1-2860 0 0,0-1 0 0 0,0 0 1 0 0,-23 3-1 0 0,25-5 1807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19:01.6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10764 3 1308 0 0,'0'-3'18240'0'0,"-8"24"-17238"0"0,5-14-794 0 0,0 1-1 0 0,1-1 1 0 0,-1 0 0 0 0,2 1 0 0 0,-3 11 0 0 0,-6 26 596 0 0,-33 70 648 0 0,-50 111-120 0 0,61-153-997 0 0,-27 92 0 0 0,38-107-285 0 0,13-35-21 0 0,-12 43 1 0 0,-11 101 96 0 0,27-149-56 0 0,-1-1 0 0 0,0 0 0 0 0,-12 23 0 0 0,12-27-22 0 0,-46 117 115 0 0,-16 39-334 0 0,38-96 243 0 0,-38 149 0 0 0,53-171-7 0 0,7-28-7 0 0,-9 48-1 0 0,6-13 82 0 0,-26 85 0 0 0,26-106-97 0 0,-36 130 91 0 0,37-140 7 0 0,0 0-1 0 0,-22 42 1 0 0,0 0 139 0 0,-107 310 218 0 0,129-351-469 0 0,-54 177-71 0 0,25-65-28 0 0,24-82 250 0 0,-31 79 1 0 0,22-67 50 0 0,18-52-144 0 0,-1 1 1 0 0,0-1-1 0 0,-13 24 0 0 0,0-3 25 0 0,2 1-1 0 0,2 1 1 0 0,-15 64-1 0 0,10-30-20 0 0,-155 470 351 0 0,157-485-481 0 0,3 0 0 0 0,-12 106 0 0 0,21-124 21 0 0,-2 0 0 0 0,-14 41 0 0 0,3-26 29 0 0,-15 51-5 0 0,17-34 25 0 0,9-43 81 0 0,-20 57-1 0 0,-1-5 97 0 0,22-60-147 0 0,-2 0 0 0 0,-12 22 0 0 0,-12 32 36 0 0,-10 28 72 0 0,6-18-25 0 0,20-46-71 0 0,-33 57-1 0 0,29-62-76 0 0,-29 75 0 0 0,1 22-4 0 0,-29 94-66 0 0,70-208 75 0 0,0 0 0 0 0,-19 33 1 0 0,2-5-3 0 0,-105 185-160 0 0,13-74 29 0 0,53-75 82 0 0,-145 171 105 0 0,198-242-58 0 0,-9 9 58 0 0,1 1 1 0 0,0 2-1 0 0,2-1 1 0 0,-24 44-1 0 0,16-16-1 0 0,-40 58 0 0 0,31-55 40 0 0,-34 76 32 0 0,18-28-119 0 0,-49 63 53 0 0,34-77-50 0 0,14-23-62 0 0,10-11 34 0 0,-73 73 0 0 0,65-75-91 0 0,-230 252-390 0 0,178-209 432 0 0,58-57 68 0 0,30-27-3 0 0,-17 15 4 0 0,1 2-1 0 0,1 0 1 0 0,-37 50 0 0 0,54-63-3 0 0,-1-1 0 0 0,-17 17 1 0 0,-12 14 17 0 0,23-25-9 0 0,-1-1 0 0 0,-23 18 0 0 0,16-13-3 0 0,-160 134-72 0 0,105-91-26 0 0,-120 125 0 0 0,2 47 238 0 0,186-222-144 0 0,-140 151 54 0 0,131-145-76 0 0,-115 130 19 0 0,104-116-15 0 0,-44 47-9 0 0,-3-3 1 0 0,-98 75-1 0 0,-8-1 172 0 0,-10 41-60 0 0,73-60-30 0 0,42-42-71 0 0,-53 58-84 0 0,6-35 37 0 0,72-69-31 0 0,-65 73 1 0 0,-19 16 281 0 0,99-103-196 0 0,-59 36 0 0 0,-12 9-11 0 0,0 25-167 0 0,40-35 129 0 0,-22 21-15 0 0,15-20 133 0 0,-100 67 0 0 0,-22 11 56 0 0,151-113-172 0 0,-68 42 47 0 0,21-22 10 0 0,-121 71-94 0 0,189-105 31 0 0,-45 40-1 0 0,44-34 0 0 0,-33 22 0 0 0,-51 40-11 0 0,71-53 71 0 0,-114 92 150 0 0,2 8-46 0 0,27-3-194 0 0,62-61 98 0 0,47-54-17 0 0,-1-2 0 0 0,0 0 0 0 0,-27 16 1 0 0,20-15-123 0 0,-34 31-1 0 0,-100 77-418 0 0,0 1 195 0 0,120-85 234 0 0,26-25 90 0 0,-32 27 0 0 0,-125 77 117 0 0,140-95-119 0 0,1 0-1 0 0,2 2 0 0 0,-34 40 0 0 0,27-28-115 0 0,-21 25-680 0 0,-34 33-152 0 0,-203 204 598 0 0,275-282 198 0 0,-1-1 0 0 0,-23 16 0 0 0,19-15 74 0 0,-39 38 0 0 0,26-18-67 0 0,36-39 155 0 0,-1 3-186 0 0,0 0 167 0 0,0 1 0 0 0,1-1-1 0 0,-1 0 1 0 0,1 0-1 0 0,0 1 1 0 0,0-1 0 0 0,0 0-1 0 0,0 1 1 0 0,0 5 0 0 0,1-9-202 0 0,19-21-19522 0 0,-18 17 17042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7:33.1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878 1655 29948 0 0,'-31'4'26'0'0,"-6"0"4"0"0,0-2 1 0 0,-1-1 0 0 0,37-1-31 0 0</inkml:trace>
  <inkml:trace contextRef="#ctx0" brushRef="#br0" timeOffset="-1">162 1480 29773 0 0,'-11'-7'-47'0'0,"-3"-3"-13"0"0,1-1 0 0 0,1 0 1 0 0,-1 0-1 0 0,-14-19 0 0 0,21 19 25 0 0,-1 0 0 0 0,1 0 0 0 0,1 0 0 0 0,0-1 0 0 0,1 0 0 0 0,0 0 0 0 0,1 0 0 0 0,-3-21 0 0 0,4 21 23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19:15.8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1216 0 1628 0 0,'-14'13'2767'0'0,"1"0"0"0"0,-13 19 0 0 0,-40 67 1040 0 0,56-82-3044 0 0,-1 3-213 0 0,2 1 0 0 0,0 0 0 0 0,-8 27 0 0 0,-2 7 57 0 0,-2-1-96 0 0,-8 19 357 0 0,-62 119-1 0 0,18-65 56 0 0,-61 152-1 0 0,75-99-336 0 0,7-14 90 0 0,-8 17 328 0 0,27-74-521 0 0,-27 91 265 0 0,38-137-493 0 0,-1-2-28 0 0,3 0 0 0 0,-15 86 0 0 0,-18 105-3 0 0,28-146-111 0 0,10 9-111 0 0,12-82 25 0 0,-1 0 0 0 0,-10 37 0 0 0,-2 11 19 0 0,13-60-43 0 0,-1 0 1 0 0,0 0 0 0 0,-12 30 0 0 0,7-25 95 0 0,-11 45-1 0 0,14-45-29 0 0,-16 44-1 0 0,18-59-49 0 0,1 1-1 0 0,0 0 1 0 0,1 0-1 0 0,-1 17 1 0 0,-6 24 59 0 0,-24 153 725 0 0,31-186-743 0 0,-11 140 324 0 0,6-97-198 0 0,1 74 0 0 0,-5 37 148 0 0,24 63-220 0 0,-3-16 202 0 0,-9-206-239 0 0,0-1 1 0 0,5 23 0 0 0,-4-27-80 0 0,15 111 11 0 0,15 55-5 0 0,-5-48 119 0 0,-17-76 7 0 0,21 68 1 0 0,-7-55-17 0 0,-14-42-65 0 0,-2 1-1 0 0,9 36 1 0 0,-15-50-34 0 0,1 0-1 0 0,1 0 1 0 0,7 15-1 0 0,-7-15 7 0 0,0-1-1 0 0,0 1 0 0 0,3 14 0 0 0,0 8 23 0 0,1-2 0 0 0,19 46 0 0 0,-11-37-34 0 0,1 0 26 0 0,13 43 1 0 0,-14-22-46 0 0,3-1 1 0 0,34 75-1 0 0,-21-55-44 0 0,-24-58 42 0 0,0 1 0 0 0,2-1 0 0 0,12 22-1 0 0,-6-18 24 0 0,-11-14 0 0 0,2-1 1 0 0,-1 0-1 0 0,11 11 0 0 0,64 83 89 0 0,7 8-272 0 0,-87-110 171 0 0,12 12-11 0 0,0 0 1 0 0,-1 1-1 0 0,-1 1 0 0 0,16 29 0 0 0,-24-39 14 0 0,1 0 1 0 0,0-1 0 0 0,0 0-1 0 0,0 0 1 0 0,0 0 0 0 0,9 7 0 0 0,8 10 6 0 0,34 31 241 0 0,22 33-1 0 0,-67-76-190 0 0,0-1 0 0 0,1 0 0 0 0,13 8-1 0 0,17 14 160 0 0,2 2-79 0 0,-31-20-93 0 0,0-1 0 0 0,2 0 0 0 0,25 17 0 0 0,13 12 96 0 0,41 29 101 0 0,-68-52-127 0 0,0 0-32 0 0,73 57 153 0 0,-76-58-131 0 0,0-2-1 0 0,45 24 1 0 0,-60-36-85 0 0,201 125 56 0 0,-86-53-77 0 0,-104-64 0 0 0,0-1 0 0 0,0-1 0 0 0,26 10 0 0 0,-8-3 0 0 0,140 53 0 0 0,-147-57 0 0 0,1-2 0 0 0,41 8 0 0 0,30 10 0 0 0,-89-26 0 0 0,-1 0 0 0 0,0 0 0 0 0,1-1 0 0 0,-1 0 0 0 0,18-2 0 0 0,-11 1 0 0 0,21 1 0 0 0,-24 0 0 0 0,0-1 0 0 0,0 0 0 0 0,29-4 0 0 0,-29 1 0 0 0,0 2 0 0 0,0 0 0 0 0,0 0 0 0 0,24 4 0 0 0,-22-2 0 0 0,-1 0 0 0 0,0-1 0 0 0,26-4 0 0 0,22 1 0 0 0,-44 3 0 0 0,-3-1 0 0 0,0-1 0 0 0,0 0 0 0 0,19-7 0 0 0,6 0 0 0 0,121-14 0 0 0,1 0 0 0 0,-142 21 0 0 0,220-22 0 0 0,-159 6 0 0 0,-21 3 0 0 0,114-31 0 0 0,-76 20 0 0 0,-74 21 0 0 0,-9 1 0 0 0,1 1 0 0 0,27-1 0 0 0,89-12 0 0 0,19 5 0 0 0,-132 9 0 0 0,1 0 0 0 0,-1-1 0 0 0,24-7 0 0 0,26-4 0 0 0,-41 9 0 0 0,36-12 0 0 0,21-3 0 0 0,14-1 0 0 0,20-2 0 0 0,-7 1 0 0 0,-37 5 0 0 0,153-16 0 0 0,60-21 0 0 0,-227 40 0 0 0,146-41 0 0 0,-190 49 0 0 0,0 1 0 0 0,0 1 0 0 0,0 1 0 0 0,29-2 0 0 0,48-4 0 0 0,-72 8 0 0 0,-1-2 0 0 0,26-5 0 0 0,-25 4 0 0 0,1 0 0 0 0,26 1 0 0 0,210-14 0 0 0,-233 14 0 0 0,67-10 0 0 0,-65 5 0 0 0,-19 5 0 0 0,-1 0 0 0 0,1 0 0 0 0,0 2 0 0 0,12-2 0 0 0,-15 2 0 0 0,-1 0 0 0 0,1 0 0 0 0,-1-1 0 0 0,1 0 0 0 0,8-3 0 0 0,22-6 0 0 0,180-31 0 0 0,-104 12 0 0 0,-76 18 0 0 0,55-9 0 0 0,-50 12 0 0 0,58-19 0 0 0,-21 5 0 0 0,-53 16 0 0 0,52-13 0 0 0,99-14 0 0 0,-86 16 0 0 0,-30 4 0 0 0,-51 12 0 0 0,-1-1 0 0 0,-1 0 0 0 0,1 0 0 0 0,0-1 0 0 0,-1 0 0 0 0,0-1 0 0 0,9-5 0 0 0,-16 9 0 0 0,-1 0 0 0 0,1 1 0 0 0,0-1 0 0 0,-1 1 0 0 0,1 0 0 0 0,-1-1 0 0 0,1 1 0 0 0,-1 0 0 0 0,1 0 0 0 0,0 0 0 0 0,-1 0 0 0 0,3 1 0 0 0,0-2 0 0 0,-1 1 0 0 0,1-1 0 0 0,-1 1 0 0 0,1-1 0 0 0,0 0 0 0 0,-1 0 0 0 0,0-1 0 0 0,7-3 0 0 0,-10 5-137 0 0,0-1 0 0 0,-1 1 0 0 0,1-1-1 0 0,-1 0 1 0 0,1 1 0 0 0,0-1 0 0 0,-1 1 0 0 0,1-1 0 0 0,-1 1 0 0 0,1-1 0 0 0,-1 1-1 0 0,0-1 1 0 0,1 1 0 0 0,-1 0 0 0 0,1-1 0 0 0,-1 1 0 0 0,0 0 0 0 0,1-1 0 0 0,-1 1-1 0 0,0 0 1 0 0,1 0 0 0 0,-1 0 0 0 0,-1-1 0 0 0,-16-2-4947 0 0,17 3 4653 0 0,-33-7-10557 0 0,1 0 4599 0 0,10 4 2865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19:30.6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7110 1324 0 0,'-4'-4'8125'0'0,"5"4"-7963"0"0,4-9 4892 0 0,8-6-3454 0 0,122-87-166 0 0,-81 64-899 0 0,6-9 511 0 0,81-83 0 0 0,-79 66-531 0 0,-23 23-92 0 0,78-65-1 0 0,39-16 154 0 0,109-72 195 0 0,-120 97-562 0 0,52-40-60 0 0,-191 132-141 0 0,47-39 323 0 0,71-75 0 0 0,-95 90-274 0 0,2 1 0 0 0,48-34-1 0 0,-17 14-72 0 0,-5 4 43 0 0,1 3-1 0 0,88-48 1 0 0,-125 78-13 0 0,308-160 122 0 0,67-20 357 0 0,-198 100-127 0 0,-36 11 257 0 0,-59 28-377 0 0,159-74 11 0 0,33-5 86 0 0,-99 46 38 0 0,53-30 52 0 0,-1 0-255 0 0,65-43-72 0 0,-85 40-199 0 0,21-10-140 0 0,-95 48 4 0 0,57-28 13 0 0,138-66 481 0 0,10 23-215 0 0,7 14 4 0 0,-181 62 67 0 0,-21 8-85 0 0,-58 23-59 0 0,34-13-69 0 0,58-19-148 0 0,12 12 382 0 0,125-36 336 0 0,-111 38-319 0 0,-85 26-81 0 0,178-50 77 0 0,-241 58-125 0 0,144-76 0 0 0,-117 52-119 0 0,-38 19 11 0 0,65-42 1 0 0,-87 50-20 0 0,1 2 1 0 0,2 1-1 0 0,65-20 1 0 0,-69 26 126 0 0,14-5 63 0 0,221-74 170 0 0,-73 34-184 0 0,101-27-54 0 0,45-9-97 0 0,45-26-393 0 0,-297 91 311 0 0,47-13-87 0 0,95-24 226 0 0,-75 20 197 0 0,234-52 235 0 0,-364 92-377 0 0,300-53 92 0 0,-115 25-100 0 0,91-15-172 0 0,-282 48 121 0 0,-7 1 2 0 0,0-1-1 0 0,0-1 0 0 0,23-8 1 0 0,0-1-4 0 0,1 2-1 0 0,0 2 1 0 0,59-5 0 0 0,-61 10 56 0 0,-44 4-35 0 0,240-42 385 0 0,-145 22-277 0 0,138-12 0 0 0,-16 3 6 0 0,225-58-95 0 0,-385 79-29 0 0,-33 6 51 0 0,-1 0 0 0 0,1-2 1 0 0,0 0-1 0 0,-1-2 0 0 0,41-18 0 0 0,-34 11-3 0 0,46-15 0 0 0,-56 22-70 0 0,11-4-14 0 0,-13 5 42 0 0,1 0 0 0 0,-1-2 1 0 0,-1 0-1 0 0,31-18 0 0 0,-22 9-55 0 0,0 2 1 0 0,1 1-1 0 0,45-17 1 0 0,9 8 155 0 0,-59 18-55 0 0,0-1 0 0 0,26-11 0 0 0,-3 2 9 0 0,-34 12-35 0 0,-1 0-1 0 0,0-1 0 0 0,17-8 0 0 0,-12 3 10 0 0,1 1 0 0 0,0 0 0 0 0,22-6 0 0 0,12-10 308 0 0,-3 5-294 0 0,50-13 0 0 0,127-42 33 0 0,-141 44 24 0 0,0-7-55 0 0,-64 28-51 0 0,0 2 0 0 0,0 0 0 0 0,20-4-1 0 0,10-4-4 0 0,120-32-52 0 0,-91 27 46 0 0,-66 17 15 0 0,139-43-86 0 0,-112 34 28 0 0,-23 8 52 0 0,-1-1 0 0 0,0-1 1 0 0,21-10-1 0 0,-22 8-23 0 0,0 1 0 0 0,1 1 1 0 0,28-8-1 0 0,-2 0-53 0 0,105-41-200 0 0,-78 22 528 0 0,-61 29 428 0 0,-14 2-1215 0 0,-17 2-1386 0 0,-201 55-20508 0 0,177-45 19191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7:19.0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1798 1422 22128 0 0,'52'-20'39'0'0,"36"-8"42"0"0,-15 4 12 0 0,107-20 1 0 0,-16 9-16 0 0,-60 12 58 0 0,169-41 57 0 0,-9-10-256 0 0,-177 47 11 0 0,18-5-82 0 0,187-52-364 0 0,-10 8 544 0 0,-91 27 172 0 0,-126 34 30 0 0,172-31 266 0 0,1 13-330 0 0,-141 18-124 0 0,119-27 148 0 0,-58 9-111 0 0,-118 24-14 0 0,51-19 0 0 0,18-4-157 0 0,199-47-94 0 0,-253 65 278 0 0,68-8 0 0 0,3 0 30 0 0,29-24 190 0 0,12-2-188 0 0,80-17 80 0 0,-65 15-116 0 0,-149 42-116 0 0,26-6 34 0 0,-1-2-1 0 0,65-28 0 0 0,-91 32-59 0 0,0 1-1 0 0,37-7 1 0 0,44-15 95 0 0,-10-8 785 0 0,-5 0-948 0 0,-90 36-1483 0 0,-19 7-2389 0 0,-39 11-6444 0 0,10-2 4655 0 0,24-8 3245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19:37.9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4121 736 0 0,'0'-3'13601'0'0,"0"1"-14246"0"0,3 0 761 0 0,1 0-1 0 0,-1 0 1 0 0,1 1 0 0 0,-1-1-1 0 0,1 1 1 0 0,-1 0-1 0 0,8-2 1 0 0,20-9 298 0 0,53-36 456 0 0,29-24-35 0 0,-20 14-175 0 0,183-105 1017 0 0,-62 40-441 0 0,52-33-516 0 0,-200 114-477 0 0,145-99 755 0 0,-85 58-601 0 0,-66 45-309 0 0,-34 22-44 0 0,32-24-1 0 0,-35 22-26 0 0,176-149-138 0 0,-107 94 74 0 0,-56 46 118 0 0,43-41 0 0 0,-59 50-40 0 0,1 1-1 0 0,28-17 1 0 0,-8 6 7 0 0,43-36 53 0 0,168-112-38 0 0,-76 59-102 0 0,-97 62 13 0 0,127-88 144 0 0,-127 92 2 0 0,170-102 20 0 0,-116 68-75 0 0,0 0 10 0 0,-116 74-59 0 0,-1 0-1 0 0,17-15 1 0 0,1 0 46 0 0,145-107-94 0 0,-142 108-29 0 0,44-29 32 0 0,20-13 185 0 0,-14 9-62 0 0,41-23 21 0 0,66-38 119 0 0,-123 73-176 0 0,-53 33-37 0 0,2 0 1 0 0,30-15 0 0 0,105-56 42 0 0,-89 48 21 0 0,-45 27-59 0 0,34-19 1 0 0,-1 0-54 0 0,-30 15 37 0 0,-1 0 1 0 0,32-25-1 0 0,21-12-45 0 0,101-50-98 0 0,-173 98 180 0 0,11-7 16 0 0,0-1-1 0 0,21-18 1 0 0,-8 2 106 0 0,53-45 2 0 0,-74 67-143 0 0,23-19 100 0 0,-29 22-82 0 0,1 0-1 0 0,-1 0 0 0 0,0-1 1 0 0,1 1-1 0 0,-1 0 1 0 0,0-1-1 0 0,0 1 1 0 0,0-1-1 0 0,0 1 1 0 0,0-1-1 0 0,0 1 1 0 0,0-1-1 0 0,0 0 1 0 0,0-3-1 0 0,36-15-75 0 0,15-22 36 0 0,-42 33 24 0 0,-1 1 0 0 0,1 0 0 0 0,0 1 0 0 0,22-12 0 0 0,-13 11-37 0 0,-7 3 11 0 0,-1 0 0 0 0,1-1 0 0 0,-1 0-1 0 0,16-11 1 0 0,77-59 366 0 0,-48 29-172 0 0,-11 8-52 0 0,-43 39-136 0 0,-2 0-4 0 0,21-14 140 0 0,-20 12-130 0 0,1 0 0 0 0,0 1 1 0 0,0-1-1 0 0,0 1 0 0 0,0-1 0 0 0,1 1 1 0 0,-1 0-1 0 0,0 0 0 0 0,0 0 0 0 0,5-1 1 0 0,12-8 52 0 0,33-24 101 0 0,-52 33-144 0 0,31-17 60 0 0,-19 10 36 0 0,-34 16-24470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19:54.7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739 40 16 0 0,'-1'-6'7851'0'0,"7"-1"-4605"0"0,19-8-3648 0 0,-7 4 945 0 0,-17 11-507 0 0,9 2 1338 0 0,-12 3-980 0 0,1-1 0 0 0,-1 0-1 0 0,0 0 1 0 0,-1 0-1 0 0,1 0 1 0 0,-1-1 0 0 0,0 1-1 0 0,0-1 1 0 0,-6 6-1 0 0,-5 8 331 0 0,-45 49 90 0 0,49-55-607 0 0,0-1 0 0 0,-1 0 0 0 0,0-1 0 0 0,0 0 1 0 0,-23 13-1 0 0,10-7 40 0 0,-33 26 91 0 0,-52 48 253 0 0,80-65-527 0 0,21-19-49 0 0,0 0 0 0 0,1 1-1 0 0,0 0 1 0 0,-11 13 0 0 0,17-17-11 0 0,-1 0-1 0 0,0-1 0 0 0,1 1 0 0 0,-1-1 1 0 0,0 0-1 0 0,0 0 0 0 0,0 0 1 0 0,0 0-1 0 0,0 0 0 0 0,-3 1 1 0 0,-16 9 118 0 0,-43 38 357 0 0,49-35-459 0 0,13-11 16 0 0,-1 0-1 0 0,1 0 1 0 0,-1 0 0 0 0,0-1-1 0 0,0 0 1 0 0,-1 1 0 0 0,1-1-1 0 0,0 0 1 0 0,-1 0 0 0 0,-5 1-1 0 0,-38 25 482 0 0,2-7-18 0 0,15-5-338 0 0,24-13-136 0 0,0 0 0 0 0,-1 0 0 0 0,1 1 0 0 0,1 0 0 0 0,-11 9-1 0 0,8-9 1859 0 0,6-2-3400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7:21.5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76 0 0,'0'0'2378'0'0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7:22.9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1557 0 60 0 0,'0'0'16665'0'0,"-29"5"-14652"0"0,8 0-1009 0 0,-1 0 1 0 0,-32 1-1 0 0,-8 1 758 0 0,26-2-865 0 0,-1-2 0 0 0,-43-2 0 0 0,40-1-267 0 0,-59 7-1 0 0,43-6-185 0 0,47-2-344 0 0,1 1 0 0 0,-1-1 1 0 0,0 2-1 0 0,0-1 1 0 0,1 2-1 0 0,-1-1 1 0 0,-9 3-1 0 0,-5 3 148 0 0,-1-1 0 0 0,-46 5 0 0 0,14-3 245 0 0,12-1 254 0 0,-89 0 0 0 0,12-9 39 0 0,12 0-527 0 0,-82-3-65 0 0,142-2-150 0 0,40 4-33 0 0,-1 1 0 0 0,1 0-1 0 0,-17 0 1 0 0,-41-2-12 0 0,67 4-3 0 0,15-12-5607 0 0,15 14-3224 0 0,-11 1-3837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8:16.0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60 624 0 0,'0'0'1438'0'0,"5"-23"-702"0"0,-3 22-741 0 0,-1-1-1 0 0,0 0 0 0 0,0 0 0 0 0,0 0 1 0 0,0 1-1 0 0,0-1 0 0 0,-1 0 1 0 0,1 0-1 0 0,0 0 0 0 0,-1 0 0 0 0,0 0 1 0 0,1 0-1 0 0,-1-1 0 0 0,0 1 1 0 0,0-3-1 0 0,0 4-37 0 0,0-1-1838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8:27.7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2095 848 0 0,'0'0'7086'0'0,"12"7"-2195"0"0,-3-17-4831 0 0,-8 9-42 0 0,0 0 0 0 0,0 0-1 0 0,1 0 1 0 0,-1 0 0 0 0,0-1 0 0 0,0 1 0 0 0,0 0-1 0 0,-1-1 1 0 0,1 1 0 0 0,0-1 0 0 0,1-2 0 0 0,18-54 583 0 0,-13 39-518 0 0,0-1 0 0 0,4-22 0 0 0,-9 33-72 0 0,3-18 112 0 0,-1 0 0 0 0,1-38 0 0 0,-4 42-55 0 0,2 0 0 0 0,5-27 0 0 0,-4 28 21 0 0,0-1 0 0 0,-1-26 0 0 0,-2 39-63 0 0,0 0 1 0 0,1 1-1 0 0,6-20 1 0 0,-6 21-35 0 0,26-87 435 0 0,-17 56-349 0 0,25-101 39 0 0,-32 124-63 0 0,1-10 32 0 0,-4 20-72 0 0,0 0 0 0 0,0 0 1 0 0,1 0-1 0 0,-1 0 0 0 0,1 0 0 0 0,1 0 0 0 0,3-7 0 0 0,-3 7-4 0 0,0 0 0 0 0,-1 0-1 0 0,0 0 1 0 0,0 0-1 0 0,0 0 1 0 0,-1 0 0 0 0,1-10-1 0 0,-1 7 25 0 0,0 0-1 0 0,1 0 1 0 0,0 0 0 0 0,0 0-1 0 0,1 0 1 0 0,0 1 0 0 0,5-11-1 0 0,12-35 73 0 0,8-41-64 0 0,-25 84-36 0 0,0 1 1 0 0,-1-1 0 0 0,2-22-1 0 0,-4 22 1 0 0,2 0 0 0 0,-1 0 0 0 0,7-21 0 0 0,13-45-46 0 0,-9 26 18 0 0,-2-5 134 0 0,-9 54-108 0 0,2-5 12 0 0,-1 1 1 0 0,0 0-1 0 0,0-1 0 0 0,-1 1 0 0 0,2-13 0 0 0,-3 15-6 0 0,1 0 1 0 0,0 0-1 0 0,0 1 0 0 0,0-1 1 0 0,0 0-1 0 0,1 1 0 0 0,3-7 1 0 0,-3 6 1 0 0,0 0 0 0 0,0 0 0 0 0,-1 0 0 0 0,1 0 0 0 0,-1 0 0 0 0,0-1 0 0 0,0 1 0 0 0,0-6 0 0 0,7-94 262 0 0,-8 103-277 0 0,14-26-27 0 0,-8 17 44 0 0,-5 8-12 0 0,1 0 1 0 0,-1 1 0 0 0,0-1-1 0 0,0 0 1 0 0,0 0-1 0 0,0 0 1 0 0,-1 0 0 0 0,1 0-1 0 0,0 0 1 0 0,-1 0-1 0 0,1 0 1 0 0,-1 0-1 0 0,0 0 1 0 0,0-1 0 0 0,0-2-1 0 0,5-50 81 0 0,-5 50-80 0 0,0 1 0 0 0,0 0 0 0 0,1-1 0 0 0,-1 1 0 0 0,1 0 0 0 0,0 0 0 0 0,0 0 0 0 0,1-1 0 0 0,-1 1 0 0 0,1 0 0 0 0,0 1 0 0 0,0-1 0 0 0,3-5 0 0 0,-2 6-5 0 0,-1-1-1 0 0,0 1 0 0 0,0-1 0 0 0,-1 1 1 0 0,1-1-1 0 0,-1 0 0 0 0,2-5 1 0 0,5-13 18 0 0,-1 9 8 0 0,-1 0 1 0 0,-1 0 0 0 0,5-17 0 0 0,-8 21-34 0 0,2-6 26 0 0,-3 14 6 0 0,0 7 13 0 0,1 2 91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0:46.2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365 915 144 0 0,'9'-25'1578'0'0,"1"1"0"0"0,1 0 1 0 0,0 1-1 0 0,24-34 0 0 0,70-78 863 0 0,-61 80-1204 0 0,9-8-9 0 0,4 3 1 0 0,73-62-1 0 0,-81 81-764 0 0,2 2 0 0 0,1 3 0 0 0,2 1 0 0 0,97-45 1 0 0,-109 62-315 0 0,1 2 1 0 0,1 1-1 0 0,1 2 1 0 0,0 3 0 0 0,0 1-1 0 0,1 2 1 0 0,56-1 0 0 0,-57 9-96 0 0,0 1 1 0 0,-1 3 0 0 0,1 1-1 0 0,-1 2 1 0 0,0 3-1 0 0,-1 1 1 0 0,0 2 0 0 0,-1 2-1 0 0,-1 1 1 0 0,0 3-1 0 0,-1 1 1 0 0,-2 2 0 0 0,0 1-1 0 0,-2 3 1 0 0,0 0-1 0 0,-2 3 1 0 0,-1 0 0 0 0,-2 2-1 0 0,49 65 1 0 0,-47-51 203 0 0,-3 2 0 0 0,-1 1-1 0 0,-3 2 1 0 0,-2 0 0 0 0,-2 2 0 0 0,-3 0 0 0 0,-2 1 0 0 0,-2 1 0 0 0,-2 0-1 0 0,-4 1 1 0 0,-1 1 0 0 0,-3-1 0 0 0,-3 88 0 0 0,-5-87-72 0 0,-3 0 0 0 0,-2 0 1 0 0,-2 0-1 0 0,-3-1 0 0 0,-2 0 0 0 0,-3-2 0 0 0,-2 0 1 0 0,-3-1-1 0 0,-1-1 0 0 0,-3-1 0 0 0,-2-1 1 0 0,-3-2-1 0 0,-48 59 0 0 0,32-55-122 0 0,-1-3-1 0 0,-3-1 0 0 0,-2-3 1 0 0,-1-2-1 0 0,-3-2 1 0 0,-89 47-1 0 0,67-48-69 0 0,-1-3 0 0 0,-2-4 0 0 0,-1-3 0 0 0,-145 30 0 0 0,168-49-29 0 0,-67 3 0 0 0,67-11-22 0 0,-1-3-1 0 0,-106-13 1 0 0,115 5 29 0 0,1-3 1 0 0,0-2 0 0 0,-71-28-1 0 0,81 24 43 0 0,1-2 0 0 0,-47-31 0 0 0,55 28-6 0 0,1-2 1 0 0,1-2-1 0 0,1 0 0 0 0,2-2 1 0 0,1-2-1 0 0,1 0 1 0 0,1-1-1 0 0,2-2 1 0 0,1 0-1 0 0,2-2 1 0 0,1 0-1 0 0,1-1 0 0 0,-14-46 1 0 0,16 33-71 0 0,2 0 0 0 0,2-2 0 0 0,2 1 0 0 0,2-2 0 0 0,3 1 0 0 0,2-1 0 0 0,2 1 0 0 0,2-1 0 0 0,15-90 0 0 0,-2 71 22 0 0,3 1-1 0 0,3 1 1 0 0,3 1-1 0 0,3 1 1 0 0,3 1-1 0 0,3 1 1 0 0,58-88-1 0 0,-55 102-63 0 0,3 1 0 0 0,1 3-1 0 0,2 1 1 0 0,3 2 0 0 0,1 2 0 0 0,2 2-1 0 0,2 2 1 0 0,2 2 0 0 0,55-30 0 0 0,-42 33-1059 0 0,2 3 1 0 0,1 3-1 0 0,94-26 1 0 0,30 13-4697 0 0,0 24-3415 0 0,-137 15 6347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2:53.9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295 1470 1568 0 0,'5'-6'10838'0'0,"2"-6"-5421"0"0,3-7-3778 0 0,7-12-3557 0 0,-2 4 2868 0 0,16-36-778 0 0,-2-2 1 0 0,-3 0-1 0 0,32-132 1 0 0,-50 161-59 0 0,-2 0 0 0 0,-1-1 0 0 0,-2 0 0 0 0,-1 1 0 0 0,-2-1 0 0 0,-2 0 0 0 0,-11-65 1 0 0,7 60 109 0 0,-1-59 0 0 0,6 58 8 0 0,-9-56 0 0 0,10 98-198 0 0,-1 0 0 0 0,1 0 0 0 0,0 0 0 0 0,0 0 0 0 0,-1 0 0 0 0,1 0 0 0 0,0 0 0 0 0,-1 0 0 0 0,1 0-1 0 0,-1 0 1 0 0,1 0 0 0 0,-1 0 0 0 0,0 0 0 0 0,1 0 0 0 0,-1 0 0 0 0,0 0 0 0 0,0 1 0 0 0,1-1 0 0 0,-1 0 0 0 0,0 1 0 0 0,0-1-1 0 0,0 0 1 0 0,-2 0 0 0 0,-23 1 922 0 0,23 0-920 0 0,1 1 0 0 0,-1-1 0 0 0,0 0 0 0 0,1 0 0 0 0,-1 0 0 0 0,0 0 0 0 0,0 0-1 0 0,1-1 1 0 0,-1 1 0 0 0,-3-2 0 0 0,4 1-33 0 0,1 0-1 0 0,-1 0 0 0 0,1-1 1 0 0,-1 1-1 0 0,1 0 0 0 0,-1-1 1 0 0,1 1-1 0 0,0-1 1 0 0,-1 1-1 0 0,1-1 0 0 0,0 0 1 0 0,0 0-1 0 0,0 1 1 0 0,0-1-1 0 0,1 0 0 0 0,-1 0 1 0 0,0 0-1 0 0,1 0 1 0 0,0 0-1 0 0,-1 0 0 0 0,1 0 1 0 0,0-4-1 0 0,3-53-182 0 0,-1 31 114 0 0,1-47 246 0 0,-3 75-169 0 0,-1 0 0 0 0,1 0 1 0 0,0-1-1 0 0,0 1 0 0 0,0 0 1 0 0,0 0-1 0 0,-1 0 0 0 0,1-1 0 0 0,0 1 1 0 0,0 0-1 0 0,-1 0 0 0 0,1 0 1 0 0,0 0-1 0 0,0 0 0 0 0,-1 0 0 0 0,1-1 1 0 0,0 1-1 0 0,0 0 0 0 0,-1 0 1 0 0,1 0-1 0 0,0 0 0 0 0,0 0 1 0 0,-1 0-1 0 0,1 0 0 0 0,0 0 0 0 0,-1 0 1 0 0,1 0-1 0 0,0 0 0 0 0,0 0 1 0 0,-1 0-1 0 0,1 1 0 0 0,0-1 0 0 0,0 0 1 0 0,-1 0-1 0 0,1 0 0 0 0,0 0 1 0 0,0 0-1 0 0,-1 0 0 0 0,1 1 0 0 0,0-1 1 0 0,0 0-1 0 0,0 0 0 0 0,-1 0 1 0 0,1 1-1 0 0,0-1 0 0 0,0 1 1 0 0,-20 11 111 0 0,12-6-82 0 0,-14 3-103 0 0,2 2 1 0 0,-38 25 0 0 0,37-22 12 0 0,1 1 0 0 0,1 1 0 0 0,0 1-1 0 0,1 1 1 0 0,1 1 0 0 0,-16 23-1 0 0,0 3-111 0 0,-36 63-1 0 0,85-132-295 0 0,37-44 0 0 0,-29 39 492 0 0,23-36 1 0 0,58-111-8 0 0,-76 128-42 0 0,-20 38 196 0 0,1 1-1 0 0,0 1 1 0 0,0 0-1 0 0,1 0 1 0 0,12-6-1 0 0,-19 12-236 0 0,-2 0 175 0 0,0 1 0 0 0,0 0-1 0 0,0-1 1 0 0,0 1 0 0 0,0 0 0 0 0,0 0 0 0 0,1 0 0 0 0,-1 0 0 0 0,0 1 0 0 0,1-1 0 0 0,-1 1 0 0 0,0-1 0 0 0,1 1 0 0 0,-1 0 0 0 0,1 0 0 0 0,-1 0-1 0 0,0 0 1 0 0,1 0 0 0 0,-1 1 0 0 0,1-1 0 0 0,-1 1 0 0 0,3 0 0 0 0,11 4 25 0 0,1 0-1 0 0,-1 2 0 0 0,0-1 1 0 0,-1 2-1 0 0,1 0 1 0 0,17 13-1 0 0,84 69 174 0 0,-69-51-219 0 0,179 149-57 0 0,-213-176-83 0 0,-10-10-189 0 0,0 1 0 0 0,0 0-1 0 0,0 0 1 0 0,-1 1 0 0 0,1-1-1 0 0,-1 1 1 0 0,3 4 0 0 0,-8 13-24206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2:55.3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225 594 400 0 0,'2'-13'1031'0'0,"1"1"0"0"0,1-1 0 0 0,-1 0 0 0 0,2 1 1 0 0,8-18-1 0 0,-3 12-216 0 0,1-1 0 0 0,23-28 0 0 0,1 7 369 0 0,70-63 0 0 0,-71 75-700 0 0,1 2-1 0 0,1 1 0 0 0,1 2 1 0 0,2 1-1 0 0,0 2 0 0 0,1 2 1 0 0,0 1-1 0 0,66-16 0 0 0,-28 14 166 0 0,0 3-1 0 0,1 4 0 0 0,145-3 1 0 0,-154 15-355 0 0,0 3 0 0 0,1 3 1 0 0,-2 3-1 0 0,1 3 1 0 0,-1 4-1 0 0,-1 2 0 0 0,103 42 1 0 0,-123-39-93 0 0,-1 2 0 0 0,-1 3 0 0 0,-1 1 0 0 0,-1 2 0 0 0,-2 2 0 0 0,-1 2 0 0 0,-2 1 0 0 0,-1 3 0 0 0,-2 1 0 0 0,58 78 0 0 0,-57-60 4 0 0,-3 1 1 0 0,-2 1 0 0 0,-3 2-1 0 0,-3 1 1 0 0,-3 1 0 0 0,-2 2-1 0 0,-3 0 1 0 0,-2 0 0 0 0,-4 2-1 0 0,-2-1 1 0 0,-3 2 0 0 0,-4 115-1 0 0,-7-114-59 0 0,-2-1-1 0 0,-4 0 1 0 0,-2-1-1 0 0,-3 0 1 0 0,-3-1 0 0 0,-3 0-1 0 0,-3-2 1 0 0,-3-1-1 0 0,-2-1 1 0 0,-3-1-1 0 0,-2-2 1 0 0,-64 82 0 0 0,54-88-68 0 0,-3-1 1 0 0,-1-3 0 0 0,-2-2 0 0 0,-3-2 0 0 0,-1-3 0 0 0,-2-2 0 0 0,-118 62-1 0 0,107-70-65 0 0,-1-2-1 0 0,-2-3 0 0 0,-1-3 0 0 0,-1-3 0 0 0,0-4 0 0 0,-1-2 0 0 0,-84 4 1 0 0,109-16 27 0 0,0-2 0 0 0,0-2 0 0 0,1-3 0 0 0,-1-1 0 0 0,1-2 0 0 0,0-3 0 0 0,1-1 0 0 0,0-2 1 0 0,-73-35-1 0 0,72 25-41 0 0,1-1 0 0 0,2-3 0 0 0,1-2 1 0 0,1-1-1 0 0,2-2 0 0 0,1-2 0 0 0,2-2 1 0 0,-56-70-1 0 0,58 60-13 0 0,3-1-1 0 0,2-1 1 0 0,2-1 0 0 0,2-2 0 0 0,2-1 0 0 0,3-1-1 0 0,2 0 1 0 0,-17-85 0 0 0,25 78 13 0 0,2-2-1 0 0,3 1 1 0 0,3-1 0 0 0,3 0 0 0 0,3 0 0 0 0,2 1-1 0 0,22-102 1 0 0,-11 94-185 0 0,4 0-1 0 0,2 1 0 0 0,4 2 0 0 0,2 0 1 0 0,4 2-1 0 0,2 1 0 0 0,3 2 1 0 0,88-112-1 0 0,-95 139-467 0 0,2 2 0 0 0,1 1 0 0 0,2 1-1 0 0,1 2 1 0 0,1 2 0 0 0,58-32 0 0 0,-62 41-673 0 0,0 3 0 0 0,2 1-1 0 0,0 1 1 0 0,0 2 0 0 0,1 1-1 0 0,0 2 1 0 0,1 2 0 0 0,63-3 0 0 0,-74 8-680 0 0,1 2 0 0 0,47 8 0 0 0,-15 2-994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3:01.8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1072 0 0,'8'4'14550'0'0,"-3"-3"-19237"0"0,-4-1 4349 0 0,0 1-1 0 0,0 0 1 0 0,1-1 0 0 0,-1 1-1 0 0,0 0 1 0 0,0 0 0 0 0,0-1 0 0 0,0 1-1 0 0,0 0 1 0 0,0 0 0 0 0,0 0-1 0 0,0 0 1 0 0,0 1 0 0 0,-1-1-1 0 0,1 0 1 0 0,0 2 0 0 0,2 1-998 0 0,2 3-660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3:02.6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1 56 0 0,'0'0'7643'0'0,"2"4"-6316"0"0,-1 6-194 0 0,-4-7-1813 0 0,0 1 0 0 0,0-1 0 0 0,0 1 0 0 0,1-1 0 0 0,-1 1 0 0 0,1 0 0 0 0,0 0 0 0 0,-3 7 0 0 0,3-5-896 0 0,-1-1-235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3:44.5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6 304 0 0,'0'0'13401'0'0,"-8"-6"-12823"0"0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3:46.3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1252 1495 1596 0 0,'-6'23'5859'0'0,"2"33"2159"0"0,-9-35-4809 0 0,10-19-3108 0 0,0 1-1 0 0,-1-1 0 0 0,0 0 1 0 0,1 0-1 0 0,-1 0 0 0 0,0 0 0 0 0,0 0 1 0 0,0-1-1 0 0,0 0 0 0 0,-1 0 1 0 0,1 0-1 0 0,0-1 0 0 0,0 1 0 0 0,0-1 1 0 0,-1 0-1 0 0,1 0 0 0 0,0 0 1 0 0,-1-1-1 0 0,1 1 0 0 0,0-1 1 0 0,0 0-1 0 0,0-1 0 0 0,0 1 0 0 0,-6-3 1 0 0,-9-5-48 0 0,0 0-1 0 0,1-2 1 0 0,-29-20 0 0 0,34 21 19 0 0,-44-31-110 0 0,3-3 0 0 0,1-2 0 0 0,-62-69 0 0 0,82 72 23 0 0,1-1-1 0 0,3-1 0 0 0,-26-52 1 0 0,6 10 109 0 0,5 11 35 0 0,-62-96 263 0 0,97 157-404 0 0,0 0 1 0 0,2 0-1 0 0,-1-1 0 0 0,2 0 1 0 0,0 0-1 0 0,1 0 1 0 0,1-1-1 0 0,-4-25 0 0 0,-7-76 60 0 0,12 99-27 0 0,3 15-7 0 0,-1-1 0 0 0,1 0 1 0 0,-1 1-1 0 0,0-1 0 0 0,0 0 1 0 0,-1 1-1 0 0,1-1 1 0 0,-1 1-1 0 0,0 0 0 0 0,0 0 1 0 0,-4-5-1 0 0,0 4 177 0 0,5 5-206 0 0,1-1-1 0 0,-1 1 1 0 0,1-1 0 0 0,-1 1 0 0 0,0-1 0 0 0,1 0 0 0 0,-1 1-1 0 0,1-1 1 0 0,-1 1 0 0 0,1-1 0 0 0,-1 0 0 0 0,1 1-1 0 0,0-1 1 0 0,-1 0 0 0 0,1 0 0 0 0,0 1 0 0 0,0-1-1 0 0,-1 0 1 0 0,1 0 0 0 0,0 0 0 0 0,0 1 0 0 0,0-1-1 0 0,0 0 1 0 0,0 0 0 0 0,0 0 0 0 0,0-1 0 0 0,0 2 11 0 0,-1-4-4 0 0,0 0 0 0 0,0-1 1 0 0,0 1-1 0 0,1 0 0 0 0,-1 0 1 0 0,1 0-1 0 0,0-1 0 0 0,0 1 1 0 0,1 0-1 0 0,0-5 0 0 0,0-6-17 0 0,-1-114 67 0 0,0 129 308 0 0,0 0-345 0 0,0 0 0 0 0,0 1 0 0 0,0-1 0 0 0,0 0-1 0 0,1 1 1 0 0,-1-1 0 0 0,0 0 0 0 0,0 1 0 0 0,0-1-1 0 0,0 0 1 0 0,0 1 0 0 0,0-1 0 0 0,0 0 0 0 0,0 1 0 0 0,0-1-1 0 0,0 0 1 0 0,-1 0 0 0 0,1 1 0 0 0,0-1 0 0 0,0 0-1 0 0,0 1 1 0 0,0-1 0 0 0,0 0 0 0 0,-1 1 0 0 0,1-1 0 0 0,0 0-1 0 0,0 0 1 0 0,0 1 0 0 0,-1-1 0 0 0,1 0 0 0 0,0 0-1 0 0,0 1 1 0 0,-1-1 0 0 0,1 0 0 0 0,0 0 0 0 0,-1 0-1 0 0,-8 11 51 0 0,-11 20-15 0 0,-79 128-215 0 0,68-92 77 0 0,-26 80 0 0 0,37-92 52 0 0,14-40 23 0 0,3-7-12 0 0,-1 0 1 0 0,2 0-1 0 0,-1 1 0 0 0,1-1 0 0 0,-1 12 0 0 0,3-19 0 0 0,-1-5-74 0 0,1 0 76 0 0,0 1 0 0 0,1-1 0 0 0,-1 0 1 0 0,1 0-1 0 0,0 0 0 0 0,-1 1 0 0 0,3-5 0 0 0,28-98 24 0 0,67-175 147 0 0,-82 220-127 0 0,-13 43-20 0 0,2 1-1 0 0,10-27 1 0 0,-11 35 1 0 0,2-6 10 0 0,0 0 0 0 0,1 0-1 0 0,1 1 1 0 0,0 0 0 0 0,1 1 0 0 0,21-24 0 0 0,-29 37 13 0 0,0-1 0 0 0,1 0 0 0 0,-1 1 0 0 0,1 0 0 0 0,-1-1 0 0 0,1 1 0 0 0,-1 0 0 0 0,1-1 0 0 0,-1 1 0 0 0,1 0 0 0 0,-1 0 0 0 0,1 0 0 0 0,-1 0 0 0 0,1 1 0 0 0,-1-1 0 0 0,1 0 0 0 0,-1 1 1 0 0,1-1-1 0 0,-1 1 0 0 0,0-1 0 0 0,1 1 0 0 0,-1 0 0 0 0,0-1 0 0 0,1 1 0 0 0,-1 0 0 0 0,0 0 0 0 0,0 0 0 0 0,2 2 0 0 0,38 34 411 0 0,-34-31-362 0 0,302 280 846 0 0,-297-276-1102 0 0,62 49-202 0 0,-22-28-4084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4:36.3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7868 1788 0 0,'-8'-15'5615'0'0,"4"1"-2884"0"0,3 5-1485 0 0,1 8-905 0 0,2-29 2490 0 0,3 14-2561 0 0,-2 0-1 0 0,0-1 1 0 0,-1 1-1 0 0,1-23 1 0 0,-1 5-69 0 0,63-421 904 0 0,-65 454-1104 0 0,180-939 611 0 0,-107 647-618 0 0,128-332 0 0 0,-78 327 32 0 0,188-329 0 0 0,229-242 143 0 0,139-10-196 0 0,78 64 115 0 0,24 90-117 0 0,-81 79 599 0 0,-571 508-258 0 0,39-35 228 0 0,-157 162-435 0 0,-1 0 0 0 0,0 0 1 0 0,-1-1-1 0 0,0-1 0 0 0,-1 1 0 0 0,11-24 1 0 0,-8 16 72 0 0,-10 20-173 0 0,-1 0 0 0 0,0-1 0 0 0,0 1-1 0 0,0 0 1 0 0,0-1 0 0 0,0 1 0 0 0,0 0-1 0 0,0-1 1 0 0,0 1 0 0 0,0 0 0 0 0,0-1-1 0 0,0 1 1 0 0,0 0 0 0 0,0-1 0 0 0,0 1 0 0 0,0 0-1 0 0,0-1 1 0 0,0 1 0 0 0,0 0 0 0 0,0-1-1 0 0,0 1 1 0 0,-1 0 0 0 0,1-1 0 0 0,0 1-1 0 0,0 0 1 0 0,0 0 0 0 0,0-1 0 0 0,-1 1 0 0 0,1 0-1 0 0,0 0 1 0 0,0-1 0 0 0,-1 1 0 0 0,1 0-1 0 0,-1-1 1 0 0,-16-6-132 0 0,-19 0-209 0 0,36 7 338 0 0,-343-26 238 0 0,338 27-134 0 0,-1-1 0 0 0,1 1-1 0 0,0 1 1 0 0,-1-1 0 0 0,-9 5 0 0 0,-2 0 289 0 0,17-6-389 0 0,0 0 0 0 0,-1 0 1 0 0,1 0-1 0 0,0 0 0 0 0,0 0 0 0 0,0 0 1 0 0,0 0-1 0 0,-1 0 0 0 0,1 0 1 0 0,0 0-1 0 0,0 0 0 0 0,0 0 1 0 0,0 0-1 0 0,-1 1 0 0 0,1-1 0 0 0,0 0 1 0 0,0 0-1 0 0,0 0 0 0 0,0 0 1 0 0,0 0-1 0 0,-1 0 0 0 0,1 1 1 0 0,0-1-1 0 0,0 0 0 0 0,0 0 0 0 0,0 0 1 0 0,0 0-1 0 0,0 0 0 0 0,0 1 1 0 0,0-1-1 0 0,0 0 0 0 0,0 0 1 0 0,0 0-1 0 0,0 1 0 0 0,0-1 1 0 0,0 0-1 0 0,0 0 0 0 0,0 0 0 0 0,0 0 1 0 0,0 1-1 0 0,0-1 0 0 0,0 0 1 0 0,0 0-1 0 0,0 0 0 0 0,0 1 1 0 0,0-1-1 0 0,0 0 0 0 0,0 0 0 0 0,0 0 1 0 0,0 0-1 0 0,0 0 0 0 0,1 1 1 0 0,-1-1-1 0 0,0 0 0 0 0,0 0 1 0 0,0 0-1 0 0,0 0 0 0 0,16 12 122 0 0,23 6-20 0 0,19 2-20 0 0,1-3-1 0 0,1-3 1 0 0,90 11-1 0 0,-144-24-28 0 0,1 0 0 0 0,0 0 0 0 0,-1 1 0 0 0,0-1 0 0 0,1 2 0 0 0,-1-1 0 0 0,10 6 0 0 0,-14-7-25 0 0,0 0 0 0 0,-1 1 0 0 0,1-1-1 0 0,-1 0 1 0 0,0 1 0 0 0,0 0-1 0 0,1-1 1 0 0,-1 1 0 0 0,0 0-1 0 0,0-1 1 0 0,0 1 0 0 0,-1 0 0 0 0,1 0-1 0 0,0 0 1 0 0,-1 0 0 0 0,1 0-1 0 0,-1 0 1 0 0,0 0 0 0 0,1 0-1 0 0,-1 0 1 0 0,0 0 0 0 0,0 0 0 0 0,0 0-1 0 0,-1 0 1 0 0,1 0 0 0 0,0 0-1 0 0,-1 0 1 0 0,1 0 0 0 0,-2 2 0 0 0,-9 30-26 0 0,-17 40 0 0 0,-49 81-2101 0 0,2-7-8031 0 0,47-87 1603 0 0,23-43 5679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5:16.8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644 682 1680 0 0,'0'-17'1106'0'0,"1"-1"0"0"0,1 0 0 0 0,1 1 0 0 0,5-18 0 0 0,-4 18-580 0 0,2 0-1 0 0,1 1 1 0 0,14-28-1 0 0,-9 24-347 0 0,1 1 0 0 0,1 0 0 0 0,1 1 0 0 0,0 1 0 0 0,1 1 0 0 0,1 0 0 0 0,20-15 0 0 0,14-6 215 0 0,2 1 0 0 0,1 3 0 0 0,2 2 0 0 0,110-44 0 0 0,-92 50-4 0 0,1 2 1 0 0,1 4 0 0 0,121-15-1 0 0,-85 25 21 0 0,0 4 0 0 0,0 6 0 0 0,0 4 0 0 0,0 5 0 0 0,196 44 1 0 0,-227-34-179 0 0,-1 3 1 0 0,-2 4 0 0 0,0 3 0 0 0,106 58 0 0 0,-137-62-84 0 0,-1 3 0 0 0,-2 1 0 0 0,-1 3 0 0 0,-2 1 0 0 0,-1 2 0 0 0,-1 2 0 0 0,65 84 0 0 0,-65-63 123 0 0,-2 1 0 0 0,-3 1 0 0 0,-3 3 0 0 0,-3 0 0 0 0,-3 2 0 0 0,31 121-1 0 0,-30-68 218 0 0,-6 2-1 0 0,-5-1 0 0 0,-1 134 1 0 0,-15-184-297 0 0,-2 0-1 0 0,-4 0 1 0 0,-2-1 0 0 0,-4 0-1 0 0,-2-1 1 0 0,-41 109 0 0 0,26-101 36 0 0,-4-2 1 0 0,-3-1 0 0 0,-4-1-1 0 0,-2-3 1 0 0,-72 89-1 0 0,32-62-40 0 0,-4-4 0 0 0,-4-4-1 0 0,-4-3 1 0 0,-3-5 0 0 0,-4-4-1 0 0,-3-5 1 0 0,-2-4 0 0 0,-4-5 0 0 0,-221 88-1 0 0,263-124-160 0 0,0-3 1 0 0,-2-3-1 0 0,-1-3 0 0 0,0-4 0 0 0,-1-3 0 0 0,-87 2 1 0 0,110-12 2 0 0,1-2 1 0 0,0-2 0 0 0,0-2 0 0 0,0-3 0 0 0,1-1 0 0 0,0-3 0 0 0,1-2 0 0 0,1-2-1 0 0,0-1 1 0 0,-49-29 0 0 0,8-5-93 0 0,2-4 1 0 0,3-3-1 0 0,-109-101 0 0 0,132 102-28 0 0,2-2 0 0 0,2-2 0 0 0,4-3 0 0 0,-73-120 0 0 0,98 138 80 0 0,2-2 0 0 0,3 0 0 0 0,1-2 0 0 0,3 0 1 0 0,2-1-1 0 0,-12-78 0 0 0,19 64-2 0 0,2 0 1 0 0,3-1-1 0 0,4 1 0 0 0,15-122 0 0 0,0 101-5 0 0,3 0 0 0 0,4 2 0 0 0,3 1 0 0 0,4 1 0 0 0,4 2-1 0 0,4 1 1 0 0,2 1 0 0 0,71-99 0 0 0,-31 67-81 0 0,4 4 1 0 0,6 3-1 0 0,116-104 1 0 0,-119 131-727 0 0,3 4 1 0 0,3 4 0 0 0,3 4 0 0 0,111-55 0 0 0,-145 89-1495 0 0,2 2 0 0 0,117-34 0 0 0,-136 51 416 0 0,0 3 0 0 0,0 1-1 0 0,1 2 1 0 0,-1 2 0 0 0,56 3-1 0 0,-25 7-1153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5:18.9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2615 36 900 0 0,'22'-17'6703'0'0,"0"-1"-2866"0"0,-31 17 1287 0 0,-50 15-4207 0 0,-81 41-554 0 0,3 7 0 0 0,-143 87 0 0 0,-245 183 908 0 0,377-235-774 0 0,75-49-300 0 0,-726 469 827 0 0,549-377-665 0 0,44-27 84 0 0,199-108-437 0 0,-18 6-65 0 0,25-11 16 0 0,28-27-11538 0 0,-21 13 5170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5:19.3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170 3 384 0 0,'13'-1'6622'0'0,"-6"0"-5438"0"0,1 1 1 0 0,-1-1 0 0 0,1 2 0 0 0,8 0 0 0 0,-15-1-1107 0 0,0 0-1 0 0,0 0 1 0 0,0 0 0 0 0,0 0 0 0 0,-1 0 0 0 0,1 1 0 0 0,0-1 0 0 0,0 0-1 0 0,0 1 1 0 0,0-1 0 0 0,0 0 0 0 0,-1 1 0 0 0,1-1 0 0 0,0 1 0 0 0,0 0-1 0 0,-1-1 1 0 0,1 1 0 0 0,0-1 0 0 0,-1 1 0 0 0,1 0 0 0 0,0 0-1 0 0,-1-1 1 0 0,1 1 0 0 0,-1 0 0 0 0,0 0 0 0 0,1 0 0 0 0,-1-1 0 0 0,0 1-1 0 0,1 0 1 0 0,-1 0 0 0 0,0 0 0 0 0,0 0 0 0 0,0 0 0 0 0,1 0 0 0 0,-1 0-1 0 0,0 0 1 0 0,-1 0 0 0 0,1-1 0 0 0,0 1 0 0 0,0 0 0 0 0,0 1-1 0 0,-3 6 201 0 0,-1 0 0 0 0,0-1 0 0 0,0 1 0 0 0,0-1 0 0 0,-1 0 0 0 0,0-1 0 0 0,-11 13 0 0 0,-1 2 106 0 0,-46 53 408 0 0,41-49-607 0 0,0 2 0 0 0,1 0 0 0 0,2 1 0 0 0,-19 35 0 0 0,37-63-185 0 0,1 1 1 0 0,0-1-1 0 0,-1 1 1 0 0,1 0 0 0 0,0-1-1 0 0,0 1 1 0 0,0 0-1 0 0,-1-1 1 0 0,1 1-1 0 0,0 0 1 0 0,0 0-1 0 0,0-1 1 0 0,0 1-1 0 0,0 0 1 0 0,0-1-1 0 0,0 1 1 0 0,0 0-1 0 0,1-1 1 0 0,-1 1 0 0 0,0 0-1 0 0,0-1 1 0 0,0 1-1 0 0,1 0 1 0 0,-1-1-1 0 0,0 1 1 0 0,1 1-1 0 0,1-1-1 0 0,-1 0-1 0 0,0-1 0 0 0,0 1 0 0 0,1 0 1 0 0,-1 0-1 0 0,0 0 0 0 0,1-1 1 0 0,-1 1-1 0 0,1-1 0 0 0,-1 1 0 0 0,0-1 1 0 0,3 1-1 0 0,49 1-46 0 0,-44-3 56 0 0,251 7-39 0 0,-197-2-818 0 0,0 4-1 0 0,67 16 1 0 0,-93-15 43 0 0,-2-2-1583 0 0,0 2 0 0 0,0 1 1 0 0,-1 2-1 0 0,-1 1 1 0 0,47 25-1 0 0,-52-20-254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16.1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1 231 1264 0 0,'8'-12'832'0'0,"2"1"-1"0"0,-1 0 1 0 0,1 0-1 0 0,0 1 0 0 0,1 0 1 0 0,15-10-1 0 0,-6 7-258 0 0,1 0 0 0 0,0 1 0 0 0,28-10-1 0 0,-1 4 64 0 0,0 3-1 0 0,94-18 1 0 0,-86 25-343 0 0,0 1 0 0 0,1 3 1 0 0,-1 3-1 0 0,1 2 1 0 0,-1 3-1 0 0,78 14 0 0 0,-67-3-84 0 0,0 3-1 0 0,-1 2 1 0 0,-1 3-1 0 0,110 58 1 0 0,-91-34-39 0 0,-3 4 0 0 0,-2 4 1 0 0,-2 3-1 0 0,-3 3 0 0 0,-3 4 0 0 0,-3 3 0 0 0,109 138 0 0 0,-61-46 48 0 0,-7 6-1 0 0,-8 3 0 0 0,156 362 0 0 0,-216-429 82 0 0,-5 2 0 0 0,-5 1 0 0 0,-4 1-1 0 0,20 173 1 0 0,-36-146 118 0 0,-6 0-1 0 0,-14 160 1 0 0,-1-187-290 0 0,-6-1 1 0 0,-3 0-1 0 0,-42 127 1 0 0,39-167 46 0 0,-3-1 1 0 0,-3 0-1 0 0,-2-2 0 0 0,-3-2 1 0 0,-45 62-1 0 0,49-82 5 0 0,-2-2-1 0 0,-1-1 0 0 0,-2-2 0 0 0,-1-1 0 0 0,-2-2 0 0 0,-1-2 1 0 0,-1-1-1 0 0,-45 25 0 0 0,53-38-143 0 0,0-1 0 0 0,-1-1 0 0 0,-1-1 0 0 0,0-2 0 0 0,-1-2-1 0 0,0-1 1 0 0,-1-1 0 0 0,1-2 0 0 0,-1-1 0 0 0,0-2 0 0 0,0-2 0 0 0,0-1 0 0 0,0-1 0 0 0,0-2 0 0 0,1-2 0 0 0,0-1-1 0 0,0-2 1 0 0,0-1 0 0 0,-40-18 0 0 0,13 1-10 0 0,2-4 1 0 0,1-1-1 0 0,2-3 0 0 0,-59-48 0 0 0,13-2-61 0 0,-98-105-1 0 0,165 152 83 0 0,2-1 1 0 0,2-1-1 0 0,1-2 0 0 0,2-1 1 0 0,3-1-1 0 0,1-1 1 0 0,-25-66-1 0 0,-3-38 130 0 0,-44-214 0 0 0,2-163-68 0 0,36-112 240 0 0,33 266-86 0 0,-14-194-400 0 0,38 505 25 0 0,3 1 0 0 0,2-1 1 0 0,2 1-1 0 0,4 1 1 0 0,2-1-1 0 0,2 2 0 0 0,3 0 1 0 0,25-57-1 0 0,-36 101-195 0 0,1 1 0 0 0,0 0 1 0 0,1 0-1 0 0,0 0 0 0 0,1 1 0 0 0,0 1 0 0 0,1-1 0 0 0,1 2 0 0 0,-1-1 0 0 0,2 1 1 0 0,-1 1-1 0 0,1 0 0 0 0,1 1 0 0 0,0 0 0 0 0,0 1 0 0 0,0 0 0 0 0,1 1 1 0 0,0 1-1 0 0,0 0 0 0 0,20-4 0 0 0,12 0-2559 0 0,1 2 0 0 0,0 2 0 0 0,1 2 0 0 0,63 4 0 0 0,-65 3 351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17.5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1437 58 1812 0 0,'16'-15'10125'0'0,"0"-1"-7191"0"0,29-8-615 0 0,-39 22-1417 0 0,-6 3-71 0 0,-21 17 214 0 0,-141 119-439 0 0,-159 175 0 0 0,143-134-427 0 0,-580 605 644 0 0,736-758-950 0 0,-36 38-2395 0 0,59-70-5472 0 0,3-23 189 0 0,-4 21 5351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17.9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164 68 1368 0 0,'15'-23'5634'0'0,"-13"19"-5046"0"0,1-1-1 0 0,0 1 1 0 0,-1 0 0 0 0,1 0 0 0 0,1 1-1 0 0,-1-1 1 0 0,0 0 0 0 0,1 1 0 0 0,0 0-1 0 0,4-3 1 0 0,-26 47 3066 0 0,-80 151-1443 0 0,8-19-1338 0 0,88-170-845 0 0,0 1 1 0 0,1-1-1 0 0,0 1 0 0 0,-1-1 1 0 0,1 1-1 0 0,0 0 0 0 0,1-1 0 0 0,-1 1 1 0 0,1 0-1 0 0,0 0 0 0 0,-1 0 0 0 0,2 6 1 0 0,0-8-21 0 0,0-1 1 0 0,-1 1 0 0 0,1 0 0 0 0,0 0-1 0 0,0-1 1 0 0,0 1 0 0 0,0-1 0 0 0,1 1-1 0 0,-1-1 1 0 0,0 0 0 0 0,1 1 0 0 0,-1-1-1 0 0,1 0 1 0 0,-1 0 0 0 0,1 0-1 0 0,0 0 1 0 0,-1 0 0 0 0,1 0 0 0 0,0 0-1 0 0,0-1 1 0 0,-1 1 0 0 0,1-1 0 0 0,0 1-1 0 0,0-1 1 0 0,0 0 0 0 0,3 0 0 0 0,71 10-76 0 0,-24-4-256 0 0,0 2 1 0 0,97 28 0 0 0,-133-30-468 0 0,0 1 0 0 0,0 0 0 0 0,-1 1 0 0 0,0 0 0 0 0,17 14 0 0 0,-23-14-363 0 0,0-1 1 0 0,-1 1-1 0 0,0 1 0 0 0,0 0 1 0 0,0 0-1 0 0,-2 0 0 0 0,1 1 1 0 0,8 18-1 0 0,-4-1-1584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26.9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 55 128 0 0,'-6'-9'4752'0'0,"1"-3"3015"0"0,5 11-7649 0 0,1 0 0 0 0,-1 1-1 0 0,1-1 1 0 0,0 0 0 0 0,-1 0-1 0 0,1 0 1 0 0,0 1 0 0 0,-1-1-1 0 0,1 0 1 0 0,0 1 0 0 0,0-1 0 0 0,0 0-1 0 0,0 1 1 0 0,-1-1 0 0 0,1 1-1 0 0,2-1 1 0 0,6-3 8 0 0,-1 0-1 0 0,1 1 1 0 0,1 1 0 0 0,-1-1-1 0 0,0 1 1 0 0,1 1 0 0 0,16-1-1 0 0,70 4 35 0 0,-86-2-112 0 0,37 5-148 0 0,0 2-1 0 0,0 3 0 0 0,0 1 1 0 0,48 19-1 0 0,-41-5-2825 0 0,-19-8-6076 0 0,-28-15 7012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27.3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146 26 1484 0 0,'0'-1'339'0'0,"0"0"1"0"0,0 0-1 0 0,0 0 0 0 0,0 0 0 0 0,0 0 0 0 0,0 0 0 0 0,0 0 1 0 0,-1 0-1 0 0,1 0 0 0 0,0 1 0 0 0,0-1 0 0 0,-1 0 1 0 0,1 0-1 0 0,0 0 0 0 0,-1 0 0 0 0,1 0 0 0 0,-1 1 1 0 0,1-1-1 0 0,-1 0 0 0 0,0 1 0 0 0,1-1 0 0 0,-1 0 0 0 0,0 1 1 0 0,1-1-1 0 0,-1 0 0 0 0,0 1 0 0 0,0-1 0 0 0,0 1 1 0 0,1 0-1 0 0,-1-1 0 0 0,0 1 0 0 0,-2-1 0 0 0,0 1-85 0 0,0 0-1 0 0,0 0 0 0 0,0 0 1 0 0,0 0-1 0 0,0 1 1 0 0,0-1-1 0 0,1 1 0 0 0,-1 0 1 0 0,0-1-1 0 0,-5 4 1 0 0,-1-1-256 0 0,1 2 1 0 0,-1-1 0 0 0,1 1 0 0 0,0 1-1 0 0,0-1 1 0 0,-10 10 0 0 0,13-9 36 0 0,3-4-37 0 0,0 0 1 0 0,0 0 0 0 0,1 0-1 0 0,-1 0 1 0 0,0 0 0 0 0,1 0-1 0 0,-1 1 1 0 0,1-1 0 0 0,0 1 0 0 0,-1 2-1 0 0,2-3-3 0 0,0-1 0 0 0,0 1 0 0 0,0-1 0 0 0,1 0 1 0 0,-1 1-1 0 0,0-1 0 0 0,1 1 0 0 0,-1-1 0 0 0,1 0 0 0 0,0 1 0 0 0,-1-1 0 0 0,1 0 0 0 0,0 0 0 0 0,0 1 0 0 0,0-1 0 0 0,0 0 0 0 0,0 0 0 0 0,0 0 0 0 0,0 0 0 0 0,0 0 0 0 0,0 0 0 0 0,1-1 0 0 0,1 2 0 0 0,47 32-111 0 0,-24-17 38 0 0,26 22 0 0 0,-45-33 71 0 0,-1 0 0 0 0,0 0 0 0 0,0 0 0 0 0,-1 0 0 0 0,0 1 0 0 0,0 0 0 0 0,0 0 1 0 0,6 15-1 0 0,-9-17 28 0 0,-1 0 0 0 0,0 0 0 0 0,0 0 1 0 0,-1 0-1 0 0,1 1 0 0 0,-1-1 1 0 0,0 0-1 0 0,-1 0 0 0 0,1 0 0 0 0,-1 0 1 0 0,0 1-1 0 0,0-1 0 0 0,-1 0 0 0 0,1 0 1 0 0,-1-1-1 0 0,0 1 0 0 0,0 0 0 0 0,-1-1 1 0 0,0 1-1 0 0,1-1 0 0 0,-2 0 0 0 0,1 0 1 0 0,0 0-1 0 0,-6 5 0 0 0,-2 2-462 0 0,0 0 0 0 0,-1-1 0 0 0,0-1-1 0 0,0 0 1 0 0,-1 0 0 0 0,-28 13 0 0 0,16-17-2998 0 0,25-5 3087 0 0,-1 0 1 0 0,0 0-1 0 0,0-1 0 0 0,0 1 0 0 0,1 0 1 0 0,-1 0-1 0 0,0-1 0 0 0,0 1 1 0 0,0 0-1 0 0,1-1 0 0 0,-1 1 1 0 0,0-1-1 0 0,1 1 0 0 0,-1-1 0 0 0,0 1 1 0 0,1-1-1 0 0,-2 0 0 0 0,0-4-1816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27.6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 60 1972 0 0,'0'-60'13344'0'0,"-13"100"-11311"0"0,4-2-1849 0 0,3 1 1 0 0,0 0-1 0 0,3 0 1 0 0,1 0-1 0 0,2 0 1 0 0,6 45-1 0 0,1-35-1438 0 0,25 81-1 0 0,-28-107-566 0 0,-4-19-2240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28.1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79 44 0 0,'2'-2'4545'0'0,"7"-3"-2491"0"0,42-4-1512 0 0,1 1-1 0 0,-1 4 1 0 0,86 2 0 0 0,-14 0-297 0 0,-72 0 152 0 0,0-3 1 0 0,0-2-1 0 0,80-21 0 0 0,-108 23 716 0 0,-41 15 1404 0 0,-1-3-2234 0 0,1 2 1 0 0,0 1-1 0 0,1 0 1 0 0,-25 19-1 0 0,33-22-252 0 0,-1 1-1 0 0,1 0 0 0 0,1 0 1 0 0,0 1-1 0 0,0 0 1 0 0,0 1-1 0 0,1 0 0 0 0,-10 20 1 0 0,15-27-28 0 0,1-1 0 0 0,0 1 0 0 0,0-1 0 0 0,0 1 0 0 0,1 0 0 0 0,-1-1 0 0 0,1 1 0 0 0,-1 0 0 0 0,1 0 0 0 0,0-1 0 0 0,0 1 0 0 0,0 0 0 0 0,0 0 0 0 0,1 0 0 0 0,-1-1 0 0 0,1 1 0 0 0,0 0 0 0 0,0-1 0 0 0,1 5 0 0 0,0-5-4 0 0,-1 0 0 0 0,1-1 0 0 0,-1 1 0 0 0,1-1 0 0 0,-1 1 0 0 0,1-1 0 0 0,0 1 0 0 0,0-1 0 0 0,-1 0 0 0 0,1 0 0 0 0,0 0 0 0 0,0 0 0 0 0,0 0 0 0 0,0 0 0 0 0,0-1 0 0 0,1 1 0 0 0,-1-1 0 0 0,0 0 0 0 0,0 1 0 0 0,0-1 0 0 0,0 0 0 0 0,1 0 0 0 0,-1 0 0 0 0,0 0 0 0 0,3-1 0 0 0,6 0-129 0 0,-1-1 0 0 0,1 0 0 0 0,-1 0-1 0 0,0-1 1 0 0,0 0 0 0 0,0-1-1 0 0,0 0 1 0 0,0-1 0 0 0,-1 0-1 0 0,0 0 1 0 0,0-1 0 0 0,0 0 0 0 0,-1 0-1 0 0,0-1 1 0 0,0 0 0 0 0,-1-1-1 0 0,0 0 1 0 0,0 0 0 0 0,0-1-1 0 0,-1 1 1 0 0,-1-1 0 0 0,9-17 0 0 0,-11 15 380 0 0,1-1 0 0 0,-2 1 1 0 0,1-1-1 0 0,0-14 1 0 0,-2 39-230 0 0,1-1 1 0 0,0 1-1 0 0,1-1 1 0 0,1 0-1 0 0,6 16 1 0 0,1 3-687 0 0,2 1-1853 0 0,-11-30 1611 0 0,0 1-1 0 0,0 0 1 0 0,0-1-1 0 0,0 1 1 0 0,0-1 0 0 0,1 0-1 0 0,-1 0 1 0 0,4 3-1 0 0,-1-1-1222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28.5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26 584 0 0,'-2'-25'7451'0'0,"1"43"-3084"0"0,1 4-3878 0 0,0 1 1 0 0,1 0-1 0 0,2-1 0 0 0,7 32 1 0 0,-10-54-500 0 0,0 1 1 0 0,0 0-1 0 0,0-1 0 0 0,0 1 1 0 0,0-1-1 0 0,0 1 1 0 0,1 0-1 0 0,-1-1 0 0 0,0 1 1 0 0,1-1-1 0 0,-1 1 1 0 0,0-1-1 0 0,1 1 0 0 0,-1-1 1 0 0,0 1-1 0 0,1-1 1 0 0,-1 1-1 0 0,1-1 0 0 0,-1 1 1 0 0,1-1-1 0 0,-1 0 1 0 0,1 1-1 0 0,-1-1 0 0 0,1 0 1 0 0,0 1-1 0 0,-1-1 1 0 0,1 0-1 0 0,-1 0 0 0 0,1 0 1 0 0,1 1-1 0 0,-1-2-9 0 0,1 1-1 0 0,-1 0 0 0 0,1-1 1 0 0,-1 1-1 0 0,0-1 0 0 0,1 0 1 0 0,-1 1-1 0 0,0-1 1 0 0,1 0-1 0 0,-1 0 0 0 0,0 0 1 0 0,0 0-1 0 0,1-1 1 0 0,35-43-259 0 0,-32 38 297 0 0,2-2-18 0 0,0 0 0 0 0,1 0 0 0 0,0 0-1 0 0,0 1 1 0 0,1 1 0 0 0,0-1 0 0 0,11-6 0 0 0,-17 12 6 0 0,0 1-1 0 0,0-1 1 0 0,0 1-1 0 0,0-1 1 0 0,0 1-1 0 0,0 0 1 0 0,0 0-1 0 0,0 1 1 0 0,0-1-1 0 0,1 1 1 0 0,-1-1 0 0 0,0 1-1 0 0,0 0 1 0 0,1 0-1 0 0,-1 0 1 0 0,0 1-1 0 0,0-1 1 0 0,1 1-1 0 0,-1 0 1 0 0,0 0-1 0 0,0 0 1 0 0,0 0-1 0 0,0 0 1 0 0,0 1 0 0 0,0 0-1 0 0,0-1 1 0 0,-1 1-1 0 0,1 0 1 0 0,2 3-1 0 0,5 4-134 0 0,-2 2-1 0 0,1-1 0 0 0,-1 1 0 0 0,-1 0 0 0 0,0 1 1 0 0,0-1-1 0 0,7 20 0 0 0,-8-19-569 0 0,-3-5-173 0 0,4 8-2311 0 0,-5-5-1726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28.8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 25 1216 0 0,'-1'-16'2630'0'0,"1"8"4064"0"0,6 23-3838 0 0,0 10-1572 0 0,6 40 1 0 0,-4-13-452 0 0,7 24-208 0 0,-4 1 0 0 0,4 120 0 0 0,-15-197-626 0 0,0 1 0 0 0,0-1 0 0 0,0 0 0 0 0,0 0 0 0 0,-1 0 0 0 0,1 1 0 0 0,0-1 0 0 0,0 0 0 0 0,0 0 0 0 0,0 0 0 0 0,0 1 0 0 0,0-1 0 0 0,0 0 0 0 0,-1 0 0 0 0,1 0 0 0 0,0 0 0 0 0,0 1 0 0 0,0-1 0 0 0,0 0 0 0 0,-1 0 0 0 0,1 0 0 0 0,0 0 0 0 0,0 0 0 0 0,0 0 0 0 0,-1 0 0 0 0,1 1 0 0 0,0-1 0 0 0,0 0 0 0 0,-1 0 0 0 0,1 0 0 0 0,0 0 0 0 0,0 0 0 0 0,0 0 0 0 0,-1 0 0 0 0,1 0 0 0 0,0 0 0 0 0,0 0 0 0 0,-1 0 0 0 0,1-1 0 0 0,-16-2-61 0 0,-12-10-132 0 0,23 11 127 0 0,1 0 1 0 0,-1-1-1 0 0,1 0 1 0 0,0 0-1 0 0,0 0 1 0 0,0 0-1 0 0,0-1 1 0 0,0 0-1 0 0,1 1 1 0 0,0-1-1 0 0,-5-8 1 0 0,7 10 41 0 0,0-1 1 0 0,0 1 0 0 0,1 0-1 0 0,-1-1 1 0 0,1 1 0 0 0,-1-1-1 0 0,1 0 1 0 0,0 1 0 0 0,0-1-1 0 0,0 1 1 0 0,1-1 0 0 0,-1 1-1 0 0,0-1 1 0 0,1 1 0 0 0,0-1-1 0 0,0 1 1 0 0,-1 0 0 0 0,1-1-1 0 0,1 1 1 0 0,-1 0 0 0 0,0-1 0 0 0,0 1-1 0 0,1 0 1 0 0,-1 0 0 0 0,4-3-1 0 0,-2 2-25 0 0,0-1-1 0 0,0 0 1 0 0,1 1 0 0 0,-1 0-1 0 0,1 0 1 0 0,0 0 0 0 0,0 0-1 0 0,0 0 1 0 0,0 1-1 0 0,0 0 1 0 0,1 0 0 0 0,-1 0-1 0 0,1 0 1 0 0,-1 1-1 0 0,1-1 1 0 0,0 1 0 0 0,8 0-1 0 0,-8 0-306 0 0,1 1 1 0 0,0 1-1 0 0,0-1 0 0 0,-1 1 1 0 0,1 0-1 0 0,5 2 0 0 0,-3 0-1141 0 0,0 0-1 0 0,0 0 1 0 0,14 9-1 0 0,-8-5-2455 0 0,-7-3 1852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29.2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44 335 468 0 0,'-1'6'10205'0'0,"-3"5"-5370"0"0,-2 6-4347 0 0,0-1-1 0 0,-2 20 1 0 0,2 4-12 0 0,0 8-788 0 0,4-16-4084 0 0</inkml:trace>
  <inkml:trace contextRef="#ctx0" brushRef="#br0" timeOffset="1">44 80 1312 0 0,'-43'-79'11495'0'0,"48"133"-19059"0"0,-3-41 5579 0 0,-2 1-49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29.5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0 162 1788 0 0,'0'0'3851'0'0,"6"12"1727"0"0,6 12-3680 0 0,-9-6-970 0 0,0-1 1 0 0,-2 0-1 0 0,0 22 0 0 0,-1-39-924 0 0,2 0-50 0 0,0 0 28 0 0,0-1 0 0 0,-1 0-1 0 0,1 1 1 0 0,0-1 0 0 0,0 0 0 0 0,-1 0-1 0 0,1 0 1 0 0,0 0 0 0 0,-1 0 0 0 0,1 0-1 0 0,-1 0 1 0 0,0-1 0 0 0,1 1 0 0 0,-1 0-1 0 0,0-1 1 0 0,2-2 0 0 0,20-33-74 0 0,-17 27 62 0 0,33-65 5 0 0,-30 55-2 0 0,1 0 0 0 0,1 1 1 0 0,0 0-1 0 0,1 1 0 0 0,15-17 1 0 0,-26 34 10 0 0,0 0 0 0 0,-1 0-1 0 0,1 0 1 0 0,0 0 0 0 0,0 0 0 0 0,0 0 0 0 0,0 0 0 0 0,0 0 0 0 0,0 0 0 0 0,0 1-1 0 0,0-1 1 0 0,0 0 0 0 0,0 1 0 0 0,0-1 0 0 0,0 1 0 0 0,1-1 0 0 0,-1 1 0 0 0,0 0 0 0 0,0-1-1 0 0,1 1 1 0 0,-1 0 0 0 0,0 0 0 0 0,0 0 0 0 0,1 0 0 0 0,-1 0 0 0 0,0 0 0 0 0,0 0-1 0 0,1 0 1 0 0,-1 1 0 0 0,0-1 0 0 0,0 0 0 0 0,1 1 0 0 0,-1-1 0 0 0,0 1 0 0 0,0 0-1 0 0,0-1 1 0 0,0 1 0 0 0,0 0 0 0 0,0-1 0 0 0,0 1 0 0 0,0 0 0 0 0,0 0 0 0 0,0 0 0 0 0,0 0-1 0 0,-1 0 1 0 0,1 0 0 0 0,0 0 0 0 0,-1 0 0 0 0,1 0 0 0 0,0 1 0 0 0,-1-1 0 0 0,1 2-1 0 0,4 8-551 0 0,0 1-1 0 0,-1 0 0 0 0,0 1 0 0 0,2 13 0 0 0,-4-17-247 0 0,15 56-6654 0 0,-11-49 5238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0.1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234 97 840 0 0,'-2'-1'490'0'0,"0"-1"-1"0"0,0 0 1 0 0,-1 1 0 0 0,1 0 0 0 0,0-1-1 0 0,0 1 1 0 0,-1 0 0 0 0,1 0-1 0 0,-1 0 1 0 0,1 0 0 0 0,-1 1-1 0 0,1-1 1 0 0,-1 1 0 0 0,1-1-1 0 0,-1 1 1 0 0,0 0 0 0 0,1 0-1 0 0,-4 1 1 0 0,1 0-184 0 0,-1 0 0 0 0,1 0 0 0 0,1 1 0 0 0,-1 0 0 0 0,0 0 0 0 0,0 0 0 0 0,1 0 0 0 0,-9 6 0 0 0,3 0-185 0 0,0 0-1 0 0,0 1 1 0 0,0 0 0 0 0,1 1 0 0 0,1 0-1 0 0,-11 16 1 0 0,17-25-113 0 0,1 1 0 0 0,0-1 0 0 0,0 0 0 0 0,0 1 0 0 0,1 0 0 0 0,-1-1 1 0 0,0 1-1 0 0,1-1 0 0 0,-1 1 0 0 0,1 0 0 0 0,-1-1 0 0 0,1 1 0 0 0,0 0 0 0 0,0-1 0 0 0,-1 1 0 0 0,1 0 0 0 0,1 0 0 0 0,-1 2 0 0 0,0-3-9 0 0,1 0 0 0 0,0-1 0 0 0,-1 1 0 0 0,1 0-1 0 0,-1-1 1 0 0,1 1 0 0 0,0 0 0 0 0,0-1 0 0 0,-1 1 0 0 0,1-1 0 0 0,0 1 0 0 0,0-1 0 0 0,0 1 0 0 0,0-1 0 0 0,-1 0 0 0 0,1 1-1 0 0,0-1 1 0 0,0 0 0 0 0,0 0 0 0 0,0 0 0 0 0,0 1 0 0 0,0-1 0 0 0,1 0 0 0 0,8-1-57 0 0,0 1 0 0 0,0-1 0 0 0,0-1 0 0 0,14-4-1 0 0,-20 5 33 0 0,8-2-29 0 0,-1-1 0 0 0,0 0 1 0 0,0-1-1 0 0,-1 0 0 0 0,1-1 1 0 0,-1 0-1 0 0,0-1 0 0 0,-1 0 1 0 0,0 0-1 0 0,0-1 1 0 0,0 0-1 0 0,-1-1 0 0 0,0 0 1 0 0,-1 0-1 0 0,0-1 0 0 0,0 0 1 0 0,-1 0-1 0 0,7-16 0 0 0,-11 22 69 0 0,-1 1-1 0 0,0-1 1 0 0,0 1-1 0 0,-1-1 1 0 0,1 1-1 0 0,-1-1 0 0 0,1 1 1 0 0,-1-1-1 0 0,0 0 1 0 0,0 1-1 0 0,-1-1 0 0 0,1 1 1 0 0,-1-1-1 0 0,0 1 1 0 0,-2-7-1 0 0,3 10-7 0 0,-1 0-1 0 0,1 0 0 0 0,-1 0 1 0 0,1 0-1 0 0,-1 0 1 0 0,1 0-1 0 0,-1 0 1 0 0,1 1-1 0 0,-1-1 0 0 0,1 0 1 0 0,-1 0-1 0 0,1 0 1 0 0,-1 1-1 0 0,1-1 1 0 0,0 0-1 0 0,-1 0 0 0 0,1 1 1 0 0,-1-1-1 0 0,1 0 1 0 0,0 1-1 0 0,-1-1 0 0 0,1 0 1 0 0,0 1-1 0 0,-1-1 1 0 0,1 1-1 0 0,0-1 1 0 0,0 0-1 0 0,-1 1 0 0 0,1-1 1 0 0,0 1-1 0 0,0 0 1 0 0,-9 16 124 0 0,9-17-125 0 0,-14 36 251 0 0,2 1 1 0 0,2 0-1 0 0,2 0 1 0 0,-8 77-1 0 0,9-62-176 0 0,5-41-64 0 0,-19 111 91 0 0,18-106-75 0 0,-2 0 0 0 0,0-1-1 0 0,-1 0 1 0 0,0 0 0 0 0,-13 21 0 0 0,16-31-18 0 0,-1-1 1 0 0,1 1-1 0 0,-1-1 1 0 0,0 0-1 0 0,0-1 0 0 0,0 1 1 0 0,0-1-1 0 0,-1 1 1 0 0,0-1-1 0 0,1-1 0 0 0,-1 1 1 0 0,0-1-1 0 0,0 0 1 0 0,-1 0-1 0 0,1 0 0 0 0,0-1 1 0 0,-9 2-1 0 0,12-3-14 0 0,-1 0-1 0 0,1 1 0 0 0,-1-1 1 0 0,0-1-1 0 0,1 1 0 0 0,-1 0 1 0 0,1-1-1 0 0,-1 1 1 0 0,0-1-1 0 0,1 0 0 0 0,-1 0 1 0 0,1 0-1 0 0,0 0 0 0 0,-1 0 1 0 0,1-1-1 0 0,0 1 1 0 0,0-1-1 0 0,0 1 0 0 0,0-1 1 0 0,0 0-1 0 0,0 0 0 0 0,0 0 1 0 0,1 0-1 0 0,-1 0 1 0 0,0 0-1 0 0,1 0 0 0 0,0-1 1 0 0,0 1-1 0 0,0 0 0 0 0,0-1 1 0 0,0 1-1 0 0,0-1 0 0 0,0 0 1 0 0,1 1-1 0 0,-1-1 1 0 0,1 1-1 0 0,0-1 0 0 0,0-3 1 0 0,-1-1-6 0 0,1 0 1 0 0,0 1-1 0 0,0-1 1 0 0,0 0-1 0 0,1 0 1 0 0,0 0-1 0 0,1 1 1 0 0,-1-1-1 0 0,1 0 1 0 0,1 1-1 0 0,-1-1 1 0 0,1 1-1 0 0,5-8 0 0 0,-6 11-25 0 0,1-1-1 0 0,-1 1 0 0 0,1-1 1 0 0,0 1-1 0 0,0 0 0 0 0,0 0 1 0 0,1 0-1 0 0,-1 1 0 0 0,1-1 0 0 0,-1 1 1 0 0,1 0-1 0 0,0 0 0 0 0,0 0 1 0 0,0 0-1 0 0,0 1 0 0 0,0-1 1 0 0,0 1-1 0 0,1 0 0 0 0,-1 1 0 0 0,0-1 1 0 0,8 0-1 0 0,10 3-1262 0 0,0 1-1 0 0,-1 0 1 0 0,1 2 0 0 0,24 8 0 0 0,7 1-3258 0 0,-28-7 2353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0.5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23 111 624 0 0,'-1'-1'435'0'0,"1"0"-1"0"0,-1 0 1 0 0,1 0-1 0 0,-1 0 0 0 0,0 1 1 0 0,1-1-1 0 0,-1 0 1 0 0,0 0-1 0 0,0 1 1 0 0,1-1-1 0 0,-1 0 1 0 0,0 1-1 0 0,0-1 1 0 0,0 0-1 0 0,0 1 1 0 0,0-1-1 0 0,0 1 1 0 0,0 0-1 0 0,0-1 1 0 0,-1 1-1 0 0,2 0-207 0 0,-1 1 0 0 0,1-1 0 0 0,-1 1 0 0 0,1-1 0 0 0,0 1 0 0 0,-1-1 0 0 0,1 1 0 0 0,0-1 0 0 0,-1 1 0 0 0,1-1 0 0 0,0 1 0 0 0,0 0 0 0 0,0-1 0 0 0,-1 1 0 0 0,1-1 0 0 0,0 1 0 0 0,0 0 0 0 0,0-1 0 0 0,0 1-1 0 0,0 0 1 0 0,0-1 0 0 0,1 2 0 0 0,5 46 1762 0 0,23 35-1386 0 0,28 36 34 0 0,-32-70-358 0 0,-10-23-141 0 0,-15-24-118 0 0,1-1 0 0 0,0 0 0 0 0,0 1-1 0 0,0-1 1 0 0,0 0 0 0 0,0 1-1 0 0,0-1 1 0 0,0 0 0 0 0,0 0-1 0 0,1 0 1 0 0,-1 0 0 0 0,0 0-1 0 0,1 0 1 0 0,2 1 0 0 0,-3-3-2 0 0,0 1 1 0 0,0-1-1 0 0,0 1 1 0 0,1-1 0 0 0,-1 1-1 0 0,0-1 1 0 0,0 0-1 0 0,0 1 1 0 0,-1-1 0 0 0,1 0-1 0 0,0 0 1 0 0,0 0-1 0 0,0 0 1 0 0,-1 0-1 0 0,1 0 1 0 0,0 0 0 0 0,-1 0-1 0 0,1 0 1 0 0,-1 0-1 0 0,1 0 1 0 0,0-3 0 0 0,11-32 156 0 0,-9 25-108 0 0,46-185-33 0 0,-34 128-419 0 0,-9 39-72 0 0,7-30-916 0 0,1 24-2948 0 0,-4 42-4073 0 0,-7 0 6009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0.9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26 146 1644 0 0,'19'6'7819'0'0,"8"-8"-5192"0"0,20-9-1247 0 0,-13 0-540 0 0,-20 8-615 0 0,0-2 0 0 0,-1 1 0 0 0,0-2-1 0 0,0 0 1 0 0,23-15 0 0 0,-34 20-224 0 0,1-1 0 0 0,-2 1 0 0 0,1-1-1 0 0,0 0 1 0 0,0 0 0 0 0,0 0 0 0 0,-1 0 0 0 0,1 0 0 0 0,-1 0 0 0 0,0 0 0 0 0,0-1 0 0 0,0 1 0 0 0,0-1 0 0 0,0 1 0 0 0,0 0 0 0 0,0-1-1 0 0,-1 1 1 0 0,1-1 0 0 0,-1 0 0 0 0,0 1 0 0 0,0-5 0 0 0,0 5-7 0 0,-1 0-1 0 0,1 1 1 0 0,-1-1-1 0 0,1 1 1 0 0,-1 0-1 0 0,0-1 1 0 0,1 1 0 0 0,-1-1-1 0 0,0 1 1 0 0,0 0-1 0 0,0 0 1 0 0,0-1-1 0 0,0 1 1 0 0,0 0 0 0 0,0 0-1 0 0,-1 0 1 0 0,1 0-1 0 0,0 0 1 0 0,-1 1-1 0 0,1-1 1 0 0,0 0 0 0 0,-1 0-1 0 0,1 1 1 0 0,-1-1-1 0 0,1 1 1 0 0,-1 0-1 0 0,1-1 1 0 0,-1 1 0 0 0,0 0-1 0 0,1 0 1 0 0,-1 0-1 0 0,1 0 1 0 0,-1 0-1 0 0,1 0 1 0 0,-1 0 0 0 0,0 1-1 0 0,-1 0 1 0 0,-5 0-10 0 0,-1 1 0 0 0,1 1 0 0 0,0-1 0 0 0,0 2 1 0 0,0-1-1 0 0,0 1 0 0 0,0 0 0 0 0,1 1 0 0 0,-1-1 0 0 0,-8 9 1 0 0,-2 2 16 0 0,0 1 1 0 0,-23 28-1 0 0,34-35 16 0 0,0 1-1 0 0,0-1 0 0 0,1 1 1 0 0,0 0-1 0 0,0 1 0 0 0,1-1 0 0 0,1 1 1 0 0,-7 22-1 0 0,10-30-57 0 0,1 0 0 0 0,-1 0 0 0 0,1 0 0 0 0,0 1 0 0 0,0-1 0 0 0,0 0 1 0 0,0 0-1 0 0,0 0 0 0 0,0 0 0 0 0,1 0 0 0 0,0 0 0 0 0,0 0 0 0 0,-1 0 0 0 0,2 0 0 0 0,-1 0 0 0 0,0 0 0 0 0,1 0 0 0 0,-1 0 0 0 0,1-1 0 0 0,0 1 0 0 0,0-1 1 0 0,0 1-1 0 0,0-1 0 0 0,0 0 0 0 0,1 0 0 0 0,-1 0 0 0 0,0 0 0 0 0,1 0 0 0 0,0 0 0 0 0,-1-1 0 0 0,1 1 0 0 0,0-1 0 0 0,0 0 0 0 0,0 0 0 0 0,0 0 0 0 0,0 0 1 0 0,6 1-1 0 0,4 0-652 0 0,0 0 1 0 0,-1-1 0 0 0,1 0-1 0 0,0-1 1 0 0,21-2 0 0 0,31-10-4948 0 0,-45 8 3593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1.3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3 792 0 0,'-1'0'360'0'0,"1"-1"-1"0"0,-1 1 1 0 0,0 0-1 0 0,1 0 1 0 0,-1-1 0 0 0,0 1-1 0 0,0 0 1 0 0,1 0-1 0 0,-1 0 1 0 0,0 0 0 0 0,0 0-1 0 0,1 0 1 0 0,-1 0-1 0 0,0 0 1 0 0,1 0 0 0 0,-1 0-1 0 0,0 0 1 0 0,0 0-1 0 0,1 0 1 0 0,-1 1 0 0 0,0-1-1 0 0,1 0 1 0 0,-1 0-1 0 0,0 1 1 0 0,1-1 0 0 0,-1 1-1 0 0,0-1 1 0 0,1 0-1 0 0,-1 1 1 0 0,1-1-1 0 0,-1 1 1 0 0,0 0 0 0 0,-2 27 2437 0 0,3-25-2776 0 0,-3 417 3048 0 0,3-419-3099 0 0,0 0-1 0 0,0 0 1 0 0,0-1 0 0 0,0 1 0 0 0,0 0 0 0 0,0-1 0 0 0,0 1 0 0 0,0 0 0 0 0,0 0 0 0 0,0-1 0 0 0,0 1-1 0 0,0 0 1 0 0,0-1 0 0 0,1 1 0 0 0,-1 0 0 0 0,0 0 0 0 0,0-1 0 0 0,1 1 0 0 0,-1-1 0 0 0,1 1 0 0 0,-1 0-1 0 0,0-1 1 0 0,1 1 0 0 0,-1-1 0 0 0,1 1 0 0 0,-1-1 0 0 0,1 1 0 0 0,0-1 0 0 0,-1 1 0 0 0,1-1-1 0 0,-1 0 1 0 0,2 1 0 0 0,0-1-18 0 0,-1 0-1 0 0,1-1 0 0 0,-1 1 1 0 0,1 0-1 0 0,-1-1 0 0 0,1 1 1 0 0,-1-1-1 0 0,1 0 0 0 0,-1 1 0 0 0,1-1 1 0 0,-1 0-1 0 0,0 0 0 0 0,0 0 1 0 0,2-1-1 0 0,36-40-468 0 0,-30 31 484 0 0,15-20-26 0 0,1 0 1 0 0,31-27-1 0 0,-56 58 56 0 0,1-1 1 0 0,-1 0-1 0 0,1 1 0 0 0,0-1 1 0 0,-1 1-1 0 0,1-1 0 0 0,0 1 1 0 0,0-1-1 0 0,-1 1 0 0 0,1 0 1 0 0,0-1-1 0 0,0 1 0 0 0,-1 0 1 0 0,1 0-1 0 0,0-1 0 0 0,0 1 1 0 0,0 0-1 0 0,0 0 0 0 0,-1 0 1 0 0,1 0-1 0 0,0 0 0 0 0,0 0 1 0 0,0 0-1 0 0,0 0 0 0 0,-1 0 0 0 0,1 1 1 0 0,0-1-1 0 0,0 0 0 0 0,0 1 1 0 0,1 0 3 0 0,0 0 1 0 0,-1 1-1 0 0,1-1 1 0 0,-1 1 0 0 0,0-1-1 0 0,0 1 1 0 0,1-1-1 0 0,-1 1 1 0 0,0 0 0 0 0,0 0-1 0 0,1 3 1 0 0,1 4 19 0 0,0 0 1 0 0,0 0 0 0 0,-1 0-1 0 0,1 12 1 0 0,-1 28-142 0 0,0 3-1801 0 0,4-18-4347 0 0,-5-29 1914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1.7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1 218 56 0 0,'0'0'4192'0'0,"0"6"1562"0"0,0 17-3537 0 0,8 34-217 0 0,-1-4-3685 0 0</inkml:trace>
  <inkml:trace contextRef="#ctx0" brushRef="#br0" timeOffset="1">24 12 1084 0 0,'0'-7'1372'0'0,"3"2"352"0"0,-1 10-4668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2.1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153 261 1824 0 0,'5'4'2109'0'0,"-3"-1"-1398"0"0,0 0-1 0 0,1-1 1 0 0,0 0-1 0 0,-1 0 1 0 0,1 1 0 0 0,0-2-1 0 0,0 1 1 0 0,0 0-1 0 0,0-1 1 0 0,1 1-1 0 0,-1-1 1 0 0,5 1 0 0 0,-8-2-606 0 0,1-1 1 0 0,-1 0 0 0 0,1 1-1 0 0,0-1 1 0 0,-1 0 0 0 0,1 0 0 0 0,-1 1-1 0 0,0-1 1 0 0,1 0 0 0 0,-1 0-1 0 0,0 0 1 0 0,1 0 0 0 0,-1 1 0 0 0,0-1-1 0 0,0 0 1 0 0,0 0 0 0 0,0 0-1 0 0,0 0 1 0 0,0 0 0 0 0,0 0 0 0 0,0 0-1 0 0,0 0 1 0 0,0 0 0 0 0,0 1 0 0 0,-1-1-1 0 0,1-1 1 0 0,-6-28 248 0 0,4 26-351 0 0,0 1-1 0 0,0-1 1 0 0,-1 1 0 0 0,1 0 0 0 0,0 0-1 0 0,-1 0 1 0 0,0 0 0 0 0,0 0 0 0 0,0 1-1 0 0,0-1 1 0 0,0 1 0 0 0,-1 0 0 0 0,1 0-1 0 0,-1 0 1 0 0,1 0 0 0 0,-1 0 0 0 0,0 1-1 0 0,1 0 1 0 0,-1 0 0 0 0,0 0 0 0 0,0 0-1 0 0,0 1 1 0 0,0-1 0 0 0,0 1 0 0 0,0 0-1 0 0,0 0 1 0 0,0 0 0 0 0,0 1 0 0 0,0 0-1 0 0,0-1 1 0 0,0 1 0 0 0,1 1 0 0 0,-1-1-1 0 0,0 0 1 0 0,0 1 0 0 0,1 0 0 0 0,-1 0-1 0 0,1 0 1 0 0,0 0 0 0 0,0 1 0 0 0,-1-1-1 0 0,2 1 1 0 0,-1 0 0 0 0,0 0 0 0 0,-3 4 0 0 0,0 2 10 0 0,1 0 1 0 0,0 0 0 0 0,0 0-1 0 0,1 1 1 0 0,1-1 0 0 0,-1 1-1 0 0,2 0 1 0 0,-1 0 0 0 0,1 0-1 0 0,1 0 1 0 0,0 1 0 0 0,0-1-1 0 0,1 0 1 0 0,1 1-1 0 0,2 19 1 0 0,-2-23-8 0 0,1-1 0 0 0,-1 1 0 0 0,1-1-1 0 0,1 0 1 0 0,-1 1 0 0 0,1-1 0 0 0,0 0 0 0 0,0-1 0 0 0,1 1-1 0 0,0 0 1 0 0,6 6 0 0 0,-7-9-5 0 0,1 1-1 0 0,-1-1 1 0 0,1 0 0 0 0,0-1-1 0 0,0 1 1 0 0,0-1 0 0 0,1 0-1 0 0,-1 0 1 0 0,1 0 0 0 0,-1 0 0 0 0,1-1-1 0 0,-1 0 1 0 0,1 0 0 0 0,0 0-1 0 0,0 0 1 0 0,-1-1 0 0 0,7 0-1 0 0,-2 0-39 0 0,1-2 1 0 0,-1 1-1 0 0,0-1 0 0 0,1 0 0 0 0,-1-1 0 0 0,0 0 1 0 0,0-1-1 0 0,-1 0 0 0 0,1 0 0 0 0,-1-1 0 0 0,0 0 0 0 0,0 0 1 0 0,0-1-1 0 0,-1 0 0 0 0,0 0 0 0 0,0-1 0 0 0,-1 0 1 0 0,0 0-1 0 0,9-13 0 0 0,-3 2-100 0 0,0-1 0 0 0,-1 0 0 0 0,-1 0 0 0 0,-1-1 0 0 0,-1 0 1 0 0,0-1-1 0 0,6-32 0 0 0,-9 33 143 0 0,-1-1 0 0 0,-1 1-1 0 0,0-1 1 0 0,-2 0 0 0 0,-1 0 0 0 0,0 1 0 0 0,-6-35 0 0 0,6 54 16 0 0,0-1 1 0 0,0 1-1 0 0,0 0 1 0 0,0 0-1 0 0,-1-1 0 0 0,1 1 1 0 0,-1 0-1 0 0,1 0 0 0 0,-1 0 1 0 0,1-1-1 0 0,-1 1 1 0 0,0 0-1 0 0,0 0 0 0 0,1 0 1 0 0,-1 0-1 0 0,0 0 0 0 0,0 0 1 0 0,0 0-1 0 0,0 1 1 0 0,0-1-1 0 0,0 0 0 0 0,0 0 1 0 0,-3 0-1 0 0,3 1 9 0 0,0 0 0 0 0,-1 0 0 0 0,1 0 0 0 0,0 0 0 0 0,-1 1 1 0 0,1-1-1 0 0,0 0 0 0 0,0 1 0 0 0,-1-1 0 0 0,1 1 0 0 0,0-1 0 0 0,0 1 0 0 0,0 0 0 0 0,0 0 0 0 0,0-1 0 0 0,-1 1 0 0 0,2 0 1 0 0,-3 2-1 0 0,-3 3 85 0 0,1 0 1 0 0,0 1-1 0 0,0 0 0 0 0,1 0 1 0 0,-1 0-1 0 0,-3 10 1 0 0,1 3 22 0 0,1 1-1 0 0,0-1 1 0 0,2 1 0 0 0,0 0-1 0 0,2 0 1 0 0,0 0 0 0 0,1 1 0 0 0,4 33-1 0 0,-3-43-160 0 0,2 1 0 0 0,0-1 0 0 0,0 0 0 0 0,2 0 0 0 0,-1 0 0 0 0,1 0 0 0 0,1 0 0 0 0,0-1-1 0 0,1 0 1 0 0,0 0 0 0 0,0 0 0 0 0,1-1 0 0 0,1 0 0 0 0,0 0 0 0 0,0-1 0 0 0,10 8 0 0 0,-15-14-132 0 0,1 0 0 0 0,0-1 0 0 0,-1 1 0 0 0,1-1 0 0 0,0 0 0 0 0,0 0 0 0 0,0-1 0 0 0,1 1 0 0 0,-1-1 0 0 0,0 0 0 0 0,1 0 0 0 0,-1 0 0 0 0,0 0 0 0 0,1-1 0 0 0,-1 0 0 0 0,1 0 0 0 0,-1 0 0 0 0,1-1 0 0 0,-1 1 0 0 0,0-1 0 0 0,1 0 0 0 0,-1 0 0 0 0,5-3 0 0 0,1 0-1036 0 0,0-1 0 0 0,0 0 0 0 0,-1-1 0 0 0,0 0 0 0 0,0-1-1 0 0,0 0 1 0 0,-1 0 0 0 0,10-11 0 0 0,-3 2-1069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2.4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24 152 2136 0 0,'0'0'179'0'0,"15"0"9519"0"0,2 0-4667 0 0,-5-1-4764 0 0,-1 1 0 0 0,1-2 1 0 0,-1 0-1 0 0,0 0 0 0 0,1-1 1 0 0,13-5-1 0 0,-11 1-228 0 0,-1 1 0 0 0,1-2 0 0 0,15-11 0 0 0,-24 15-84 0 0,-1 0-1 0 0,1 0 0 0 0,-1 0 1 0 0,1-1-1 0 0,-1 0 1 0 0,-1 0-1 0 0,1 0 0 0 0,-1 0 1 0 0,1 0-1 0 0,3-11 1 0 0,-7 16 34 0 0,1-1 0 0 0,-1 0-1 0 0,0 0 1 0 0,1 1 0 0 0,-1-1 0 0 0,0 0 0 0 0,0 0 0 0 0,0 0 0 0 0,0 1 0 0 0,0-1 0 0 0,0 0 0 0 0,0 0 0 0 0,0 0-1 0 0,0 1 1 0 0,0-1 0 0 0,0 0 0 0 0,-1 0 0 0 0,1 0 0 0 0,0 1 0 0 0,0-1 0 0 0,-1 0 0 0 0,1 1 0 0 0,-1-1 0 0 0,1 0-1 0 0,-1 1 1 0 0,1-1 0 0 0,-1 0 0 0 0,0 0 0 0 0,0 0-4 0 0,-1 0 1 0 0,0 0-1 0 0,0 0 0 0 0,1 0 1 0 0,-1 0-1 0 0,0 1 0 0 0,0-1 1 0 0,0 1-1 0 0,0-1 0 0 0,0 1 1 0 0,-2-1-1 0 0,-6 1-27 0 0,1 0-1 0 0,0 0 1 0 0,-17 3-1 0 0,16-1 54 0 0,0 0 0 0 0,0 1 0 0 0,0 0-1 0 0,1 1 1 0 0,0 0 0 0 0,-1 1 0 0 0,2 0-1 0 0,-1 0 1 0 0,0 1 0 0 0,1 0 0 0 0,0 0-1 0 0,0 1 1 0 0,1 0 0 0 0,0 0 0 0 0,0 1-1 0 0,1 0 1 0 0,0 0 0 0 0,-5 10 0 0 0,7-12 6 0 0,1 0 1 0 0,0 0 0 0 0,1 0 0 0 0,-1 1 0 0 0,1-1 0 0 0,1 1-1 0 0,-1-1 1 0 0,1 1 0 0 0,0 0 0 0 0,0 0 0 0 0,1 0 0 0 0,0-1 0 0 0,0 1-1 0 0,1 0 1 0 0,0 0 0 0 0,0 0 0 0 0,0-1 0 0 0,1 1 0 0 0,0-1 0 0 0,0 1-1 0 0,1-1 1 0 0,0 0 0 0 0,0 1 0 0 0,0-2 0 0 0,1 1 0 0 0,0 0 0 0 0,7 8-1 0 0,-2-6-227 0 0,-1 1 0 0 0,1-1 0 0 0,1 0-1 0 0,0-1 1 0 0,0 0 0 0 0,0-1 0 0 0,1 0 0 0 0,-1-1-1 0 0,2 0 1 0 0,20 7 0 0 0,20-2-4291 0 0,-1-11-4495 0 0,-43-1 6459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3.2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55 124 0 0,'0'0'16598'0'0,"29"0"-15274"0"0,138-25-561 0 0,19-2-1135 0 0,-151 25-1171 0 0,55 3 0 0 0,-79 1-287 0 0,0 0 1 0 0,-1 1-1 0 0,0 0 0 0 0,1 1 1 0 0,9 5-1 0 0,-12-5-583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3.8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0 297 988 0 0,'2'-11'14333'0'0,"2"27"-10725"0"0,4 30-3015 0 0,-1 19 575 0 0,8 143-145 0 0,-15-207-1035 0 0,3-56-1954 0 0,2-11 1027 0 0,-3 54 922 0 0,8-48-246 0 0,2 0 0 0 0,4 0 0 0 0,37-94 0 0 0,-48 141 264 0 0,5-9 7 0 0,24-39 1 0 0,-31 56-8 0 0,0 0 0 0 0,0 1 0 0 0,1-1 0 0 0,0 1 0 0 0,0 0 0 0 0,0 0-1 0 0,1 0 1 0 0,-1 0 0 0 0,1 1 0 0 0,0 0 0 0 0,0 0 0 0 0,0 0 0 0 0,9-3 0 0 0,-12 5-2 0 0,1 1 1 0 0,-1 0 0 0 0,1 0-1 0 0,-1-1 1 0 0,1 1-1 0 0,-1 1 1 0 0,1-1 0 0 0,-1 0-1 0 0,1 1 1 0 0,-1-1 0 0 0,1 1-1 0 0,-1 0 1 0 0,1 0-1 0 0,-1 0 1 0 0,0 0 0 0 0,0 0-1 0 0,1 0 1 0 0,-1 1 0 0 0,0-1-1 0 0,0 1 1 0 0,0-1 0 0 0,0 1-1 0 0,-1 0 1 0 0,1 0-1 0 0,0 0 1 0 0,-1 0 0 0 0,1 0-1 0 0,-1 0 1 0 0,0 0 0 0 0,0 0-1 0 0,2 5 1 0 0,1 2 14 0 0,0 0 0 0 0,0 0 0 0 0,-1 1 0 0 0,-1-1 0 0 0,1 1 0 0 0,-2 0 0 0 0,2 9 0 0 0,-3-2 20 0 0,0 0 0 0 0,0 0-1 0 0,-2 0 1 0 0,0-1-1 0 0,-1 1 1 0 0,-1-1 0 0 0,0 0-1 0 0,-1 0 1 0 0,-1 0-1 0 0,-1-1 1 0 0,0 1 0 0 0,-1-1-1 0 0,0-1 1 0 0,-1 0-1 0 0,-1 0 1 0 0,0-1 0 0 0,-1 0-1 0 0,0-1 1 0 0,-1 0-1 0 0,-1-1 1 0 0,-17 14 0 0 0,27-24-31 0 0,0 1 1 0 0,0-1-1 0 0,0 1 1 0 0,1-1-1 0 0,-1 0 0 0 0,0 0 1 0 0,-1 0-1 0 0,1-1 1 0 0,-5 1-1 0 0,8-1-5 0 0,0 0-1 0 0,-1 0 0 0 0,1 1 1 0 0,0-1-1 0 0,-1-1 0 0 0,1 1 1 0 0,0 0-1 0 0,-1 0 1 0 0,1 0-1 0 0,-1 0 0 0 0,1 0 1 0 0,0 0-1 0 0,-1 0 0 0 0,1 0 1 0 0,0 0-1 0 0,-1-1 0 0 0,1 1 1 0 0,0 0-1 0 0,0 0 1 0 0,-1-1-1 0 0,1 1 0 0 0,0 0 1 0 0,-1 0-1 0 0,1-1 0 0 0,0 1 1 0 0,0 0-1 0 0,0 0 0 0 0,-1-1 1 0 0,1 0-1 0 0,0 0-9 0 0,0 0 1 0 0,0 0-1 0 0,0 0 0 0 0,1 0 0 0 0,-1 0 0 0 0,0 0 1 0 0,1 0-1 0 0,-1 0 0 0 0,0 0 0 0 0,1 0 0 0 0,-1 0 1 0 0,1 0-1 0 0,0 0 0 0 0,-1 0 0 0 0,2-1 0 0 0,0 0 1 0 0,0 0-1 0 0,0 1 0 0 0,0 0 1 0 0,0-1-1 0 0,0 1 0 0 0,1 0 0 0 0,-1 0 1 0 0,0 0-1 0 0,0 1 0 0 0,1-1 1 0 0,-1 0-1 0 0,1 1 0 0 0,-1 0 1 0 0,0-1-1 0 0,1 1 0 0 0,-1 0 0 0 0,1 0 1 0 0,-1 0-1 0 0,5 1 0 0 0,46 10-194 0 0,-7 2-423 0 0,-1 3-1 0 0,70 35 1 0 0,-50-15-3621 0 0,-5 6-4486 0 0,-52-35 6538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4.1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1 133 992 0 0,'0'-7'1017'0'0,"0"-1"1"0"0,0 0-1 0 0,1 1 0 0 0,0-1 0 0 0,1 1 0 0 0,0 0 1 0 0,0-1-1 0 0,3-6 0 0 0,-4 12-891 0 0,0 0 0 0 0,0 0-1 0 0,0 0 1 0 0,1 0 0 0 0,-1 0 0 0 0,0 1-1 0 0,1-1 1 0 0,0 1 0 0 0,-1-1 0 0 0,1 1 0 0 0,0-1-1 0 0,0 1 1 0 0,-1 0 0 0 0,1 0 0 0 0,0 0-1 0 0,0 0 1 0 0,1 0 0 0 0,-1 0 0 0 0,0 1 0 0 0,0-1-1 0 0,0 0 1 0 0,0 1 0 0 0,1 0 0 0 0,-1 0-1 0 0,0 0 1 0 0,0 0 0 0 0,1 0 0 0 0,-1 0 0 0 0,0 0-1 0 0,0 1 1 0 0,3 0 0 0 0,3 1-18 0 0,0 0 0 0 0,0 1 0 0 0,0-1 0 0 0,-1 2 0 0 0,1-1 0 0 0,-1 1 0 0 0,0 0 0 0 0,0 1 0 0 0,0 0 0 0 0,-1 0 0 0 0,0 0 0 0 0,0 1 0 0 0,8 8 0 0 0,-12-11-82 0 0,0 0 0 0 0,0 0 0 0 0,0 0 0 0 0,0 0 0 0 0,0 0 1 0 0,-1 1-1 0 0,1-1 0 0 0,-1 1 0 0 0,0-1 0 0 0,0 1 0 0 0,0-1 0 0 0,-1 1 0 0 0,1-1 0 0 0,-1 1 0 0 0,0 0 0 0 0,0-1 0 0 0,0 1 1 0 0,0 0-1 0 0,-1-1 0 0 0,1 1 0 0 0,-1 0 0 0 0,0-1 0 0 0,0 1 0 0 0,0-1 0 0 0,-1 0 0 0 0,1 1 0 0 0,-1-1 0 0 0,0 0 1 0 0,0 0-1 0 0,0 0 0 0 0,0 0 0 0 0,-5 4 0 0 0,5-4-6 0 0,-5 6 54 0 0,-1-1-1 0 0,-1 1 1 0 0,-10 8 0 0 0,17-16-68 0 0,-1 1 1 0 0,1 0-1 0 0,0-1 1 0 0,-1 1 0 0 0,1-1-1 0 0,-1 0 1 0 0,1 0-1 0 0,-1 0 1 0 0,1 0 0 0 0,-1-1-1 0 0,0 1 1 0 0,0-1-1 0 0,1 1 1 0 0,-1-1 0 0 0,0 0-1 0 0,0 0 1 0 0,1 0-1 0 0,-1 0 1 0 0,-4-2 0 0 0,5 2-13 0 0,1-1 1 0 0,-1 0 0 0 0,1 1-1 0 0,0-1 1 0 0,-1 0 0 0 0,1 0-1 0 0,0 0 1 0 0,0 0 0 0 0,0 0 0 0 0,0 0-1 0 0,0-1 1 0 0,0 1 0 0 0,0 0-1 0 0,0 0 1 0 0,0-1 0 0 0,0 1 0 0 0,1-1-1 0 0,-1 1 1 0 0,1 0 0 0 0,-1-1-1 0 0,1 1 1 0 0,-1-1 0 0 0,1 1-1 0 0,0-1 1 0 0,0 0 0 0 0,0 1 0 0 0,0-1-1 0 0,0 1 1 0 0,0-3 0 0 0,1-6-65 0 0,0 1 0 0 0,0-1 1 0 0,5-13-1 0 0,-4 15-11 0 0,0-2-100 0 0,2-1 1 0 0,-1 1 0 0 0,1 0-1 0 0,0 0 1 0 0,1 0 0 0 0,0 1-1 0 0,1 0 1 0 0,0 0-1 0 0,10-12 1 0 0,-10 15-377 0 0,-1 1 0 0 0,1-1-1 0 0,1 1 1 0 0,-1 0 0 0 0,11-5-1 0 0,-10 6-539 0 0,0 1-1 0 0,0 0 0 0 0,0 0 1 0 0,0 0-1 0 0,1 1 0 0 0,8-1 1 0 0,-1 1-1065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4.5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215 8 1704 0 0,'-3'-2'721'0'0,"-1"1"0"0"0,0 0 0 0 0,1 0 0 0 0,-1 0-1 0 0,1 0 1 0 0,-1 1 0 0 0,0 0 0 0 0,0 0 0 0 0,1 0 0 0 0,-1 0 0 0 0,0 0 0 0 0,0 1-1 0 0,1-1 1 0 0,-7 3 0 0 0,3-1-207 0 0,0 1 0 0 0,0 0-1 0 0,0 1 1 0 0,0-1 0 0 0,1 2 0 0 0,-12 8-1 0 0,6-3-388 0 0,1 1 0 0 0,0 0 0 0 0,-14 20 0 0 0,-2 10 1104 0 0,26-39-1220 0 0,0-1 1 0 0,0 1 0 0 0,0-1 0 0 0,0 1 0 0 0,0-1-1 0 0,1 1 1 0 0,-1 0 0 0 0,1-1 0 0 0,-1 1 0 0 0,1 0 0 0 0,0-1-1 0 0,-1 1 1 0 0,1 0 0 0 0,0-1 0 0 0,0 1 0 0 0,0 0-1 0 0,1-1 1 0 0,-1 1 0 0 0,1 2 0 0 0,-1-3-20 0 0,1 0-1 0 0,0-1 1 0 0,-1 1 0 0 0,1 0-1 0 0,0 0 1 0 0,0-1 0 0 0,-1 1 0 0 0,1 0-1 0 0,0-1 1 0 0,0 1 0 0 0,0-1-1 0 0,0 1 1 0 0,0-1 0 0 0,0 1 0 0 0,0-1-1 0 0,0 0 1 0 0,0 1 0 0 0,0-1-1 0 0,0 0 1 0 0,0 0 0 0 0,1 0 0 0 0,0 0-1 0 0,4 0-71 0 0,0 0-1 0 0,1-1 1 0 0,-1 0-1 0 0,0 0 1 0 0,0-1-1 0 0,0 1 1 0 0,0-1-1 0 0,0-1 1 0 0,6-2-1 0 0,2-2-91 0 0,-1-1 0 0 0,-1 0-1 0 0,1 0 1 0 0,-1-1 0 0 0,-1-1-1 0 0,0 0 1 0 0,0-1 0 0 0,-1 0-1 0 0,0 0 1 0 0,15-25 0 0 0,-18 26 115 0 0,-2 10 25 0 0,0 20 18 0 0,-1 0 28 0 0,-1-10-54 0 0,0 0 1 0 0,1 0-1 0 0,0 0 1 0 0,1-1-1 0 0,6 10 0 0 0,-8-14-650 0 0,1 0 1 0 0,-1-1-1 0 0,1 0 0 0 0,0 0 0 0 0,0 0 0 0 0,8 6 1 0 0,-9-9-62 0 0,-1 0 0 0 0,0 0 0 0 0,1 0 0 0 0,-1 0 0 0 0,0-1 0 0 0,1 1 0 0 0,-1 0 1 0 0,1-1-1 0 0,3 0 0 0 0,-3 0-1400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4.9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18 336 0 0,'0'0'352'0'0,"0"-1"1"0"0,-1 0-1 0 0,1 1 0 0 0,0-1 1 0 0,0 1-1 0 0,0-1 0 0 0,0 0 1 0 0,0 1-1 0 0,0-1 0 0 0,0 1 1 0 0,0-1-1 0 0,0 0 0 0 0,0 1 1 0 0,0-1-1 0 0,0 1 1 0 0,1-1-1 0 0,-1 0 0 0 0,0 1 1 0 0,0-1-1 0 0,1 1 0 0 0,-1-1 1 0 0,0 1-1 0 0,0-1 0 0 0,1 1 1 0 0,-1-1-1 0 0,1 1 0 0 0,-1-1 1 0 0,1 1-1 0 0,-1-1 0 0 0,1 0 1 0 0,14 13 5500 0 0,-4-1-6567 0 0,12 12 1496 0 0,-2 1 1 0 0,35 50-1 0 0,-48-63-638 0 0,-1-1-12 0 0,-1 0 0 0 0,0 1 1 0 0,0 0-1 0 0,-1 0 0 0 0,-1 0 0 0 0,0 0 0 0 0,0 1 1 0 0,-1 0-1 0 0,0-1 0 0 0,-1 1 0 0 0,-1 0 0 0 0,0 0 1 0 0,0 0-1 0 0,-2 18 0 0 0,0-27-143 0 0,0 1-1 0 0,1-1 1 0 0,-1 0-1 0 0,0 0 1 0 0,0 0 0 0 0,-1 1-1 0 0,1-1 1 0 0,-1 0 0 0 0,1 0-1 0 0,-1-1 1 0 0,0 1-1 0 0,0 0 1 0 0,0-1 0 0 0,-1 1-1 0 0,1-1 1 0 0,-1 0 0 0 0,1 1-1 0 0,-6 2 1 0 0,6-4-29 0 0,1-1 0 0 0,-1 1 0 0 0,1 0 0 0 0,-1-1 0 0 0,1 0 0 0 0,-1 1 1 0 0,0-1-1 0 0,1 0 0 0 0,-1 0 0 0 0,1 0 0 0 0,-1 0 0 0 0,0 0 0 0 0,1 0 0 0 0,-1 0 0 0 0,0-1 0 0 0,1 1 1 0 0,-1-1-1 0 0,1 1 0 0 0,-1-1 0 0 0,1 1 0 0 0,-1-1 0 0 0,1 0 0 0 0,-1 0 0 0 0,1 0 0 0 0,0 0 0 0 0,0 0 1 0 0,-1 0-1 0 0,1 0 0 0 0,0 0 0 0 0,0 0 0 0 0,0 0 0 0 0,0-1 0 0 0,0 1 0 0 0,0-1 0 0 0,0 1 0 0 0,1 0 0 0 0,-1-1 1 0 0,0 1-1 0 0,0-4 0 0 0,-2-2-77 0 0,0-1 1 0 0,1 0 0 0 0,0 1 0 0 0,0-1-1 0 0,1 0 1 0 0,0 0 0 0 0,0 0-1 0 0,1 0 1 0 0,0-1 0 0 0,0 1-1 0 0,1 0 1 0 0,0 0 0 0 0,1 0 0 0 0,0 0-1 0 0,0 1 1 0 0,0-1 0 0 0,1 0-1 0 0,0 1 1 0 0,7-12 0 0 0,-7 14-97 0 0,0 1 0 0 0,0-1 0 0 0,0 1 1 0 0,1 0-1 0 0,0 0 0 0 0,0 0 0 0 0,0 1 0 0 0,0-1 1 0 0,0 1-1 0 0,1 0 0 0 0,-1 0 0 0 0,1 1 0 0 0,6-3 1 0 0,-6 3-265 0 0,0 1 0 0 0,0 0 0 0 0,0 0 0 0 0,0 0 0 0 0,0 0 0 0 0,0 1 0 0 0,0 0 0 0 0,1 0 0 0 0,-1 0 0 0 0,0 1 0 0 0,0 0 0 0 0,0 0 0 0 0,0 0 0 0 0,0 1 0 0 0,8 3 0 0 0,2 1-1570 0 0,-2 1-77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5.2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272 41 1680 0 0,'-1'-3'541'0'0,"-1"0"0"0"0,0 1 0 0 0,0-1 0 0 0,0 1-1 0 0,0-1 1 0 0,0 1 0 0 0,0 0 0 0 0,-1 0 0 0 0,1 0 0 0 0,-1 0-1 0 0,0 1 1 0 0,1-1 0 0 0,-1 0 0 0 0,0 1 0 0 0,-3-1 0 0 0,0 0-192 0 0,0 1 1 0 0,0-1 0 0 0,0 1 0 0 0,0 1 0 0 0,0-1 0 0 0,0 1 0 0 0,-9 1 0 0 0,0 1-251 0 0,0 0 0 0 0,-26 9 1 0 0,1 2 868 0 0,32-10-824 0 0,-1 0 0 0 0,1 0 0 0 0,0 1 0 0 0,0 1 0 0 0,-14 9 0 0 0,29-11-126 0 0,0-1-1 0 0,-1 0 0 0 0,2 0 0 0 0,9 1 0 0 0,-5-1 20 0 0,-1 0 0 0 0,0 0-1 0 0,1 1 1 0 0,-1 0-1 0 0,0 1 1 0 0,-1 0-1 0 0,1 1 1 0 0,-1 0-1 0 0,0 1 1 0 0,0 0-1 0 0,0 0 1 0 0,-1 1 0 0 0,0 0-1 0 0,0 1 1 0 0,-1 0-1 0 0,8 9 1 0 0,-15-14 3 0 0,0-1 0 0 0,0 1 0 0 0,0-1 1 0 0,0 1-1 0 0,0-1 0 0 0,0 1 0 0 0,-1-1 0 0 0,0 1 0 0 0,1 0 1 0 0,-1 0-1 0 0,0-1 0 0 0,0 1 0 0 0,0 0 0 0 0,-1-1 1 0 0,1 1-1 0 0,-1 0 0 0 0,1-1 0 0 0,-1 1 0 0 0,0-1 0 0 0,0 1 1 0 0,0-1-1 0 0,0 1 0 0 0,-1-1 0 0 0,1 0 0 0 0,-1 0 0 0 0,-1 3 1 0 0,-1 1-488 0 0,0-1 1 0 0,0 0-1 0 0,-1 0 1 0 0,0 0-1 0 0,1 0 1 0 0,-1-1 0 0 0,-1 0-1 0 0,1 0 1 0 0,-11 5-1 0 0,12-7-206 0 0,-7-1-8294 0 0,6-1 6652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5.6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0 242 1856 0 0,'2'0'618'0'0,"0"0"0"0"0,-1 0 1 0 0,1 0-1 0 0,-1 1 0 0 0,1-1 0 0 0,0 1 0 0 0,-1-1 0 0 0,1 1 1 0 0,-1-1-1 0 0,1 1 0 0 0,-1 0 0 0 0,1 0 0 0 0,-1 0 0 0 0,0-1 1 0 0,0 2-1 0 0,1-1 0 0 0,1 2 0 0 0,-1-1-151 0 0,0 1 0 0 0,0 0 0 0 0,0 0 0 0 0,0 0 0 0 0,-1 1 0 0 0,1-1 0 0 0,1 6 0 0 0,0 1-189 0 0,-1 1 0 0 0,0-1-1 0 0,-1 0 1 0 0,0 17 0 0 0,1-11-754 0 0,-1 9-617 0 0,-2-18-3453 0 0</inkml:trace>
  <inkml:trace contextRef="#ctx0" brushRef="#br0" timeOffset="1">29 44 1696 0 0,'-13'-18'6422'0'0,"6"5"-3283"0"0,8 12-3212 0 0,-1 1 0 0 0,1-1 0 0 0,-1 0 0 0 0,1 1 0 0 0,-1-1 0 0 0,1 1 0 0 0,0-1 0 0 0,-1 1 0 0 0,1-1 0 0 0,0 1 0 0 0,0-1 0 0 0,-1 1 0 0 0,1 0 0 0 0,0 0 0 0 0,0-1 0 0 0,-1 1 0 0 0,1 0 0 0 0,0 0 0 0 0,0 0 0 0 0,0 0 0 0 0,-1 0 0 0 0,3 0 0 0 0,27-5-6198 0 0,-22 5 4248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6.1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 4 1128 0 0,'-6'-3'11835'0'0,"11"3"-8625"0"0,5 3-3723 0 0,-3 2 652 0 0,0 0 0 0 0,0 1 0 0 0,0-1-1 0 0,0 1 1 0 0,-1 0 0 0 0,0 1 0 0 0,0 0 0 0 0,-1 0-1 0 0,0 0 1 0 0,0 0 0 0 0,-1 1 0 0 0,0 0 0 0 0,0 0-1 0 0,0 0 1 0 0,-1 1 0 0 0,-1-1 0 0 0,1 1 0 0 0,-1-1 0 0 0,0 11-1 0 0,1-2-124 0 0,-2-1 0 0 0,0 1 0 0 0,-1-1 0 0 0,-1 1 0 0 0,0-1 0 0 0,-1 1 0 0 0,-1-1 0 0 0,-1 0 0 0 0,-7 22 0 0 0,6-23-102 0 0,2-6-67 0 0,0 0 1 0 0,0 0-1 0 0,-1-1 0 0 0,0 0 0 0 0,-6 9 0 0 0,9-16 122 0 0,0 0 0 0 0,1 1 1 0 0,-1-1-1 0 0,0 0 0 0 0,0 0 0 0 0,0 0 1 0 0,0 0-1 0 0,-1-1 0 0 0,1 1 0 0 0,0 0 0 0 0,0 0 1 0 0,0-1-1 0 0,-1 1 0 0 0,1 0 0 0 0,0-1 1 0 0,-1 0-1 0 0,1 1 0 0 0,-1-1 0 0 0,1 0 1 0 0,0 1-1 0 0,-1-1 0 0 0,1 0 0 0 0,-1 0 0 0 0,1 0 1 0 0,0 0-1 0 0,-1-1 0 0 0,1 1 0 0 0,-1 0 1 0 0,1-1-1 0 0,0 1 0 0 0,-1 0 0 0 0,1-1 1 0 0,0 0-1 0 0,-1 1 0 0 0,1-1 0 0 0,0 0 0 0 0,0 0 1 0 0,0 1-1 0 0,-2-3 0 0 0,-2 0-54 0 0,1-1 0 0 0,0 0 0 0 0,-1 0 0 0 0,1 0 0 0 0,1-1 0 0 0,-1 1 0 0 0,1-1 0 0 0,-1 0 0 0 0,1 0 0 0 0,1 0 0 0 0,-1-1 0 0 0,1 1 0 0 0,-2-7 0 0 0,3 9 63 0 0,0 1 1 0 0,1 0 0 0 0,0-1 0 0 0,-1 1 0 0 0,1-1 0 0 0,0 1 0 0 0,0-1 0 0 0,0 1 0 0 0,1-1-1 0 0,-1 1 1 0 0,1 0 0 0 0,-1-1 0 0 0,1 1 0 0 0,0-1 0 0 0,0 1 0 0 0,0 0 0 0 0,0 0 0 0 0,0 0 0 0 0,0-1-1 0 0,1 1 1 0 0,-1 0 0 0 0,1 1 0 0 0,-1-1 0 0 0,1 0 0 0 0,0 0 0 0 0,0 1 0 0 0,-1-1 0 0 0,1 1-1 0 0,1-1 1 0 0,-1 1 0 0 0,0 0 0 0 0,0 0 0 0 0,3-1 0 0 0,19-6 116 0 0,-1 1 0 0 0,1 1-1 0 0,1 2 1 0 0,-1 0 0 0 0,1 1 0 0 0,25 1-1 0 0,8-2 199 0 0,28-3 406 0 0,140-32 0 0 0,-224 39-679 0 0,-1-1 0 0 0,1 1 0 0 0,0-1 0 0 0,-1 1 0 0 0,1-1 0 0 0,-1 0 0 0 0,1 1 0 0 0,0-1 0 0 0,-1 0 0 0 0,0 0 0 0 0,1 0 0 0 0,-1 0 0 0 0,1-1 0 0 0,0 0 0 0 0,-2 1-6 0 0,1 0 0 0 0,-1 1 0 0 0,0-1-1 0 0,1 1 1 0 0,-1-1 0 0 0,0 0 0 0 0,0 1 0 0 0,0-1-1 0 0,0 1 1 0 0,0-1 0 0 0,0 0 0 0 0,0 1 0 0 0,0-1-1 0 0,0 0 1 0 0,0 1 0 0 0,0-1 0 0 0,0 0 0 0 0,0 1-1 0 0,0-1 1 0 0,0 1 0 0 0,-1-1 0 0 0,1 0 0 0 0,0 1-1 0 0,0-1 1 0 0,-1 0 0 0 0,-1-1 3 0 0,0 0-1 0 0,1 0 1 0 0,-1 0 0 0 0,0 1-1 0 0,0-1 1 0 0,0 0 0 0 0,0 1-1 0 0,-1 0 1 0 0,1-1 0 0 0,0 1-1 0 0,-1 0 1 0 0,1 0 0 0 0,0 1-1 0 0,-1-1 1 0 0,1 0 0 0 0,-6 0-1 0 0,-6 0-21 0 0,0 0 1 0 0,-1 2-1 0 0,1-1 0 0 0,0 2 0 0 0,0 0 1 0 0,0 0-1 0 0,0 2 0 0 0,-17 5 0 0 0,22-5 62 0 0,-1-1 0 0 0,0 2 1 0 0,1 0-1 0 0,0 0 0 0 0,0 0 0 0 0,1 1 0 0 0,-1 0 0 0 0,1 1 0 0 0,1 0 0 0 0,-1 0 0 0 0,-12 17 0 0 0,19-22-38 0 0,-1-1 0 0 0,1 1-1 0 0,0 0 1 0 0,0 0 0 0 0,0 0-1 0 0,0 0 1 0 0,0 0 0 0 0,1 0-1 0 0,-1 0 1 0 0,1 0 0 0 0,-1 0-1 0 0,1 1 1 0 0,0-1-1 0 0,0 0 1 0 0,0 0 0 0 0,0 0-1 0 0,0 0 1 0 0,0 1 0 0 0,0-1-1 0 0,1 0 1 0 0,0 2 0 0 0,1 0-27 0 0,-1-1 0 0 0,1 0 0 0 0,0 0 0 0 0,0 0 0 0 0,1 0 1 0 0,-1 0-1 0 0,0 0 0 0 0,1-1 0 0 0,0 1 0 0 0,-1-1 0 0 0,6 3 1 0 0,7 4-449 0 0,1 0 1 0 0,-1-1 0 0 0,1-1-1 0 0,19 5 1 0 0,-32-11 250 0 0,45 14-5953 0 0,54 9 0 0 0,-79-21 3645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6.8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26 227 396 0 0,'-12'-12'5304'0'0,"1"3"3930"0"0,8 30-6154 0 0,6 38-2181 0 0,10 62-1 0 0,-3-44-584 0 0,3-19 4 0 0,-13-57-9 0 0,-13-32-356 0 0,11 25-25 0 0,0-1-1 0 0,0 1 0 0 0,1-1 1 0 0,0 1-1 0 0,0-1 1 0 0,0 0-1 0 0,1 0 1 0 0,0 1-1 0 0,1-10 0 0 0,10-59-414 0 0,-4 45 385 0 0,2 0 0 0 0,0 1-1 0 0,2 0 1 0 0,23-44-1 0 0,-24 56 75 0 0,0-1 0 0 0,2 1 0 0 0,0 1 0 0 0,0 0 0 0 0,2 1 0 0 0,0 0 0 0 0,31-24 0 0 0,-43 37 14 0 0,0 0 1 0 0,1 1-1 0 0,-1-1 1 0 0,0 1-1 0 0,1-1 1 0 0,0 1-1 0 0,-1 0 1 0 0,1 0-1 0 0,0 0 1 0 0,0 0-1 0 0,-1 0 1 0 0,1 1-1 0 0,0-1 1 0 0,0 1 0 0 0,0 0-1 0 0,0 0 1 0 0,0 0-1 0 0,0 0 1 0 0,-1 0-1 0 0,1 1 1 0 0,0-1-1 0 0,0 1 1 0 0,0 0-1 0 0,2 1 1 0 0,-3 0 2 0 0,1-1 1 0 0,-1 1 0 0 0,0 0 0 0 0,0 0-1 0 0,0 0 1 0 0,0 0 0 0 0,-1 0-1 0 0,1 0 1 0 0,-1 1 0 0 0,1-1-1 0 0,-1 0 1 0 0,0 1 0 0 0,0-1 0 0 0,0 1-1 0 0,0 0 1 0 0,0-1 0 0 0,0 1-1 0 0,-1 0 1 0 0,0-1 0 0 0,1 1 0 0 0,-1 0-1 0 0,0 0 1 0 0,0-1 0 0 0,0 1-1 0 0,-1 3 1 0 0,-1 9 29 0 0,-1-1 1 0 0,-1 0-1 0 0,0 0 1 0 0,0 0-1 0 0,-1 0 1 0 0,-1 0-1 0 0,-1-1 0 0 0,0 0 1 0 0,0-1-1 0 0,-1 0 1 0 0,-1 0-1 0 0,0 0 0 0 0,-1-1 1 0 0,0 0-1 0 0,-16 12 1 0 0,26-22-21 0 0,-1 0 0 0 0,0 0 0 0 0,0 0 0 0 0,1-1 1 0 0,-1 1-1 0 0,0 0 0 0 0,0 0 0 0 0,0-1 0 0 0,0 1 0 0 0,0 0 1 0 0,0-1-1 0 0,0 1 0 0 0,0-1 0 0 0,0 0 0 0 0,0 1 0 0 0,0-1 1 0 0,-1 0-1 0 0,1 0 0 0 0,0 1 0 0 0,0-1 0 0 0,0 0 0 0 0,0 0 1 0 0,0 0-1 0 0,-1 0 0 0 0,1-1 0 0 0,0 1 0 0 0,0 0 1 0 0,0 0-1 0 0,0-1 0 0 0,0 1 0 0 0,0-1 0 0 0,0 1 0 0 0,0-1 1 0 0,0 1-1 0 0,0-1 0 0 0,0 1 0 0 0,0-1 0 0 0,0 0 0 0 0,0 0 1 0 0,0 1-1 0 0,-1-3 0 0 0,1 1-138 0 0,-1-1 0 0 0,1 1 0 0 0,0-1 0 0 0,0 1 0 0 0,0-1 0 0 0,0 0-1 0 0,0 1 1 0 0,1-1 0 0 0,-1 0 0 0 0,1 1 0 0 0,0-1 0 0 0,0 0 0 0 0,0 0 0 0 0,0 0 0 0 0,0 1 0 0 0,1-6 0 0 0,7-14-1407 0 0,-6 17 726 0 0,1 0 1 0 0,0-1-1 0 0,1 1 0 0 0,-1 1 0 0 0,1-1 1 0 0,0 0-1 0 0,0 1 0 0 0,0 0 1 0 0,1 0-1 0 0,-1 0 0 0 0,1 0 0 0 0,0 1 1 0 0,7-4-1 0 0,4-1-1537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7.4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223 29 444 0 0,'-3'-3'13440'0'0,"2"2"-13299"0"0,-1 0-1 0 0,0 1 1 0 0,0-1-1 0 0,0 0 1 0 0,1 1-1 0 0,-1-1 1 0 0,0 1 0 0 0,0-1-1 0 0,0 1 1 0 0,0 0-1 0 0,-3 0 1 0 0,-5 2 76 0 0,1 1 0 0 0,-1 0 0 0 0,0 1 1 0 0,1 0-1 0 0,0 1 0 0 0,0-1 0 0 0,0 2 0 0 0,1-1 1 0 0,0 1-1 0 0,-14 13 0 0 0,12-9-174 0 0,1 0 0 0 0,0 0 0 0 0,0 1 0 0 0,1 0 1 0 0,1 0-1 0 0,-1 1 0 0 0,-7 19 0 0 0,14-30-43 0 0,0 1 0 0 0,0-1 0 0 0,1 1-1 0 0,-1-1 1 0 0,0 1 0 0 0,1 0 0 0 0,-1-1 0 0 0,1 1 0 0 0,0 0-1 0 0,0 0 1 0 0,-1-1 0 0 0,1 1 0 0 0,0 0 0 0 0,1 0 0 0 0,-1-1-1 0 0,0 1 1 0 0,0 0 0 0 0,1-1 0 0 0,-1 1 0 0 0,1 0 0 0 0,-1-1-1 0 0,1 1 1 0 0,0 0 0 0 0,0-1 0 0 0,1 3 0 0 0,-1-3-23 0 0,1 0 1 0 0,0 0-1 0 0,0-1 0 0 0,0 1 1 0 0,-1 0-1 0 0,1 0 0 0 0,0-1 1 0 0,0 1-1 0 0,0-1 1 0 0,0 0-1 0 0,0 0 0 0 0,0 1 1 0 0,0-1-1 0 0,0 0 0 0 0,0-1 1 0 0,0 1-1 0 0,0 0 0 0 0,0-1 1 0 0,0 1-1 0 0,0-1 1 0 0,3-1-1 0 0,3 0-159 0 0,0-1 1 0 0,-1 0-1 0 0,1-1 1 0 0,0 0-1 0 0,-1 0 1 0 0,0 0-1 0 0,0-1 1 0 0,-1 0-1 0 0,1 0 1 0 0,-1-1-1 0 0,0 0 1 0 0,0 0 0 0 0,6-10-1 0 0,-6 8 80 0 0,-1-2 1 0 0,1 1-1 0 0,-2-1 0 0 0,1 1 0 0 0,-1-1 1 0 0,2-12-1 0 0,0 1 91 0 0,7-27-54 0 0,-8 34 159 0 0,-5 14-87 0 0,0 0 1 0 0,0 0-1 0 0,0 0 1 0 0,0 0 0 0 0,0 0-1 0 0,0 0 1 0 0,0 0 0 0 0,0 0-1 0 0,0 0 1 0 0,0 0-1 0 0,1 0 1 0 0,-1 1 0 0 0,0-1-1 0 0,0 0 1 0 0,0 0 0 0 0,0 0-1 0 0,0 0 1 0 0,0 0-1 0 0,0 0 1 0 0,0 0 0 0 0,0 0-1 0 0,0 0 1 0 0,0 0 0 0 0,0 0-1 0 0,0 0 1 0 0,0 0-1 0 0,0 0 1 0 0,1 0 0 0 0,-1 0-1 0 0,0 0 1 0 0,0 0 0 0 0,0 0-1 0 0,0 0 1 0 0,0 0-1 0 0,0 0 1 0 0,0 5 34 0 0,-1 15 75 0 0,1-1 1 0 0,1 1-1 0 0,1-1 0 0 0,1 0 0 0 0,0 1 0 0 0,7 19 0 0 0,-9-38-113 0 0,-1 0 0 0 0,0 0-1 0 0,1 1 1 0 0,0-1 0 0 0,-1 0-1 0 0,1 0 1 0 0,0 0 0 0 0,0 0 0 0 0,0 0-1 0 0,-1 0 1 0 0,1 0 0 0 0,0 0-1 0 0,0 0 1 0 0,0 0 0 0 0,1 0 0 0 0,-1-1-1 0 0,0 1 1 0 0,0-1 0 0 0,0 1-1 0 0,1 0 1 0 0,-1-1 0 0 0,2 1 0 0 0,0-1 0 0 0,-1 0 0 0 0,1 1 0 0 0,0-1 0 0 0,-1-1 0 0 0,1 1 0 0 0,0 0 0 0 0,-1-1 0 0 0,1 1 0 0 0,0-1 0 0 0,3-1 0 0 0,2-2 1 0 0,0 1 1 0 0,0-1-1 0 0,-1-1 0 0 0,1 0 1 0 0,11-10-1 0 0,-11 7 8 0 0,-1 0 0 0 0,0-1 1 0 0,0 0-1 0 0,8-16 0 0 0,-9 16-1 0 0,0-1 0 0 0,0 1 1 0 0,0 0-1 0 0,13-12 0 0 0,-18 21-12 0 0,0-1 0 0 0,0 1 0 0 0,0 0-1 0 0,0 0 1 0 0,0-1 0 0 0,0 1-1 0 0,0 0 1 0 0,-1 0 0 0 0,1 0-1 0 0,0 0 1 0 0,0 0 0 0 0,0 0-1 0 0,0 0 1 0 0,0 0 0 0 0,0 1-1 0 0,0-1 1 0 0,0 0 0 0 0,0 0-1 0 0,0 1 1 0 0,-1-1 0 0 0,1 1 0 0 0,0-1-1 0 0,0 1 1 0 0,0-1 0 0 0,-1 1-1 0 0,1-1 1 0 0,0 1 0 0 0,-1 0-1 0 0,1-1 1 0 0,0 1 0 0 0,-1 0-1 0 0,1 0 1 0 0,-1-1 0 0 0,1 2-1 0 0,19 27 12 0 0,-6-5-839 0 0,0 0 1 0 0,31 37-1 0 0,-29-48-2238 0 0,-8-9-1232 0 0,-4-2 745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7.9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67 664 0 0,'-12'-63'13502'0'0,"17"84"-12993"0"0,1-1-1 0 0,1 0 1 0 0,1 0-1 0 0,15 26 1 0 0,48 68 431 0 0,-66-106-865 0 0,-4-7-123 0 0,-1 0 0 0 0,0 0 1 0 0,1 0-1 0 0,-1 0 0 0 0,1 0 0 0 0,-1-1 1 0 0,1 1-1 0 0,-1 0 0 0 0,1 0 1 0 0,0-1-1 0 0,-1 1 0 0 0,1 0 0 0 0,0-1 1 0 0,-1 1-1 0 0,1-1 0 0 0,0 1 1 0 0,0-1-1 0 0,0 1 0 0 0,-1-1 1 0 0,1 0-1 0 0,0 1 0 0 0,0-1 0 0 0,0 0 1 0 0,0 1-1 0 0,1-1 0 0 0,-1-1-70 0 0,1 0-1 0 0,-1-1 0 0 0,0 1 1 0 0,1 0-1 0 0,-1-1 0 0 0,0 1 1 0 0,0-1-1 0 0,0 1 0 0 0,0-1 1 0 0,0 0-1 0 0,0-2 0 0 0,3-4 281 0 0,32-61-434 0 0,-25 44 252 0 0,2 0 1 0 0,0 1 0 0 0,2 1 0 0 0,28-36 0 0 0,-26 44-85 0 0,-22 26 300 0 0,-24 28 376 0 0,-128 89 580 0 0,156-127-1153 0 0,-15 16 32 0 0,17-16-29 0 0,-1-1 0 0 0,1 1 0 0 0,-1-1 0 0 0,1 1 1 0 0,-1-1-1 0 0,1 0 0 0 0,-1 1 0 0 0,1-1 0 0 0,-1 1 0 0 0,1-1 0 0 0,0 0 1 0 0,-1 0-1 0 0,1 1 0 0 0,0-1 0 0 0,-1 0 0 0 0,1 0 0 0 0,0 0 0 0 0,0 0 0 0 0,-1 0 1 0 0,1 0-1 0 0,0 0 0 0 0,-1 0 0 0 0,1 0 0 0 0,0 0 0 0 0,-1 0 0 0 0,1 0 1 0 0,0 0-1 0 0,0-1 0 0 0,153 7-2046 0 0,-53 10-7460 0 0,-90-14 7365 0 0,-1 0-27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8.2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11 250 1672 0 0,'0'0'4500'0'0,"-1"6"1630"0"0,-1 19-4045 0 0,-1-9-2026 0 0,0 0 0 0 0,2 1 0 0 0,0-1 0 0 0,1 0 1 0 0,1 1-1 0 0,0-1 0 0 0,1 0 0 0 0,5 21 0 0 0,-6-36-334 0 0,0 0 0 0 0,0 1 0 0 0,-1-1 0 0 0,1 0 0 0 0,0 0 0 0 0,0 0 0 0 0,0 1 0 0 0,0-1-1 0 0,0 0 1 0 0,1 0 0 0 0,-1-1 0 0 0,0 1 0 0 0,2 1 0 0 0,6 4-4778 0 0</inkml:trace>
  <inkml:trace contextRef="#ctx0" brushRef="#br0" timeOffset="1">73 76 1108 0 0,'-13'-39'6466'0'0,"3"5"-2384"0"0,7 31-4562 0 0,5 16-2719 0 0,6 18-2358 0 0,-5-20 3509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8.6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 92 1392 0 0,'10'19'8447'0'0,"-8"-13"-7776"0"0,-1 0 0 0 0,0-1 0 0 0,0 1-1 0 0,0 0 1 0 0,-1 0 0 0 0,1 0 0 0 0,-1-1 0 0 0,-2 11 0 0 0,1-15-589 0 0,1 1-1 0 0,-1-1 1 0 0,0 1 0 0 0,0-1 0 0 0,0 1 0 0 0,0-1-1 0 0,-1 0 1 0 0,1 0 0 0 0,0 0 0 0 0,0 0 0 0 0,-1 0 0 0 0,1 0-1 0 0,-1 0 1 0 0,1 0 0 0 0,-2 1 0 0 0,-9 6 176 0 0,11-8-234 0 0,1-5-42 0 0,1 0 1 0 0,0 0 0 0 0,0 1 0 0 0,0-1 0 0 0,0 0 0 0 0,1 0 0 0 0,-1 1-1 0 0,1-1 1 0 0,1 1 0 0 0,-1-1 0 0 0,0 1 0 0 0,4-5 0 0 0,39-51-114 0 0,-43 58 127 0 0,9-13-9 0 0,-6 7 5 0 0,1 1 1 0 0,0 0 0 0 0,1 0 0 0 0,-1 0 0 0 0,10-7 0 0 0,-14 13 4 0 0,-1 0 0 0 0,0 0 1 0 0,1 0-1 0 0,-1 1 0 0 0,0-1 1 0 0,1 0-1 0 0,-1 1 0 0 0,1-1 1 0 0,-1 1-1 0 0,1 0 0 0 0,-1-1 1 0 0,1 1-1 0 0,-1 0 0 0 0,1 0 1 0 0,-1 0-1 0 0,1 0 0 0 0,-1 0 1 0 0,1 0-1 0 0,-1 1 0 0 0,1-1 1 0 0,-1 0-1 0 0,1 1 0 0 0,-1-1 1 0 0,1 1-1 0 0,-1 0 0 0 0,0-1 1 0 0,1 1-1 0 0,-1 0 0 0 0,0 0 1 0 0,0 0-1 0 0,1 0 0 0 0,-1 0 1 0 0,0 0-1 0 0,0 0 0 0 0,0 0 1 0 0,0 0-1 0 0,0 0 0 0 0,1 3 1 0 0,6 9-271 0 0,0 0 1 0 0,-1 0-1 0 0,9 22 1 0 0,-6-10-3622 0 0,2-2-4960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39.1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306 68 1188 0 0,'0'-1'327'0'0,"1"0"1"0"0,-1 0-1 0 0,1 0 0 0 0,-1 0 1 0 0,0 0-1 0 0,1-1 0 0 0,-1 1 1 0 0,0 0-1 0 0,0 0 0 0 0,0 0 1 0 0,0 0-1 0 0,0 0 0 0 0,0-1 1 0 0,0 1-1 0 0,0 0 0 0 0,-1 0 1 0 0,1 0-1 0 0,-1-2 0 0 0,1 2-137 0 0,-1 1 1 0 0,1 0-1 0 0,-1-1 0 0 0,1 1 0 0 0,-1-1 0 0 0,1 1 0 0 0,-1 0 1 0 0,1-1-1 0 0,-1 1 0 0 0,0 0 0 0 0,1 0 0 0 0,-1-1 1 0 0,1 1-1 0 0,-1 0 0 0 0,0 0 0 0 0,1 0 0 0 0,-1 0 1 0 0,0 0-1 0 0,1 0 0 0 0,-1 0 0 0 0,0 0 0 0 0,1 0 0 0 0,-2 0 1 0 0,-1 1 125 0 0,0 0 1 0 0,0-1-1 0 0,0 1 0 0 0,1 0 1 0 0,-1 1-1 0 0,0-1 1 0 0,1 0-1 0 0,-1 1 1 0 0,1 0-1 0 0,-1-1 1 0 0,1 1-1 0 0,-4 4 0 0 0,2 0-242 0 0,0-1-1 0 0,0 1 1 0 0,1 0-1 0 0,0 1 0 0 0,1-1 1 0 0,-1 0-1 0 0,1 1 0 0 0,0-1 1 0 0,1 1-1 0 0,-2 11 0 0 0,2-16-82 0 0,1 1-1 0 0,0-1 1 0 0,0 0-1 0 0,-1 0 1 0 0,2 1-1 0 0,-1-1 1 0 0,0 0-1 0 0,0 1 1 0 0,1-1-1 0 0,-1 0 0 0 0,1 0 1 0 0,-1 0-1 0 0,1 1 1 0 0,0-1-1 0 0,0 0 1 0 0,0 0-1 0 0,0 0 1 0 0,0 0-1 0 0,1-1 1 0 0,-1 1-1 0 0,1 0 0 0 0,-1 0 1 0 0,1-1-1 0 0,-1 1 1 0 0,1-1-1 0 0,0 1 1 0 0,0-1-1 0 0,0 0 1 0 0,0 0-1 0 0,0 0 1 0 0,0 0-1 0 0,0 0 0 0 0,0 0 1 0 0,0 0-1 0 0,3 0 1 0 0,0-1-49 0 0,-1 0 0 0 0,1 0-1 0 0,0 0 1 0 0,0-1 0 0 0,-1 1 0 0 0,1-1 0 0 0,-1 0-1 0 0,1-1 1 0 0,-1 1 0 0 0,1-1 0 0 0,-1 0 0 0 0,0 0 0 0 0,1 0-1 0 0,-1 0 1 0 0,0-1 0 0 0,-1 0 0 0 0,1 0 0 0 0,0 0 0 0 0,-1 0-1 0 0,4-5 1 0 0,0 1-52 0 0,0-1 0 0 0,-1 0 0 0 0,-1 0-1 0 0,1 0 1 0 0,-1 0 0 0 0,-1-1 0 0 0,1 0 0 0 0,5-17-1 0 0,-4-13 92 0 0,-6 37 61 0 0,0 0 1 0 0,1 0-1 0 0,-1 0 1 0 0,0 0-1 0 0,-1 0 1 0 0,1 0-1 0 0,0 0 1 0 0,-1 0-1 0 0,1 0 1 0 0,-1 0-1 0 0,1 1 1 0 0,-1-1-1 0 0,0 0 1 0 0,0 0-1 0 0,0 0 1 0 0,-2-2-1 0 0,3 4 102 0 0,-13 14 643 0 0,9-5-653 0 0,0 0 0 0 0,1-1 0 0 0,0 1 0 0 0,0 0 0 0 0,1 1 0 0 0,1-1 0 0 0,-2 14 0 0 0,2 72 489 0 0,2-55-318 0 0,-1-11-62 0 0,-1 0 0 0 0,-2 1 0 0 0,0-1 0 0 0,-12 44 0 0 0,11-60-162 0 0,-1 0-1 0 0,0 0 1 0 0,0-1-1 0 0,-2 1 0 0 0,1-1 1 0 0,-1-1-1 0 0,-1 1 1 0 0,0-1-1 0 0,-1-1 0 0 0,0 1 1 0 0,-20 16-1 0 0,17-17-14 0 0,-2 0-1 0 0,0-1 1 0 0,0 0-1 0 0,-26 11 1 0 0,34-17-55 0 0,-1-1 0 0 0,1 1 0 0 0,-1-1 0 0 0,0-1 0 0 0,0 1 0 0 0,0-1 0 0 0,0 0 0 0 0,0-1 0 0 0,0 1 1 0 0,0-2-1 0 0,0 1 0 0 0,0-1 0 0 0,-11-2 0 0 0,16 2-12 0 0,-1 0 0 0 0,1 1 1 0 0,-1-1-1 0 0,1-1 0 0 0,-1 1 0 0 0,1 0 1 0 0,0 0-1 0 0,-1-1 0 0 0,1 0 0 0 0,0 1 1 0 0,0-1-1 0 0,0 0 0 0 0,1 0 0 0 0,-1 0 0 0 0,0 0 1 0 0,1 0-1 0 0,-1 0 0 0 0,1-1 0 0 0,-2-2 1 0 0,2 1-5 0 0,0 0 0 0 0,0 0 0 0 0,0 0 0 0 0,1 0 0 0 0,-1 0 0 0 0,1-1 0 0 0,0 1 0 0 0,0 0 0 0 0,0 0 1 0 0,1 0-1 0 0,1-5 0 0 0,1-4-17 0 0,1 0 1 0 0,0 0-1 0 0,1 1 1 0 0,1 0-1 0 0,0 0 1 0 0,13-18-1 0 0,-3 9-9 0 0,0 0-1 0 0,1 2 0 0 0,1 0 0 0 0,30-24 1 0 0,-35 33-459 0 0,-1 1 1 0 0,2 0-1 0 0,-1 1 1 0 0,1 0 0 0 0,0 1-1 0 0,0 1 1 0 0,1 0 0 0 0,25-5-1 0 0,-35 9-149 0 0,-1 2-1 0 0,0-1 1 0 0,1 0-1 0 0,-1 1 1 0 0,1 0-1 0 0,-1 0 1 0 0,1 0-1 0 0,-1 0 1 0 0,0 1 0 0 0,1 0-1 0 0,-1 0 1 0 0,1 0-1 0 0,-1 0 1 0 0,0 1-1 0 0,0 0 1 0 0,0 0-1 0 0,0 0 1 0 0,4 3-1 0 0,3 5-2090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43.6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1160 1672 0 0,'-3'-14'1259'0'0,"0"-1"1"0"0,1 1-1 0 0,0-1 0 0 0,2-22 0 0 0,0 29-1066 0 0,1 0 0 0 0,1 1 0 0 0,-1-1 0 0 0,1 0 0 0 0,1 1 0 0 0,0-1 0 0 0,0 1 0 0 0,0 0-1 0 0,1 0 1 0 0,5-8 0 0 0,14-17 164 0 0,1 1 0 0 0,2 1-1 0 0,49-44 1 0 0,99-67 169 0 0,-76 72-214 0 0,3 3-1 0 0,2 5 1 0 0,3 5-1 0 0,3 4 1 0 0,195-63 0 0 0,-81 49 70 0 0,460-70 0 0 0,-508 113-283 0 0,291 1 1 0 0,-359 25-9 0 0,1 4 0 0 0,-2 6 0 0 0,208 51 0 0 0,-255-46-83 0 0,-2 2 1 0 0,0 2-1 0 0,-2 3 0 0 0,0 3 0 0 0,-2 2 0 0 0,-1 2 1 0 0,-2 2-1 0 0,-1 3 0 0 0,-2 1 0 0 0,-2 3 1 0 0,-1 1-1 0 0,-2 3 0 0 0,-3 1 0 0 0,-1 2 1 0 0,-3 1-1 0 0,43 78 0 0 0,-46-61 100 0 0,-2 2-1 0 0,-3 0 1 0 0,-4 2-1 0 0,-2 1 1 0 0,-4 1-1 0 0,-2 0 0 0 0,-4 1 1 0 0,-3 0-1 0 0,-3 1 1 0 0,-4 0-1 0 0,-2 0 1 0 0,-4-1-1 0 0,-15 74 1 0 0,10-96 41 0 0,-3 0-1 0 0,-3 0 1 0 0,-1-1-1 0 0,-2-1 1 0 0,-3-1 0 0 0,-2-1-1 0 0,-2-1 1 0 0,-45 61 0 0 0,28-52 49 0 0,-2-2 0 0 0,-2-2 0 0 0,-3-2 1 0 0,-2-3-1 0 0,-109 76 0 0 0,21-34-86 0 0,-4-7 0 0 0,-3-6 0 0 0,-4-6 0 0 0,-2-7-1 0 0,-206 54 1 0 0,258-88-25 0 0,-2-6-1 0 0,-1-3 0 0 0,0-6 0 0 0,-1-4 1 0 0,0-4-1 0 0,-168-14 0 0 0,204 0-80 0 0,1-2 0 0 0,1-4 0 0 0,0-2 0 0 0,-96-39 0 0 0,112 34-33 0 0,1-3 0 0 0,1-1 0 0 0,1-3 0 0 0,2-1-1 0 0,1-3 1 0 0,-47-43 0 0 0,50 34 40 0 0,2-1-1 0 0,1-2 1 0 0,3-2-1 0 0,2-1 1 0 0,1-2-1 0 0,3-1 1 0 0,3-1-1 0 0,1-2 1 0 0,3 0-1 0 0,2-1 1 0 0,-18-83-1 0 0,26 85-30 0 0,3-1 0 0 0,3-1-1 0 0,2 1 1 0 0,2-1 0 0 0,2 0 0 0 0,3 0-1 0 0,3 0 1 0 0,2 1 0 0 0,2 0 0 0 0,2 0-1 0 0,3 1 1 0 0,30-75 0 0 0,-26 87 16 0 0,2 2-1 0 0,2 0 1 0 0,2 1 0 0 0,1 1 0 0 0,42-48 0 0 0,-26 42-16 0 0,1 1 0 0 0,2 2 0 0 0,80-54 0 0 0,-47 44-493 0 0,3 4-1 0 0,1 4 0 0 0,3 3 1 0 0,1 3-1 0 0,112-30 1 0 0,-83 37-2950 0 0,0 6 1 0 0,1 4 0 0 0,228-8 0 0 0,-235 27 747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44.8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701 464 448 0 0,'0'-11'852'0'0,"0"-1"1"0"0,1 1-1 0 0,1 0 0 0 0,0 0 1 0 0,5-18-1 0 0,-4 21-688 0 0,0 1 1 0 0,1-1-1 0 0,0 1 0 0 0,0 0 0 0 0,1 0 1 0 0,-1 1-1 0 0,2-1 0 0 0,-1 1 1 0 0,1 0-1 0 0,-1 1 0 0 0,2-1 0 0 0,-1 1 1 0 0,10-6-1 0 0,30-20 691 0 0,2 2 1 0 0,1 3-1 0 0,0 1 1 0 0,2 3-1 0 0,58-17 1 0 0,6 5-224 0 0,205-32 1 0 0,-281 61-467 0 0,0 1 1 0 0,1 2-1 0 0,-1 2 1 0 0,0 1-1 0 0,1 3 0 0 0,-1 0 1 0 0,0 3-1 0 0,-1 1 1 0 0,60 21-1 0 0,-41-7 130 0 0,0 2 1 0 0,98 59-1 0 0,-138-72-236 0 0,0 0 1 0 0,-2 1-1 0 0,1 1 0 0 0,-2 0 1 0 0,1 2-1 0 0,-2-1 0 0 0,0 1 1 0 0,-1 1-1 0 0,0 0 1 0 0,-2 1-1 0 0,0 0 0 0 0,16 37 1 0 0,-12-8 70 0 0,-2-1 1 0 0,-2 2 0 0 0,-2-1-1 0 0,-2 1 1 0 0,-2 0-1 0 0,-4 77 1 0 0,-7-21 10 0 0,-40 200 0 0 0,36-254-73 0 0,-2 0 0 0 0,-2-1 0 0 0,-3-1-1 0 0,-1-1 1 0 0,-31 55 0 0 0,30-69 51 0 0,0 0-1 0 0,-2-2 1 0 0,-2-1 0 0 0,0 0 0 0 0,-2-2-1 0 0,-1-1 1 0 0,-51 38 0 0 0,25-28 16 0 0,-2-3 0 0 0,-1-2 0 0 0,-1-2 0 0 0,-2-3 0 0 0,0-3 1 0 0,-2-2-1 0 0,0-3 0 0 0,-1-2 0 0 0,-1-3 0 0 0,-72 5 0 0 0,66-13-50 0 0,0-3 0 0 0,-1-3 0 0 0,1-3 0 0 0,-120-22 0 0 0,128 12-16 0 0,0-2 0 0 0,-111-47 0 0 0,129 43-22 0 0,1-3 1 0 0,1-1 0 0 0,1-2-1 0 0,1-2 1 0 0,2-2 0 0 0,0-1-1 0 0,3-2 1 0 0,0-1-1 0 0,2-2 1 0 0,2-1 0 0 0,1-1-1 0 0,3-1 1 0 0,0-2 0 0 0,-24-55-1 0 0,32 58-11 0 0,2 0 0 0 0,2-2-1 0 0,2 1 1 0 0,1-2 0 0 0,2 1 0 0 0,1-1-1 0 0,3-1 1 0 0,1 1 0 0 0,3-1 0 0 0,1 0-1 0 0,1 1 1 0 0,3-1 0 0 0,2 1 0 0 0,1 0-1 0 0,2 0 1 0 0,23-63 0 0 0,-16 68-64 0 0,2 0 0 0 0,1 2-1 0 0,1 0 1 0 0,3 1 0 0 0,0 1 0 0 0,2 1 0 0 0,1 2 0 0 0,2 0-1 0 0,1 2 1 0 0,1 1 0 0 0,62-41 0 0 0,-39 33-307 0 0,2 2 0 0 0,2 3 0 0 0,0 2 0 0 0,2 3 0 0 0,1 3 0 0 0,106-24 0 0 0,-98 32-704 0 0,0 3 0 0 0,1 4 0 0 0,1 2 0 0 0,76 6 0 0 0,-80 3-1065 0 0,0 3-1 0 0,0 3 0 0 0,-1 3 1 0 0,85 30-1 0 0,-58-10-689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50.0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5 1080 0 0,'-15'-5'7200'0'0,"24"14"-2677"0"0,26 13-1950 0 0,6 3-816 0 0,-1 3 0 0 0,61 52 0 0 0,67 78 1007 0 0,-91-82-1861 0 0,133 115 510 0 0,9-9 0 0 0,394 250 0 0 0,-543-387-1273 0 0,129 80 77 0 0,101 61 512 0 0,16 16 1019 0 0,-201-131-1189 0 0,50 30-22 0 0,-79-54-253 0 0,-85-47-284 0 0,-1 0 0 0 0,0 0 0 0 0,1 0 0 0 0,-1 0 0 0 0,0 0 0 0 0,1 1 0 0 0,-1-1 0 0 0,0 0 0 0 0,1 0 0 0 0,-1 0 0 0 0,0 0 0 0 0,1 0 0 0 0,-1 0 0 0 0,0 0 0 0 0,1 0 0 0 0,-1 0 0 0 0,0 0 0 0 0,1 0 0 0 0,-1-1 0 0 0,0 1 0 0 0,0 0 0 0 0,1 0 0 0 0,-1 0 0 0 0,0 0 0 0 0,1 0 0 0 0,-1-1 0 0 0,0 1 0 0 0,0 0 0 0 0,1 0 0 0 0,-1 0 0 0 0,0-1 0 0 0,0 1 0 0 0,1 0 0 0 0,-1 0 0 0 0,0-1 0 0 0,0 1 0 0 0,0 0 0 0 0,0-1 0 0 0,1 1 0 0 0,-1 0 0 0 0,0 0 0 0 0,0-1 0 0 0,0 1 0 0 0,0 0 0 0 0,0-1 0 0 0,0 1 0 0 0,0 0 0 0 0,0-1 0 0 0,0 0 0 0 0,0-15 0 0 0,0 15 0 0 0,-1-9 0 0 0,-1 0 0 0 0,1-1 0 0 0,-2 1 0 0 0,1 0 0 0 0,-7-13 0 0 0,5 11 0 0 0,0 0 0 0 0,1 0 0 0 0,-2-16 0 0 0,-1-15 0 0 0,-2 1 0 0 0,-14-43 0 0 0,18 71 0 0 0,7 20 0 0 0,14 23 0 0 0,-4-13 0 0 0,-1 2 0 0 0,0 0 0 0 0,-2 0 0 0 0,16 38 0 0 0,-17-36 0 0 0,4 10 0 0 0,9 40 0 0 0,7 16 0 0 0,-26-79 0 0 0,0 1 0 0 0,0-1 0 0 0,-1 1 0 0 0,3 14 0 0 0,-5-21 0 0 0,0 1 0 0 0,0-1 0 0 0,0 1 0 0 0,0-1 0 0 0,0 1 0 0 0,0-1 0 0 0,0 1 0 0 0,-1-1 0 0 0,1 1 0 0 0,0 0 0 0 0,-1-1 0 0 0,0 0 0 0 0,1 1 0 0 0,-1-1 0 0 0,0 1 0 0 0,0-1 0 0 0,1 0 0 0 0,-1 1 0 0 0,0-1 0 0 0,0 0 0 0 0,0 0 0 0 0,-1 0 0 0 0,1 0 0 0 0,0 0 0 0 0,0 0 0 0 0,-1 0 0 0 0,1 0 0 0 0,0-1 0 0 0,-2 2 0 0 0,-16 4 0 0 0,0-1 0 0 0,0 0 0 0 0,0-2 0 0 0,0 0 0 0 0,-1-1 0 0 0,1-1 0 0 0,-27-1 0 0 0,-42 3 0 0 0,4 7 0 0 0,33-3 0 0 0,-60 1 0 0 0,103-11-2348 0 0,8 3 2110 0 0,0 0-1 0 0,-1-1 1 0 0,1 1-1 0 0,-1 0 1 0 0,1-1-1 0 0,-1 1 1 0 0,1 0-1 0 0,-1 0 1 0 0,1 0-1 0 0,-1-1 1 0 0,1 1-1 0 0,-1 0 0 0 0,0 0 1 0 0,1 0-1 0 0,-1 0 1 0 0,1 0-1 0 0,-1 0 1 0 0,1 0-1 0 0,-1 0 1 0 0,1 0-1 0 0,-1 0 1 0 0,1 1-1 0 0,-1-1 1 0 0,1 0-1 0 0,-2 0 1 0 0,-28 16-11269 0 0,-4 3 2126 0 0,21-12 6251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52.8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0 336 0 0,'33'5'8659'0'0,"18"15"-4581"0"0,-9-4-1562 0 0,90 32 2183 0 0,-13-12-2256 0 0,-86-22 1910 0 0,14 5-3480 0 0,27-1-5 0 0,51 11 108 0 0,141 15 354 0 0,378 69-482 0 0,-11 49-60 0 0,-505-121-788 0 0,536 161 0 0 0,-8-35 0 0 0,-508-131 0 0 0,251 97 0 0 0,-367-120 0 0 0,1-2 0 0 0,0-1 0 0 0,57 10 0 0 0,-79-18 0 0 0,0 0 0 0 0,-1 1 0 0 0,1 0 0 0 0,-1 1 0 0 0,15 7 0 0 0,-19-9 0 0 0,0 1 0 0 0,0-1 0 0 0,0 0 0 0 0,0 0 0 0 0,1-1 0 0 0,7 1 0 0 0,-12-2 0 0 0,-1 2 0 0 0,-1-4 0 0 0,2 0 0 0 0,-1-1 0 0 0,-1 0 0 0 0,1 1 0 0 0,-1-1 0 0 0,1 0 0 0 0,-1 0 0 0 0,0 0 0 0 0,0 1 0 0 0,0-1 0 0 0,-1 0 0 0 0,1 0 0 0 0,-1 0 0 0 0,1 1 0 0 0,-1-1 0 0 0,0 0 0 0 0,-2-3 0 0 0,-1-9 0 0 0,-3-18 0 0 0,-19-55 0 0 0,10 40 0 0 0,-25-96 0 0 0,39 133 0 0 0,1 9 0 0 0,1 0 0 0 0,0 0 0 0 0,-1 1 0 0 0,1-1 0 0 0,-1 0 0 0 0,0 0 0 0 0,0 1 0 0 0,0-1 0 0 0,1 0 0 0 0,-1 1 0 0 0,-3-4 0 0 0,17 49 0 0 0,57 153 0 0 0,-34-86 0 0 0,-5-31 0 0 0,-29-55 0 0 0,-4-23 0 0 0,0 0 0 0 0,0 0 0 0 0,0 0 0 0 0,0 0 0 0 0,-1-1 0 0 0,1 1 0 0 0,0-1 0 0 0,-1 1 0 0 0,1-1 0 0 0,-1 0 0 0 0,0 0 0 0 0,1 0 0 0 0,-1 0 0 0 0,0-1 0 0 0,0 1 0 0 0,0-1 0 0 0,1 1 0 0 0,-1-1 0 0 0,-5-1 0 0 0,2 2 0 0 0,-193 37 0 0 0,108-17 0 0 0,84-20 0 0 0,-15 4 0 0 0,0-1 0 0 0,-37 2 0 0 0,57-7 0 0 0,-1-4-3276 0 0,5-8-8526 0 0,-1 2 1518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56.4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363 384 1704 0 0,'-17'-21'6716'0'0,"1"-13"-1819"0"0,15 31-4560 0 0,0 1-81 0 0,0-1 0 0 0,0 0 0 0 0,1 1 0 0 0,-1-1 0 0 0,1 0 0 0 0,-1 0 0 0 0,1 1 0 0 0,0-1 0 0 0,0 0 0 0 0,0 0 0 0 0,1 0 0 0 0,-1 1 0 0 0,0-1 0 0 0,1 0 1 0 0,0 1-1 0 0,0-1 0 0 0,0 0 0 0 0,0 1 0 0 0,0-1 0 0 0,0 1 0 0 0,3-4 0 0 0,2-1-240 0 0,1-1 0 0 0,0 1 0 0 0,0 0 1 0 0,15-11-1 0 0,-13 11 187 0 0,20-17-30 0 0,2 2 0 0 0,0 0 0 0 0,1 3 0 0 0,1 0 0 0 0,1 2 0 0 0,1 2-1 0 0,0 1 1 0 0,54-14 0 0 0,-52 19-20 0 0,1 2 1 0 0,0 1-1 0 0,0 2 0 0 0,51 1 0 0 0,-71 4-77 0 0,-1 0 0 0 0,1 2 0 0 0,0 0 0 0 0,-1 1 0 0 0,0 1 0 0 0,0 0 0 0 0,0 1 0 0 0,-1 1 0 0 0,0 1 0 0 0,0 0 0 0 0,23 17 0 0 0,-15-6 19 0 0,-1 1-1 0 0,0 0 0 0 0,-2 2 1 0 0,-1 0-1 0 0,0 2 0 0 0,-2 0 1 0 0,-1 1-1 0 0,19 37 0 0 0,-13-17 110 0 0,-2 2 0 0 0,-3 0 0 0 0,-1 1 0 0 0,12 59 0 0 0,-23-76-88 0 0,-1-1 1 0 0,-2 1-1 0 0,-1 0 0 0 0,-1 0 0 0 0,-2 0 0 0 0,-1 0 0 0 0,-1 0 1 0 0,-2 0-1 0 0,-1-1 0 0 0,-1 0 0 0 0,-2 0 0 0 0,-1 0 0 0 0,-1-1 1 0 0,-24 44-1 0 0,14-36-1 0 0,-2-2 0 0 0,-1 0 1 0 0,-2-2-1 0 0,-1-1 1 0 0,-1-1-1 0 0,-2-1 0 0 0,-1-1 1 0 0,-2-2-1 0 0,0-2 0 0 0,-46 27 1 0 0,47-33-3 0 0,-1-2 0 0 0,0-1 1 0 0,-1-1-1 0 0,-1-2 0 0 0,0-2 1 0 0,0-1-1 0 0,-58 8 0 0 0,64-15-33 0 0,0-1 0 0 0,1-2 0 0 0,-1-1 0 0 0,0-1-1 0 0,1-1 1 0 0,-1-1 0 0 0,1-2 0 0 0,0-1 0 0 0,0-1 0 0 0,-32-15 0 0 0,25 7-15 0 0,1-1 1 0 0,1-1 0 0 0,-53-40-1 0 0,66 43-49 0 0,2-1 0 0 0,0-1 1 0 0,0-1-1 0 0,2 0 0 0 0,0-1 0 0 0,-23-38 0 0 0,27 36-21 0 0,0-1 0 0 0,2-1 1 0 0,0 1-1 0 0,2-1 0 0 0,0-1 0 0 0,2 0 0 0 0,1 0 1 0 0,-4-33-1 0 0,7 32-28 0 0,1-1 0 0 0,0 0-1 0 0,2 1 1 0 0,1-1 0 0 0,6-27 0 0 0,-4 37-1 0 0,0 1 0 0 0,1 0-1 0 0,1 1 1 0 0,0-1 0 0 0,1 1-1 0 0,0 0 1 0 0,2 1 0 0 0,-1-1 0 0 0,18-18-1 0 0,1 3-214 0 0,0 2-1 0 0,2 1 0 0 0,2 1 1 0 0,53-34-1 0 0,-26 25-1948 0 0,116-50-1 0 0,-150 74 357 0 0,1 1 0 0 0,46-10 0 0 0,-58 17 409 0 0,-1 0 1 0 0,0 1-1 0 0,14 1 0 0 0,-17 0-376 0 0,0 1 0 0 0,1 1 0 0 0,-1-1 0 0 0,16 6 0 0 0,-9 0-961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6:59.1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156 64 1528 0 0,'0'0'1926'0'0,"7"-3"3496"0"0,9-1-3826 0 0,15 5-930 0 0,-1 1 0 0 0,0 1 0 0 0,-1 2 0 0 0,1 1 0 0 0,-1 1 0 0 0,49 20 0 0 0,-31-7-348 0 0,-1 3 1 0 0,-1 1-1 0 0,48 36 1 0 0,-14-4-134 0 0,-2 3 1 0 0,130 129 0 0 0,-184-160-69 0 0,-1 1 0 0 0,-1 1 0 0 0,-2 1-1 0 0,19 41 1 0 0,17 27-32 0 0,-48-86-52 0 0,0 0 0 0 0,-1 0 0 0 0,-1 1 0 0 0,0 0 0 0 0,-1-1 0 0 0,0 2 1 0 0,-1-1-1 0 0,-1 0 0 0 0,0 1 0 0 0,-1-1 0 0 0,0 1 0 0 0,-2-1 1 0 0,-1 18-1 0 0,-1-15 102 0 0,0 1 1 0 0,-1-1-1 0 0,-9 25 1 0 0,11-36-19 0 0,-1-1 1 0 0,0 1-1 0 0,0 0 1 0 0,-1-1-1 0 0,0 0 1 0 0,0 0-1 0 0,0 0 1 0 0,0 0-1 0 0,-1 0 1 0 0,0-1 0 0 0,1 0-1 0 0,-2 0 1 0 0,-5 3-1 0 0,-6 3-6 0 0,-1-1-1 0 0,0-1 1 0 0,-1 0-1 0 0,0-2 1 0 0,0 0-1 0 0,0-1 1 0 0,-1-1 0 0 0,1-1-1 0 0,-28 2 1 0 0,30-5-18 0 0,0 0 1 0 0,1-1-1 0 0,-1-1 1 0 0,0 0 0 0 0,1-1-1 0 0,-1-1 1 0 0,1-1 0 0 0,0 0-1 0 0,1-1 1 0 0,-1 0-1 0 0,-23-15 1 0 0,-7-7 272 0 0,1-3-1 0 0,1-2 1 0 0,1-1-1 0 0,-62-67 1 0 0,-5-19-10 0 0,-61-71 96 0 0,151 166-420 0 0,1 0 1 0 0,1-1-1 0 0,1-1 1 0 0,2 0 0 0 0,0-1-1 0 0,2-1 1 0 0,1 0-1 0 0,-12-46 1 0 0,20 57-13 0 0,1 12-12 0 0,1-1 0 0 0,0 1 0 0 0,1-1 0 0 0,-1 1 0 0 0,1-1 0 0 0,1 0 0 0 0,-1 1 0 0 0,1-1 0 0 0,0 0 0 0 0,1 1 0 0 0,0-1-1 0 0,0 0 1 0 0,2-7 0 0 0,12-21 27 0 0,-10 21-31 0 0,0-1 0 0 0,2 1 0 0 0,0 1 1 0 0,0-1-1 0 0,1 1 0 0 0,1 1 0 0 0,0-1 0 0 0,15-14 0 0 0,-12 16-232 0 0,1 1 0 0 0,1 0 0 0 0,-1 1 1 0 0,1 1-1 0 0,1 0 0 0 0,0 1 0 0 0,0 0 0 0 0,31-8 0 0 0,-30 11-602 0 0,0 1 1 0 0,1 0 0 0 0,-1 2 0 0 0,1 0-1 0 0,-1 1 1 0 0,1 0 0 0 0,-1 1 0 0 0,1 1-1 0 0,16 4 1 0 0,-17-2-1478 0 0,1 1 0 0 0,0 0 0 0 0,-1 1-1 0 0,18 9 1 0 0,-16-6-235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7:00.9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 1208 0 0,'15'-4'8562'0'0,"6"7"-5805"0"0,16 12-1107 0 0,-22-5-1057 0 0,1 0 0 0 0,-1 0 0 0 0,-1 2 0 0 0,0-1 0 0 0,0 2 1 0 0,-2 0-1 0 0,1 1 0 0 0,12 18 0 0 0,78 132 1543 0 0,-86-134-1802 0 0,368 681 3980 0 0,-374-689-4195 0 0,52 104 336 0 0,-5 2 0 0 0,-6 3 1 0 0,-6 2-1 0 0,-6 1 1 0 0,24 147-1 0 0,-55-231-409 0 0,29 142-75 0 0,-35-181 38 0 0,1 0 0 0 0,1 0-1 0 0,0 0 1 0 0,7 10 0 0 0,10 24 80 0 0,-22-39 1404 0 0,-7-10-950 0 0,-12-16-424 0 0,17 19-71 0 0,-29-29 7 0 0,-1 2-1 0 0,-2 1 1 0 0,-1 2-1 0 0,-73-40 1 0 0,55 33-37 0 0,39 24-26 0 0,-8-5-11 0 0,1 0 0 0 0,-29-24 1 0 0,38 29-242 0 0,13 17-276 0 0,16 18 149 0 0,188 139 134 0 0,-179-141 258 0 0,-18-15 0 0 0,1-2-1 0 0,1 1 1 0 0,-1-1 0 0 0,2 0 0 0 0,-1-1 0 0 0,1 0 0 0 0,15 7-1 0 0,-21-13-4 0 0,-1 1 0 0 0,2-1 1 0 0,-1 0-1 0 0,0 0 0 0 0,0 0 0 0 0,0-1 0 0 0,9 0 0 0 0,-13 0-1 0 0,1 0 1 0 0,-1 0 0 0 0,1-1-1 0 0,-1 1 1 0 0,0 0 0 0 0,1-1-1 0 0,-1 1 1 0 0,1-1 0 0 0,-1 1 0 0 0,0-1-1 0 0,1 1 1 0 0,-1-1 0 0 0,0 0-1 0 0,0 0 1 0 0,1 0 0 0 0,-1 0-1 0 0,0 0 1 0 0,0 0 0 0 0,0 0 0 0 0,0 0-1 0 0,0 0 1 0 0,0-1 0 0 0,-1 1-1 0 0,1 0 1 0 0,0 0 0 0 0,-1-1-1 0 0,1 1 1 0 0,0-3 0 0 0,7-22-256 0 0,0 0 0 0 0,17-34 0 0 0,1-2-422 0 0,-25 60 584 0 0,4-11-727 0 0,0 1 0 0 0,12-23 0 0 0,4 11-4143 0 0,8 8-5830 0 0,-14 9 4938 0 0,-7 4 2956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7:02.6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1157 1 396 0 0,'-6'-1'4610'0'0,"-13"2"448"0"0,15 0-4611 0 0,0 0 0 0 0,0 0 1 0 0,0 1-1 0 0,0-1 1 0 0,0 1-1 0 0,1 0 1 0 0,-1 0-1 0 0,1 0 1 0 0,0 1-1 0 0,-1-1 1 0 0,1 1-1 0 0,0 0 0 0 0,0 0 1 0 0,1 0-1 0 0,-5 5 1 0 0,0 3 85 0 0,1 1 0 0 0,0-1 0 0 0,-7 22 0 0 0,11-27-545 0 0,-84 233 1828 0 0,-27 126-504 0 0,12-39-161 0 0,-59 352 629 0 0,147-615-1530 0 0,-37 107 1 0 0,36-133-113 0 0,-2 0 0 0 0,-2-2 1 0 0,-1 1-1 0 0,-24 33 0 0 0,22-42-81 0 0,-2 0 0 0 0,0-1 0 0 0,-2-2 0 0 0,-42 34 0 0 0,52-46-51 0 0,1 0 1 0 0,0 1-1 0 0,1 1 0 0 0,0 0 1 0 0,1 0-1 0 0,-12 21 0 0 0,21-31 76 0 0,1-1 0 0 0,0 1 0 0 0,0 0 0 0 0,0 1 1 0 0,1-1-1 0 0,-1 0 0 0 0,1 0 0 0 0,-1 8 0 0 0,-24 34 116 0 0,13-81 412 0 0,-15-60-1 0 0,2-67-900 0 0,23 149 247 0 0,0 0 1 0 0,-9-21-1 0 0,10 28 49 0 0,2 7-11 0 0,0-1 0 0 0,0 0 0 0 0,0 0 0 0 0,0 0 0 0 0,0 0 0 0 0,0 0 0 0 0,0 0 0 0 0,0 0 0 0 0,0 0 0 0 0,-1 0 0 0 0,1 1 0 0 0,0-1 0 0 0,0 0 0 0 0,0 0 0 0 0,0 0 0 0 0,0 0 0 0 0,0 0 0 0 0,0 0 0 0 0,0 0 0 0 0,0 0 0 0 0,0 0 0 0 0,-1 0 0 0 0,1 0 0 0 0,0 0 0 0 0,0 0 0 0 0,0 0 0 0 0,0 0 0 0 0,0 0 0 0 0,0 0 0 0 0,0 0 0 0 0,-1 0 0 0 0,1 0 0 0 0,0 0 0 0 0,0 0 0 0 0,0 0 0 0 0,0 0 0 0 0,0 0 0 0 0,0 0 0 0 0,0 0 0 0 0,0 0 0 0 0,-1 0 0 0 0,1 0 0 0 0,0 0 0 0 0,0 0 0 0 0,0 0 0 0 0,0 0 0 0 0,0 0 0 0 0,0-1 0 0 0,-3 24-105 0 0,2 29 65 0 0,-1 16 3 0 0,1-30 75 0 0,1 0 1 0 0,6 49 0 0 0,-5-81-25 0 0,-1-2-8 0 0,0 0 0 0 0,1 0 0 0 0,0 0 0 0 0,0 0 0 0 0,0 0 0 0 0,0 0 0 0 0,1 0 0 0 0,-1 0 0 0 0,1-1 0 0 0,0 1 0 0 0,0-1 0 0 0,0 1 1 0 0,6 5-1 0 0,-8-9 80 0 0,2 0-78 0 0,0 0 1 0 0,0 0 0 0 0,0 0 0 0 0,-1 0 0 0 0,1-1-1 0 0,0 1 1 0 0,0-1 0 0 0,-1 1 0 0 0,1-1 0 0 0,0 0-1 0 0,-1 0 1 0 0,3 0 0 0 0,1-1 13 0 0,27-8 50 0 0,0-1 0 0 0,35-16 0 0 0,10-5-40 0 0,-44 20-298 0 0,93-30-360 0 0,-105 36-618 0 0,-1 1 1 0 0,1 2 0 0 0,0 0 0 0 0,25 0 0 0 0,-38 3 1055 0 0,1 4-5912 0 0,-8-4 5743 0 0,-1 0-1 0 0,0 1 1 0 0,1-1-1 0 0,-1 0 1 0 0,0 1-1 0 0,0-1 1 0 0,1 1-1 0 0,-1-1 1 0 0,0 0-1 0 0,0 1 1 0 0,0-1-1 0 0,1 1 1 0 0,-1-1-1 0 0,0 1 1 0 0,0-1-1 0 0,0 1 1 0 0,0-1-1 0 0,0 1 1 0 0,0-1-1 0 0,0 1 1 0 0,0-1-1 0 0,0 0 1 0 0,0 1 0 0 0,0-1-1 0 0,-1 1 1 0 0,1-1-1 0 0,0 1 1 0 0,0-1-1 0 0,0 1 1 0 0,-1-1-1 0 0,1 1 1 0 0,-3 4-2367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7:19.3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1863 119 1380 0 0,'10'-14'3930'0'0,"-6"9"2118"0"0,-6 16-2512 0 0,1-7-3514 0 0,-1 8 353 0 0,1 1 0 0 0,1 0 0 0 0,0 0 0 0 0,0 0 0 0 0,5 22 0 0 0,0 26 380 0 0,-8 29-183 0 0,-4 0 0 0 0,-4 0 0 0 0,-30 117 0 0 0,-101 253 668 0 0,-119 132 175 0 0,-45-24-974 0 0,303-564-440 0 0,-219 432 326 0 0,170-317-115 0 0,-63 221 1 0 0,-159 909 773 0 0,176-509 543 0 0,56-365-1048 0 0,3-125-257 0 0,-2 9 17 0 0,-65 757 919 0 0,37-525-682 0 0,43-332-473 0 0,16-97 18 0 0,3 0-1 0 0,3 0 1 0 0,3 0-1 0 0,8 84 1 0 0,3-55 126 0 0,49 386 757 0 0,-22-310-821 0 0,1-1 11 0 0,-14-56-68 0 0,-17-85-44 0 0,1 1 0 0 0,1-2-1 0 0,1 1 1 0 0,1-2-1 0 0,1 1 1 0 0,1-1-1 0 0,1-1 1 0 0,1-1-1 0 0,19 22 1 0 0,-10-15 1 0 0,-14-15-17 0 0,1 0-1 0 0,0-1 1 0 0,1 0 0 0 0,0 0 0 0 0,1-1-1 0 0,26 16 1 0 0,-1-5 13 0 0,29 15-85 0 0,71 52 0 0 0,-61-36 219 0 0,93 47-1 0 0,-123-74-96 0 0,-39-22-31 0 0,1 0 1 0 0,0 0-1 0 0,0-1 0 0 0,0-1 0 0 0,0 1 1 0 0,0-2-1 0 0,0 1 0 0 0,0-1 0 0 0,1 0 1 0 0,-1-1-1 0 0,1 0 0 0 0,9-2 1 0 0,15-3-38 0 0,1-2 1 0 0,32-10-1 0 0,-34 8 14 0 0,49-8-1 0 0,-2 9 27 0 0,152-38-1 0 0,-215 40 39 0 0,-1 0 1 0 0,0-2-1 0 0,0 1 1 0 0,-1-2-1 0 0,0 0 1 0 0,26-22-1 0 0,76-80 114 0 0,-75 68-110 0 0,36-42 4 0 0,105-148 1 0 0,-150 187-38 0 0,-1 0 24 0 0,50-97 0 0 0,10-59 85 0 0,1-1 104 0 0,51-112 522 0 0,37-169 736 0 0,-134 351-1465 0 0,56-167-3 0 0,-25-6-3 0 0,0-210 1 0 0,9-40 0 0 0,-20 141 0 0 0,46-142 0 0 0,-71 228 0 0 0,-38 271 0 0 0,2 0 0 0 0,-4-1 0 0 0,-4-63 0 0 0,-1 93 0 0 0,-15-228 0 0 0,18 215 0 0 0,8-386 0 0 0,-6 404 0 0 0,12-325 0 0 0,-9 109 0 0 0,10 14 0 0 0,3-283 0 0 0,-30 347 0 0 0,-2-57 0 0 0,11 147 0 0 0,-4 1 0 0 0,-2 0 0 0 0,-4 1 0 0 0,-22-69 0 0 0,27 95 0 0 0,1 0 0 0 0,2 0 0 0 0,1-62 0 0 0,0 0 0 0 0,-1 50-83 0 0,-2 0 1 0 0,-3 1-1 0 0,-2 0 1 0 0,-26-74-1 0 0,1 45 128 0 0,-28-36-187 0 0,40 76 53 0 0,3-1 93 0 0,14 28-17 0 0,0 0-1 0 0,-18-25 0 0 0,19 33-35 0 0,0 0 0 0 0,-1 0 0 0 0,1 1-1 0 0,-2 0 1 0 0,-15-12 0 0 0,14 12 8 0 0,1-1 0 0 0,0 0 0 0 0,0 0 0 0 0,1-1 0 0 0,-11-17 0 0 0,14 18 22 0 0,-1 1-1 0 0,0-1 0 0 0,-1 1 1 0 0,0 1-1 0 0,0-1 1 0 0,-1 1-1 0 0,0 0 1 0 0,-13-8-1 0 0,-41-15-310 0 0,40 21 242 0 0,1-2 0 0 0,1 0 0 0 0,-21-14 0 0 0,27 16 46 0 0,-1 0 0 0 0,-1 1 0 0 0,1 1 0 0 0,-1 1 0 0 0,-1 0 0 0 0,-26-6 0 0 0,-30-10-5 0 0,-20-15 119 0 0,87 35-64 0 0,-1 0 0 0 0,1 1-1 0 0,-1 0 1 0 0,1 0-1 0 0,-1 0 1 0 0,-11 1-1 0 0,-17-2 24 0 0,-34-12 8 0 0,-43-6 79 0 0,77 15-70 0 0,-30-2-101 0 0,61 7 47 0 0,1 1 1 0 0,0 0-1 0 0,0 0 1 0 0,0 0-1 0 0,0 0 1 0 0,0 0 0 0 0,0 1-1 0 0,1-1 1 0 0,-1 1-1 0 0,0 0 1 0 0,-2 2-1 0 0,-15 8-32 0 0,-26 28-57 0 0,-96 49 145 0 0,135-83-82 0 0,-1 1-1 0 0,1 0 1 0 0,1 1 0 0 0,0-1-1 0 0,0 1 1 0 0,0 1 0 0 0,1-1-1 0 0,0 1 1 0 0,-6 16 0 0 0,-10 7 26 0 0,17-27 0 0 0,0 1-1 0 0,1-1 1 0 0,0 1 0 0 0,-1 0-1 0 0,-3 11 1 0 0,6-13-204 0 0,0-1 0 0 0,1 0 0 0 0,-1 0 0 0 0,1 1 1 0 0,-1-1-1 0 0,1 0 0 0 0,1 1 0 0 0,-1-1 0 0 0,0 0 0 0 0,1 1 1 0 0,-1-1-1 0 0,1 0 0 0 0,0 0 0 0 0,0 1 0 0 0,2 3 0 0 0,2 1-1709 0 0,0 0-1 0 0,0 0 0 0 0,1-1 1 0 0,7 8-1 0 0,-5-7-9 0 0,12 23-7270 0 0,-17-22 6096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8:11.5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 96 480 0 0,'-3'-2'2496'0'0,"-2"-1"13"0"0,0 1-161 0 0,0-3-244 0 0,2 1-620 0 0,-2-1-804 0 0,0 0-448 0 0,0-2-272 0 0,2 0-224 0 0,0 0-208 0 0,1 0-300 0 0,2 0-336 0 0,0 1-352 0 0,2-1-360 0 0,-2-3-177 0 0,3 6-87 0 0,2-3-32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8:13.5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1425 2039 2124 0 0,'-2'7'17073'0'0,"1"-15"-16589"0"0,0 0 0 0 0,0 0 0 0 0,-6-16 0 0 0,-2-21-370 0 0,4-220-403 0 0,5 94 280 0 0,-20-279 924 0 0,7 301-388 0 0,-34-148-1 0 0,38 252-404 0 0,-3 1-1 0 0,-1 0 0 0 0,-29-64 1 0 0,33 89-41 0 0,-1 1 1 0 0,-1 0-1 0 0,-1 0 0 0 0,0 1 1 0 0,-1 1-1 0 0,-1 0 1 0 0,0 1-1 0 0,-1 0 0 0 0,-34-25 1 0 0,14 16-58 0 0,-1 1 0 0 0,-1 1 1 0 0,-1 2-1 0 0,0 2 0 0 0,-81-26 0 0 0,84 36-101 0 0,-1 1 0 0 0,1 3 0 0 0,-72-2 0 0 0,100 2 218 0 0,-11-4-66 0 0,-20 9-69 0 0,-56 10 0 0 0,84-10 38 0 0,-1-1 1 0 0,0 1-1 0 0,1-1 1 0 0,-1-1-1 0 0,1 0 1 0 0,-17-4 0 0 0,19 3-52 0 0,-1 1-1 0 0,0 0 1 0 0,0 1 0 0 0,1 0 0 0 0,-1 0 0 0 0,-12 2 0 0 0,-15 0-42 0 0,-17 8-121 0 0,52-10 125 0 0,-35 14-2880 0 0,9-3 2083 0 0,-16 6-359 0 0,-8-13 763 0 0,51-4 432 0 0,23-19-9971 0 0,5 5 3432 0 0,-22 10 4595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8:14.0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197 77 1360 0 0,'13'-18'7254'0'0,"-3"-3"-4508"0"0,-8 17-2428 0 0,0 0 1 0 0,0 0-1 0 0,0 0 1 0 0,0 0-1 0 0,1 0 1 0 0,-1 0-1 0 0,6-6 1638 0 0,-17 27-838 0 0,2-7-881 0 0,0-1 1 0 0,0 0 0 0 0,-1 0-1 0 0,-8 8 1 0 0,-25 29 111 0 0,-82 112 468 0 0,119-153-768 0 0,1 0 1 0 0,0 0-1 0 0,1 0 0 0 0,-1 1 1 0 0,1-1-1 0 0,0 1 0 0 0,0 0 1 0 0,-1 11-1 0 0,3-16-39 0 0,1 0-1 0 0,0 0 1 0 0,0 0 0 0 0,0 0-1 0 0,-1 0 1 0 0,1 0-1 0 0,0 0 1 0 0,0 0 0 0 0,0 0-1 0 0,0 0 1 0 0,1 0-1 0 0,-1-1 1 0 0,0 1 0 0 0,0 0-1 0 0,0-1 1 0 0,1 1-1 0 0,0-1 1 0 0,27 12 82 0 0,-27-11-80 0 0,53 20-48 0 0,-2 2-1 0 0,0 3 0 0 0,85 57 0 0 0,-96-54-1464 0 0,50 47 0 0 0,-62-47-2187 0 0,52 65 1 0 0,-67-75 1083 0 0,19 36 0 0 0,-15-16-50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28:31.5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571 426 1068 0 0,'-5'-4'1395'0'0,"2"2"-963"0"0,0 0 0 0 0,1-1-1 0 0,-1 1 1 0 0,0-1 0 0 0,1 1 0 0 0,-1-1 0 0 0,1 0-1 0 0,0 0 1 0 0,0 0 0 0 0,0 0 0 0 0,0-1-1 0 0,0 1 1 0 0,1 0 0 0 0,0-1 0 0 0,-2-7 2134 0 0,2 7 518 0 0,9-13-2159 0 0,51-19-189 0 0,2 2 1 0 0,1 2-1 0 0,1 4 0 0 0,111-35 1 0 0,-45 27 165 0 0,196-28 0 0 0,-97 37-477 0 0,1 9 1 0 0,1 10 0 0 0,0 10 0 0 0,282 39-1 0 0,-401-26-330 0 0,0 5-1 0 0,-2 5 0 0 0,0 4 1 0 0,-2 5-1 0 0,190 90 1 0 0,-243-96 116 0 0,-2 2 1 0 0,-2 2 0 0 0,0 3 0 0 0,57 51 0 0 0,-80-60-111 0 0,0 1-1 0 0,-2 1 1 0 0,-1 1-1 0 0,-2 1 0 0 0,0 1 1 0 0,-2 1-1 0 0,-2 1 1 0 0,16 36-1 0 0,-13-16-23 0 0,-2 1 0 0 0,-3 1 0 0 0,17 102 1 0 0,-28-119-38 0 0,-2 0 0 0 0,-1 0 0 0 0,-3 0 0 0 0,-1 0 1 0 0,-1 0-1 0 0,-16 65 0 0 0,10-68-43 0 0,-2-1-1 0 0,-2 1 1 0 0,-1-2-1 0 0,-1 0 1 0 0,-2-1-1 0 0,-2-1 1 0 0,0 0-1 0 0,-2-1 1 0 0,-37 39-1 0 0,18-25 108 0 0,-3-3-1 0 0,-1-1 0 0 0,-63 44 0 0 0,-159 83 545 0 0,134-99-491 0 0,-2-6 1 0 0,-2-5 0 0 0,-3-7 0 0 0,-249 56 0 0 0,309-91-102 0 0,-1-3 1 0 0,0-4-1 0 0,0-4 0 0 0,-1-3 1 0 0,1-3-1 0 0,0-4 1 0 0,0-4-1 0 0,0-3 0 0 0,2-3 1 0 0,0-4-1 0 0,1-3 1 0 0,1-4-1 0 0,-126-63 0 0 0,-65-44-167 0 0,-168-89-122 0 0,389 196 261 0 0,1-2 0 0 0,2-1 0 0 0,-64-59 0 0 0,-98-127 22 0 0,165 170-76 0 0,3-2-1 0 0,2-1 1 0 0,2-2 0 0 0,2-1 0 0 0,-25-59 0 0 0,44 77 16 0 0,2-1 0 0 0,1 0 0 0 0,1 0 0 0 0,2-1 0 0 0,2 0 1 0 0,1 0-1 0 0,2 0 0 0 0,2 0 0 0 0,0 0 0 0 0,3 0 0 0 0,1 0 0 0 0,2 1 0 0 0,14-47 0 0 0,-7 43-10 0 0,2 1 0 0 0,1 1 1 0 0,2 0-1 0 0,1 1 0 0 0,34-43 0 0 0,-44 67 6 0 0,0 0 0 0 0,1 1 1 0 0,1 0-1 0 0,-1 1 0 0 0,25-15 0 0 0,72-38-15 0 0,-85 51 24 0 0,35-17 36 0 0,1 3 0 0 0,1 3 0 0 0,99-26 0 0 0,194-22-57 0 0,-143 32-621 0 0,-199 37 465 0 0,102-18-2343 0 0,-55 17-1327 0 0,-3 10-3418 0 0,-49-6 6014 0 0,-1 0 1 0 0,1 1 0 0 0,-1 0 0 0 0,1 0-1 0 0,-1 1 1 0 0,9 5 0 0 0,1 2-1695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0:45.0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2866 560 0 0,'-12'-3'2378'0'0,"9"2"-1807"0"0,-1 1 0 0 0,1-1 0 0 0,-1 0 0 0 0,1-1 0 0 0,0 1 0 0 0,0-1 0 0 0,-5-2 0 0 0,7 3-491 0 0,1 0 1 0 0,-1 1-1 0 0,0-1 0 0 0,1 0 0 0 0,-1 0 0 0 0,1 0 0 0 0,-1 1 0 0 0,1-1 1 0 0,0 0-1 0 0,-1 0 0 0 0,1 0 0 0 0,0 0 0 0 0,-1 0 0 0 0,1 0 0 0 0,0 0 0 0 0,0 0 1 0 0,0 0-1 0 0,0 0 0 0 0,0 0 0 0 0,0 0 0 0 0,0 0 0 0 0,0 0 0 0 0,1 0 1 0 0,-1 1-1 0 0,0-1 0 0 0,0 0 0 0 0,1 0 0 0 0,-1 0 0 0 0,1 0 0 0 0,-1 0 1 0 0,1 0-1 0 0,-1 1 0 0 0,2-2 0 0 0,6-11 185 0 0,0 1-1 0 0,2 0 1 0 0,-1 0-1 0 0,1 1 1 0 0,1 0 0 0 0,0 1-1 0 0,17-12 1 0 0,96-59 357 0 0,-77 53-453 0 0,766-415-17 0 0,-615 341-251 0 0,239-107 1103 0 0,465-151 0 0 0,-373 153-248 0 0,-250 95-471 0 0,-136 56-135 0 0,658-234 1047 0 0,-8 35-1259 0 0,-589 184 239 0 0,2 9 0 0 0,256-42 0 0 0,325-74 594 0 0,-587 133-727 0 0,102 1-6 0 0,-73 12 215 0 0,241-4 1538 0 0,-444 35-1752 0 0,226 5 234 0 0,-246-3-270 0 0,0-1 0 0 0,0 1 0 0 0,0 0 0 0 0,-1 0-1 0 0,1 1 1 0 0,0 0 0 0 0,0 0 0 0 0,6 3 0 0 0,-10-3 6 0 0,1 0 1 0 0,-1 0-1 0 0,0 0 0 0 0,1 0 0 0 0,-1 0 1 0 0,0 1-1 0 0,0-1 0 0 0,-1 1 0 0 0,1-1 1 0 0,0 1-1 0 0,-1 0 0 0 0,0-1 0 0 0,1 1 1 0 0,-1 0-1 0 0,0 0 0 0 0,0 0 0 0 0,0 5 1 0 0,3 13 69 0 0,-1 1 1 0 0,0-1 0 0 0,-2 1 0 0 0,0-1 0 0 0,-2 1-1 0 0,0 0 1 0 0,-2-1 0 0 0,-6 28 0 0 0,1-19-9 0 0,-1 0 1 0 0,-2-1-1 0 0,-1 0 1 0 0,-1-1 0 0 0,-18 30-1 0 0,-13 7 5 0 0,-2-2 0 0 0,-3-2 0 0 0,-98 94-1 0 0,92-105-120 0 0,-106 77-1 0 0,-75 27 33 0 0,162-107 47 0 0,-729 420 434 0 0,-20-52 658 0 0,275-175 464 0 0,369-166-1339 0 0,-315 106-20 0 0,-8-29-439 0 0,403-122 123 0 0,-615 187 219 0 0,-48-25-34 0 0,621-166-171 0 0,-367 55-409 0 0,408-69 397 0 0,-175 17 193 0 0,-96 16 179 0 0,154-14-270 0 0,200-28-11 0 0,-42 5-5 0 0,0-2-1 0 0,-72-3 0 0 0,64-9-5 0 0,-91-21-1 0 0,127 20 0 0 0,-51-22-1 0 0,50 18 3 0 0,22 8 12 0 0,0-1 0 0 0,1 1 0 0 0,-1-2 0 0 0,1 1 0 0 0,0-1 1 0 0,0-1-1 0 0,1 1 0 0 0,0-1 0 0 0,0-1 0 0 0,1 0 0 0 0,0 0 0 0 0,0 0 0 0 0,1-1 0 0 0,0 0 0 0 0,0 0 0 0 0,-4-11 0 0 0,-17-24 165 0 0,21 37-153 0 0,1 0 1 0 0,0-1-1 0 0,1 0 1 0 0,-1 0-1 0 0,2 0 1 0 0,-6-16-1 0 0,-5-29-25 0 0,5 24-7 0 0,1-1 1 0 0,2 0 0 0 0,1 0 0 0 0,1-1-1 0 0,1 1 1 0 0,3-50 0 0 0,3 65 5 0 0,1-1-1 0 0,0 1 1 0 0,2 0 0 0 0,10-23 0 0 0,-3 7-3 0 0,2-2-10 0 0,1 1 0 0 0,2 0 0 0 0,1 1 0 0 0,2 1 0 0 0,45-51 0 0 0,-45 59-797 0 0,1 1 0 0 0,1 2 0 0 0,26-18-1 0 0,34-20-7933 0 0,-77 53 6526 0 0,0 1 0 0 0,1-1-1 0 0,-1 1 1 0 0,11-4 0 0 0,-9 5-578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0:55.0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40 291 1128 0 0,'-1'0'153'0'0,"1"0"-1"0"0,0 0 0 0 0,-1 0 1 0 0,1 0-1 0 0,0 0 1 0 0,-1 0-1 0 0,1 0 1 0 0,0 0-1 0 0,0 0 0 0 0,-1-1 1 0 0,1 1-1 0 0,0 0 1 0 0,-1 0-1 0 0,1 0 1 0 0,0 0-1 0 0,0 0 0 0 0,-1-1 1 0 0,1 1-1 0 0,0 0 1 0 0,0 0-1 0 0,0 0 1 0 0,-1-1-1 0 0,1 1 0 0 0,0 0 1 0 0,0 0-1 0 0,0-1 1 0 0,-1 1-1 0 0,1 0 1 0 0,0 0-1 0 0,0-1 1 0 0,0 1-1 0 0,0 0 0 0 0,0-1 1 0 0,0 1-1 0 0,0-1 1 0 0,2-14 1681 0 0,12-12-987 0 0,-2 10-219 0 0,2 0 1 0 0,0 0-1 0 0,1 2 1 0 0,1-1-1 0 0,0 2 1 0 0,1 0 0 0 0,27-16-1 0 0,-13 11-444 0 0,1 3 0 0 0,0 0 0 0 0,62-20 0 0 0,-78 32-127 0 0,-1 0 1 0 0,1 2 0 0 0,0 0 0 0 0,-1 0-1 0 0,1 2 1 0 0,0 0 0 0 0,0 0 0 0 0,0 2 0 0 0,0 0-1 0 0,-1 1 1 0 0,1 0 0 0 0,-1 1 0 0 0,0 1-1 0 0,0 0 1 0 0,0 2 0 0 0,-1-1 0 0 0,1 2-1 0 0,21 15 1 0 0,-12-6 106 0 0,-1 0 1 0 0,-1 2-1 0 0,0 1 0 0 0,-2 0 1 0 0,0 2-1 0 0,-2 0 0 0 0,0 1 0 0 0,-1 1 1 0 0,19 37-1 0 0,-27-41-37 0 0,-1 0-1 0 0,0 0 1 0 0,-2 0-1 0 0,0 1 1 0 0,-1 0 0 0 0,-2 0-1 0 0,0 0 1 0 0,0 40-1 0 0,-4-26 191 0 0,-1 1 0 0 0,-2-1 0 0 0,-2-1 0 0 0,-16 57 0 0 0,11-54 15 0 0,-1 1-1 0 0,-2-2 1 0 0,-2 0 0 0 0,-1-1-1 0 0,-29 44 1 0 0,36-65-201 0 0,-16 26 614 0 0,-58 65 0 0 0,72-93-574 0 0,0-1 1 0 0,-1 0-1 0 0,0 0 1 0 0,-1-1-1 0 0,0-1 0 0 0,0-1 1 0 0,-1 0-1 0 0,-29 11 0 0 0,28-13-114 0 0,0-2 0 0 0,-1 0 0 0 0,1-1 0 0 0,-1 0 0 0 0,0-2 0 0 0,1 0 0 0 0,-1 0 0 0 0,0-2 0 0 0,0 0 0 0 0,0-1 0 0 0,1-1 0 0 0,-1 0-1 0 0,1-1 1 0 0,0-1 0 0 0,0-1 0 0 0,0 0 0 0 0,1-1 0 0 0,0 0 0 0 0,0-1 0 0 0,1-1 0 0 0,0-1 0 0 0,-18-15 0 0 0,20 14-57 0 0,0-1 0 0 0,1 0-1 0 0,0 0 1 0 0,0-1 0 0 0,2-1 0 0 0,0 0 0 0 0,0 0 0 0 0,-12-30-1 0 0,19 41-1 0 0,-7-21-28 0 0,1 0 0 0 0,-7-39 0 0 0,10 38-3 0 0,2 9-4 0 0,1 0 0 0 0,-1-21 0 0 0,-2-20-22 0 0,3 47 42 0 0,0-1 1 0 0,1 0 0 0 0,1 1 0 0 0,0-1 0 0 0,0 0 0 0 0,3-13 0 0 0,27-94-172 0 0,-25 92 159 0 0,-1 8 37 0 0,0-1-1 0 0,1 1 1 0 0,1-1-1 0 0,14-30 0 0 0,-10 27 1 0 0,-9 18-8 0 0,1-1-1 0 0,0 1 1 0 0,-1 0 0 0 0,2 0-1 0 0,-1 1 1 0 0,0-1 0 0 0,1 0-1 0 0,5-5 1 0 0,-5 5 0 0 0,0 0 0 0 0,0 0-1 0 0,0 0 1 0 0,-1 0 0 0 0,1 0 0 0 0,-1-1-1 0 0,0 1 1 0 0,2-6 0 0 0,12-24-164 0 0,25-24-2005 0 0,-28 42 1906 0 0,0-1 0 0 0,11-21 0 0 0,-20 34-29 0 0,0 1 1 0 0,1 0 0 0 0,0 0-1 0 0,0 0 1 0 0,-1 0 0 0 0,1 1-1 0 0,1-1 1 0 0,6-1 0 0 0,-1-1-1999 0 0,5 16-16057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1:47.9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1 161 616 0 0,'0'-1'397'0'0,"0"0"-1"0"0,0-1 1 0 0,1 1-1 0 0,-1 0 1 0 0,0 0 0 0 0,1 0-1 0 0,-1 0 1 0 0,0 0-1 0 0,1 0 1 0 0,0 0-1 0 0,-1 0 1 0 0,1 0 0 0 0,-1 0-1 0 0,1 0 1 0 0,0 0-1 0 0,0 1 1 0 0,1-2-1 0 0,23-13 2760 0 0,41-6-1984 0 0,-43 15-259 0 0,69-21 198 0 0,1 3 0 0 0,0 5-1 0 0,127-10 1 0 0,-198 29-976 0 0,-1 0 0 0 0,1 2 0 0 0,-1 0 0 0 0,1 2 0 0 0,-1 0 0 0 0,0 1-1 0 0,0 1 1 0 0,-1 2 0 0 0,0 0 0 0 0,0 0 0 0 0,-1 2 0 0 0,25 16 0 0 0,-18-10-33 0 0,-1 0 1 0 0,44 38-1 0 0,-61-46-49 0 0,0 0 1 0 0,0 0-1 0 0,-1 0 0 0 0,-1 1 0 0 0,1 1 1 0 0,-1-1-1 0 0,-1 1 0 0 0,0 0 1 0 0,0 0-1 0 0,-1 0 0 0 0,4 14 1 0 0,-5-7 87 0 0,0 1 1 0 0,-1 0 0 0 0,-1 0-1 0 0,-1 0 1 0 0,0 0 0 0 0,-5 31-1 0 0,-29 108 370 0 0,-33 193 277 0 0,56-313-378 0 0,9-31-342 0 0,0-1-1 0 0,0 1 0 0 0,0 0 0 0 0,1 0 1 0 0,0-1-1 0 0,-1 8 560 0 0,3-15-1160 0 0,-1-1 1 0 0,0 1-1 0 0,-1 0 1 0 0,1-1-1 0 0,0 1 1 0 0,-1 0-1 0 0,1-1 1 0 0,-1 1-1 0 0,0 0 1 0 0,-1-3-1 0 0,-2 0-3025 0 0,3 4 2815 0 0,1 0 0 0 0,-1 0 0 0 0,1 0-1 0 0,-1 1 1 0 0,0-1 0 0 0,0 0 0 0 0,1 0-1 0 0,-1 1 1 0 0,0-1 0 0 0,0 1 0 0 0,0-1-1 0 0,0 0 1 0 0,0 1 0 0 0,0 0-1 0 0,-2-2 1 0 0,-4 1-1655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1:48.2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1456 0 0,'0'0'10185'0'0,"16"21"-7185"0"0,-6 6-2180 0 0,0 1-1 0 0,6 36 1 0 0,12 35 123 0 0,-22-80-801 0 0,-5-13-111 0 0,1 0 1 0 0,0-1-1 0 0,0 1 0 0 0,0 0 1 0 0,1 0-1 0 0,0-1 1 0 0,0 0-1 0 0,0 1 1 0 0,1-1-1 0 0,0-1 0 0 0,8 9 1 0 0,-11-12-28 0 0,1 0 1 0 0,-1-1-1 0 0,1 1 1 0 0,0-1 0 0 0,-1 1-1 0 0,1-1 1 0 0,0 0-1 0 0,-1 0 1 0 0,1 1-1 0 0,0-1 1 0 0,-1-1 0 0 0,1 1-1 0 0,0 0 1 0 0,-1 0-1 0 0,1 0 1 0 0,0-1-1 0 0,-1 1 1 0 0,1-1 0 0 0,-1 0-1 0 0,1 1 1 0 0,0-1-1 0 0,-1 0 1 0 0,0 0 0 0 0,1 0-1 0 0,-1 0 1 0 0,2-1-1 0 0,39-37 115 0 0,-27 24-69 0 0,9-8 42 0 0,21-28 0 0 0,-27 30-504 0 0,1 0 0 0 0,32-27 0 0 0,-45 43-360 0 0,0 1-1 0 0,0 1 0 0 0,0-1 0 0 0,1 1 1 0 0,9-4-1 0 0,-9 5-966 0 0,0 0 1 0 0,0 0-1 0 0,0 1 1 0 0,-1 0-1 0 0,13 0 1 0 0,-8 1-789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1:49.5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164 392 1476 0 0,'-7'-9'2220'0'0,"2"4"-1284"0"0,2 0 1 0 0,-1-1 0 0 0,0 1 0 0 0,1-1-1 0 0,-4-9 1 0 0,6 12-832 0 0,1 0 0 0 0,-1 0 0 0 0,1 0-1 0 0,0 0 1 0 0,-1 0 0 0 0,1 0 0 0 0,1 0 0 0 0,-1 0-1 0 0,0 0 1 0 0,1 0 0 0 0,-1 0 0 0 0,1 0 0 0 0,0 0-1 0 0,0 0 1 0 0,2-3 0 0 0,0 0-17 0 0,0 1 0 0 0,0-1 1 0 0,1 1-1 0 0,-1-1 0 0 0,1 1 0 0 0,1 0 1 0 0,-1 1-1 0 0,1-1 0 0 0,6-4 0 0 0,53-34 503 0 0,-29 21-227 0 0,7-2 60 0 0,0 2 0 0 0,2 1 1 0 0,1 3-1 0 0,86-24 0 0 0,-90 31-221 0 0,0 1 0 0 0,0 2 0 0 0,1 2-1 0 0,58 0 1 0 0,-82 5-156 0 0,0 2 1 0 0,0 0-1 0 0,0 1 0 0 0,0 1 0 0 0,0 1 0 0 0,0 0 1 0 0,-1 1-1 0 0,1 1 0 0 0,-1 1 0 0 0,-1 0 0 0 0,1 1 1 0 0,23 17-1 0 0,-30-18-1 0 0,0 2 0 0 0,0-1-1 0 0,-1 2 1 0 0,-1-1 0 0 0,1 1 0 0 0,-2 0 0 0 0,1 1 0 0 0,-1 0 0 0 0,-1 0-1 0 0,7 15 1 0 0,-7-9 34 0 0,0 0 1 0 0,-1 1-1 0 0,-1 0 0 0 0,0-1 0 0 0,-1 1 0 0 0,0 30 1 0 0,-4-9 39 0 0,-2 1 0 0 0,-1-1 0 0 0,-2 1 0 0 0,-2-2 0 0 0,-2 1 0 0 0,-14 37 0 0 0,8-34-51 0 0,-3-1-1 0 0,-1-1 1 0 0,-2 0-1 0 0,-1-2 1 0 0,-3-1-1 0 0,-1-1 1 0 0,-32 34-1 0 0,35-44-5 0 0,-1-1 1 0 0,-1-1-1 0 0,-2-1 1 0 0,0-1-1 0 0,-1-2 1 0 0,-1-1-1 0 0,-33 15 0 0 0,50-27-18 0 0,-1-2 0 0 0,0 1 0 0 0,0-2 0 0 0,0 0 0 0 0,-1-1 0 0 0,1 0-1 0 0,-1-1 1 0 0,0-1 0 0 0,0 0 0 0 0,0-1 0 0 0,0-1 0 0 0,1 0 0 0 0,-1-1 0 0 0,0 0 0 0 0,1-1-1 0 0,-1-1 1 0 0,1-1 0 0 0,0 0 0 0 0,-18-9 0 0 0,7 0 18 0 0,1-1-1 0 0,0-2 1 0 0,2 0 0 0 0,0-1-1 0 0,1-1 1 0 0,0-1 0 0 0,2-1-1 0 0,-17-24 1 0 0,8 6-7 0 0,1-1 1 0 0,3-1-1 0 0,1-1 1 0 0,-17-46-1 0 0,31 64-69 0 0,1 1 0 0 0,1-1 0 0 0,0-1-1 0 0,2 1 1 0 0,2-1 0 0 0,0 0 0 0 0,1 0 0 0 0,3-48 0 0 0,0 58-97 0 0,1 0 0 0 0,1 0 1 0 0,0 1-1 0 0,1-1 0 0 0,1 1 1 0 0,0 0-1 0 0,1 0 0 0 0,0 0 1 0 0,1 1-1 0 0,0 0 0 0 0,2 0 1 0 0,-1 1-1 0 0,1 0 0 0 0,1 0 0 0 0,0 1 1 0 0,13-11-1 0 0,-1 4-1225 0 0,1 0 0 0 0,1 2 0 0 0,49-26 1 0 0,-58 35-513 0 0,1 1 1 0 0,0 0 0 0 0,1 1 0 0 0,27-4-1 0 0,-21 6-579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1:50.4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1809 14 1640 0 0,'0'-1'238'0'0,"0"1"-1"0"0,0-1 1 0 0,0 1-1 0 0,0-1 1 0 0,-1 1-1 0 0,1-1 1 0 0,0 1-1 0 0,0-1 1 0 0,0 1-1 0 0,0 0 1 0 0,0-1 0 0 0,-1 1-1 0 0,1-1 1 0 0,0 1-1 0 0,0 0 1 0 0,-1-1-1 0 0,1 1 1 0 0,0-1-1 0 0,-1 1 1 0 0,1 0-1 0 0,0 0 1 0 0,-1-1-1 0 0,1 1 1 0 0,-1 0 0 0 0,0-1-1 0 0,-14-1 2510 0 0,-24 9-1941 0 0,24-3 153 0 0,-169 15 1746 0 0,-15 1-1969 0 0,66 3-354 0 0,-54 26 411 0 0,-192 79 0 0 0,238-78-324 0 0,-302 121 999 0 0,426-164-1474 0 0,13-4-159 0 0,-1-1 1 0 0,1 0-1 0 0,-1 0 1 0 0,1-1 0 0 0,-1 1-1 0 0,0-1 1 0 0,0 0 0 0 0,-6 0-1 0 0,11-1 36 0 0,0 0-1 0 0,0 0 0 0 0,0 0 1 0 0,-1-1-1 0 0,1 1 0 0 0,0 0 1 0 0,0 0-1 0 0,0-1 0 0 0,0 1 0 0 0,0 0 1 0 0,0 0-1 0 0,-1-1 0 0 0,1 1 1 0 0,0 0-1 0 0,0 0 0 0 0,0-1 1 0 0,0 1-1 0 0,0 0 0 0 0,0 0 1 0 0,0-1-1 0 0,0 1 0 0 0,0 0 0 0 0,0 0 1 0 0,0-1-1 0 0,0 1 0 0 0,1 0 1 0 0,-1 0-1 0 0,0-1 0 0 0,0 1 1 0 0,0 0-1 0 0,0 0 0 0 0,0-1 1 0 0,0 1-1 0 0,1 0 0 0 0,-1 0 1 0 0,0 0-1 0 0,0-1 0 0 0,0 1 0 0 0,1 0 1 0 0,-1 0-1 0 0,0 0 0 0 0,9-13-8252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1:50.8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74 14 936 0 0,'7'-9'7359'0'0,"9"5"-4178"0"0,-15 3-3124 0 0,0 1 1 0 0,-1 0-1 0 0,1 0 1 0 0,0 0-1 0 0,-1 0 1 0 0,1 0-1 0 0,0 0 1 0 0,-1 0-1 0 0,1 0 0 0 0,-1 1 1 0 0,1-1-1 0 0,0 0 1 0 0,-1 0-1 0 0,1 0 1 0 0,0 1-1 0 0,-1-1 0 0 0,1 0 1 0 0,-1 1-1 0 0,1-1 1 0 0,-1 0-1 0 0,1 1 1 0 0,-1-1-1 0 0,1 1 1 0 0,-1-1-1 0 0,1 1 0 0 0,-1-1 1 0 0,0 1-1 0 0,1-1 1 0 0,-1 1-1 0 0,0-1 1 0 0,1 1-1 0 0,-1-1 1 0 0,0 1-1 0 0,0 0 0 0 0,0-1 1 0 0,1 1-1 0 0,-1 0 1 0 0,0-1-1 0 0,0 1 1 0 0,0 0-1 0 0,0-1 0 0 0,0 1 1 0 0,0-1-1 0 0,0 1 1 0 0,0 0-1 0 0,0-1 1 0 0,-1 1-1 0 0,1 0 1 0 0,0 0-1 0 0,-9 25 842 0 0,-2 0-1 0 0,-24 47 1 0 0,21-49-805 0 0,2 2 0 0 0,-18 50 0 0 0,29-75-96 0 0,1 1 1 0 0,-1-1-1 0 0,1 0 1 0 0,0 1 0 0 0,-1-1-1 0 0,1 0 1 0 0,0 1 0 0 0,0-1-1 0 0,0 1 1 0 0,0-1 0 0 0,0 1-1 0 0,0-1 1 0 0,0 1-1 0 0,0-1 1 0 0,1 0 0 0 0,-1 1-1 0 0,0-1 1 0 0,1 0 0 0 0,-1 1-1 0 0,1-1 1 0 0,0 0 0 0 0,-1 1-1 0 0,1-1 1 0 0,0 0-1 0 0,0 0 1 0 0,0 0 0 0 0,0 0-1 0 0,0 0 1 0 0,0 0 0 0 0,0 0-1 0 0,0 0 1 0 0,0 0-1 0 0,0 0 1 0 0,1 0 0 0 0,-1-1-1 0 0,0 1 1 0 0,1-1 0 0 0,-1 1-1 0 0,0-1 1 0 0,1 1 0 0 0,-1-1-1 0 0,1 0 1 0 0,-1 0-1 0 0,2 1 1 0 0,8 0 5 0 0,0-1-1 0 0,0 0 1 0 0,1-1-1 0 0,18-3 1 0 0,-12 2-28 0 0,21-3-115 0 0,161-8-2128 0 0,-174 13 180 0 0,47 8 0 0 0,-56-4 135 0 0,0 0 0 0 0,0 1 0 0 0,26 11 0 0 0,-21-5-494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1:51.9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18 892 0 0,'2'-2'586'0'0,"0"1"1"0"0,0-1-1 0 0,0 0 0 0 0,1 1 1 0 0,-1 0-1 0 0,0-1 0 0 0,1 1 1 0 0,-1 0-1 0 0,1 0 0 0 0,-1 0 1 0 0,1 1-1 0 0,0-1 0 0 0,-1 1 1 0 0,1-1-1 0 0,-1 1 0 0 0,1 0 1 0 0,0 0-1 0 0,0 0 0 0 0,4 1 1 0 0,-2 0-215 0 0,0 1 1 0 0,0-1 0 0 0,0 1-1 0 0,0 0 1 0 0,0 1-1 0 0,-1-1 1 0 0,1 1 0 0 0,-1 0-1 0 0,7 5 1 0 0,2 4-86 0 0,-1 1 0 0 0,0 0 1 0 0,0 0-1 0 0,-1 1 0 0 0,10 19 0 0 0,31 64 479 0 0,-4 2 0 0 0,36 110-1 0 0,-40-95-403 0 0,33 84 494 0 0,55 222 0 0 0,-109-329-612 0 0,-5 1 0 0 0,-4 0 0 0 0,-4 1 0 0 0,-4 186 1 0 0,-51 144-354 0 0,41-394 93 0 0,-6 19 15 0 0,7-35 18 0 0,0 0-1 0 0,1 1 0 0 0,-1 14 0 0 0,3-27-34 0 0,-13-36-4601 0 0,5-27-10483 0 0,8 54 12602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1:52.3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14 133 368 0 0,'-13'-21'13398'0'0,"26"28"-12358"0"0,59 47 1146 0 0,101 97-1 0 0,-99-82-1973 0 0,-73-68-206 0 0,1 0 0 0 0,-1 0 0 0 0,0 0 0 0 0,0 0 1 0 0,1 0-1 0 0,-1 0 0 0 0,0 0 0 0 0,1 0 0 0 0,-1 0 0 0 0,1 0 0 0 0,-1-1 0 0 0,1 1 0 0 0,-1-1 0 0 0,1 1 1 0 0,0-1-1 0 0,-1 0 0 0 0,1 1 0 0 0,0-1 0 0 0,-1 0 0 0 0,1 0 0 0 0,0 0 0 0 0,-1 0 0 0 0,1-1 0 0 0,0 1 0 0 0,-1 0 1 0 0,1-1-1 0 0,-1 1 0 0 0,1-1 0 0 0,0 1 0 0 0,-1-1 0 0 0,1 0 0 0 0,-1 0 0 0 0,0 0 0 0 0,1 0 0 0 0,1-1 1 0 0,3-5 44 0 0,0 1 1 0 0,0-1 0 0 0,-1-1 0 0 0,0 1-1 0 0,7-14 1 0 0,4-4 47 0 0,42-73 177 0 0,-38 61-604 0 0,28-39 0 0 0,-36 60-794 0 0,0 1 0 0 0,23-22-1 0 0,-31 33 284 0 0,0 0 0 0 0,0 1 0 0 0,1 0 0 0 0,-1 0 1 0 0,1 0-1 0 0,-1 1 0 0 0,1-1 0 0 0,0 1 0 0 0,0 0 0 0 0,0 0 0 0 0,0 1 0 0 0,0-1 0 0 0,1 1 0 0 0,8-1 0 0 0,-3 2-1792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1:53.6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689 1 1100 0 0,'0'0'12075'0'0,"-31"9"-9756"0"0,11 3-2045 0 0,1 0 1 0 0,1 1-1 0 0,1 1 0 0 0,-18 17 0 0 0,-59 70-124 0 0,68-73-79 0 0,-100 137 10 0 0,38-44-36 0 0,30-48-18 0 0,-86 144-1 0 0,134-193 183 0 0,7-16-821 0 0,8-14-2603 0 0,-4 3 2545 0 0,-1 0-1 0 0,1-1 1 0 0,-1 1 0 0 0,0 0-1 0 0,0 0 1 0 0,0-1-1 0 0,0 1 1 0 0,-1-5-1 0 0,0-4-3348 0 0,1 7 2093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1:54.0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92 80 0 0,'-2'0'656'0'0,"0"1"0"0"0,0-1 0 0 0,0 0 0 0 0,0-1 0 0 0,0 1 0 0 0,0 0 0 0 0,0 0-1 0 0,1-1 1 0 0,-1 1 0 0 0,0-1 0 0 0,0 0 0 0 0,0 0 0 0 0,-2-1 0 0 0,4 1-536 0 0,0 1 1 0 0,-1-1-1 0 0,1 0 1 0 0,0 1-1 0 0,0-1 0 0 0,0 0 1 0 0,0 0-1 0 0,0 0 0 0 0,0 1 1 0 0,0-1-1 0 0,0 0 1 0 0,0 0-1 0 0,1 1 0 0 0,-1-1 1 0 0,0 0-1 0 0,0 1 0 0 0,1-1 1 0 0,-1 0-1 0 0,0 1 1 0 0,1-1-1 0 0,-1 0 0 0 0,1 1 1 0 0,-1-1-1 0 0,1 0 0 0 0,-1 1 1 0 0,1-1-1 0 0,-1 1 1 0 0,1-1-1 0 0,0 1 0 0 0,-1 0 1 0 0,1-1-1 0 0,0 1 1 0 0,1-1-1 0 0,14-16 990 0 0,-12 13-882 0 0,0 0-1 0 0,1-1 1 0 0,-1 1-1 0 0,1 1 1 0 0,0-1-1 0 0,0 1 1 0 0,0 0-1 0 0,0 0 1 0 0,6-3 0 0 0,-7 5-23 0 0,28-6 279 0 0,-32 7-477 0 0,1 0-1 0 0,0 0 1 0 0,0 0-1 0 0,-1 0 1 0 0,1 0-1 0 0,0 0 1 0 0,-1 0-1 0 0,1 1 0 0 0,0-1 1 0 0,-1 0-1 0 0,1 0 1 0 0,0 0-1 0 0,-1 1 1 0 0,1-1-1 0 0,0 0 1 0 0,-1 1-1 0 0,1-1 0 0 0,0 1 1 0 0,-1-1-1 0 0,1 0 1 0 0,-1 1-1 0 0,1-1 1 0 0,-1 1-1 0 0,1 0 1 0 0,-1-1-1 0 0,0 1 0 0 0,1-1 1 0 0,-1 1-1 0 0,0 0 1 0 0,1-1-1 0 0,-1 1 1 0 0,0 0-1 0 0,0-1 1 0 0,1 1-1 0 0,-1 0 0 0 0,0-1 1 0 0,0 1-1 0 0,0 0 1 0 0,0-1-1 0 0,0 2 1 0 0,0 36 562 0 0,3 96 398 0 0,-3-128-947 0 0,9 55 35 0 0,-8-58-58 0 0,0 1 1 0 0,0-1 0 0 0,0 0 0 0 0,0 0-1 0 0,0 0 1 0 0,1 0 0 0 0,-1 0 0 0 0,1 0-1 0 0,0 0 1 0 0,0 0 0 0 0,0 0 0 0 0,0-1-1 0 0,0 1 1 0 0,1-1 0 0 0,3 3-1 0 0,-2-4 12 0 0,0 1-1 0 0,0-1 0 0 0,0 0 0 0 0,0 0 0 0 0,0 0 0 0 0,0-1 0 0 0,1 0 0 0 0,-1 1 1 0 0,0-2-1 0 0,0 1 0 0 0,1 0 0 0 0,-1-1 0 0 0,0 0 0 0 0,0 0 0 0 0,0 0 1 0 0,7-3-1 0 0,11-4 27 0 0,35-19 0 0 0,-49 23-49 0 0,79-46-504 0 0,19-10-1070 0 0,-93 53 254 0 0,0 2 0 0 0,1 0 0 0 0,-1 1 0 0 0,1 0 0 0 0,0 1 0 0 0,19-2 0 0 0,-2 7-3538 0 0,-18 2 2419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2:05.0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146 939 956 0 0,'31'-64'3748'0'0,"-20"43"-3231"0"0,1 1 0 0 0,2 0 0 0 0,0 1 1 0 0,31-33-1 0 0,51-44 1125 0 0,58-40 340 0 0,-63 67-996 0 0,4 4 1 0 0,187-97-1 0 0,-198 122-565 0 0,3 4-1 0 0,1 4 0 0 0,176-39 1 0 0,-189 57-240 0 0,0 3 0 0 0,1 4-1 0 0,0 3 1 0 0,91 7 0 0 0,-115 1-154 0 0,-1 3 1 0 0,0 2-1 0 0,0 2 0 0 0,-1 2 0 0 0,0 3 0 0 0,-2 2 1 0 0,51 25-1 0 0,-31-7 24 0 0,-2 3 1 0 0,-1 2-1 0 0,-2 4 1 0 0,-3 2-1 0 0,62 61 0 0 0,-82-67 89 0 0,-2 2 0 0 0,-1 1-1 0 0,-3 2 1 0 0,-1 1 0 0 0,-3 2 0 0 0,-1 1-1 0 0,32 80 1 0 0,-26-32 242 0 0,-4 2 0 0 0,-5 0 0 0 0,25 196 0 0 0,-37-148 30 0 0,-7 2-1 0 0,-14 163 0 0 0,0-230-283 0 0,-4-1-1 0 0,-3 0 1 0 0,-4 0-1 0 0,-3-2 1 0 0,-4-1-1 0 0,-3-1 1 0 0,-4-1-1 0 0,-3-1 1 0 0,-3-3 0 0 0,-60 88-1 0 0,17-46 372 0 0,-4-4 0 0 0,-5-4 1 0 0,-149 138-1 0 0,203-214-395 0 0,-1-1 0 0 0,-1-2-1 0 0,-2-1 1 0 0,-66 32 0 0 0,73-44-62 0 0,-1-1 0 0 0,0-2 0 0 0,0-1-1 0 0,-1-2 1 0 0,-1-2 0 0 0,-56 6 0 0 0,16-10-53 0 0,0-3 1 0 0,1-4-1 0 0,-148-25 1 0 0,108 4-164 0 0,-205-74 0 0 0,260 76 161 0 0,1-2 0 0 0,1-2 0 0 0,2-3 0 0 0,1-3 0 0 0,1-2 0 0 0,2-2 0 0 0,1-2 0 0 0,3-3 0 0 0,1-2 0 0 0,-57-67 0 0 0,46 38 39 0 0,3-3 0 0 0,4-2 0 0 0,3-2-1 0 0,3-2 1 0 0,-62-162 0 0 0,90 193-21 0 0,3 0 0 0 0,2-1 0 0 0,3-1 0 0 0,2 0 0 0 0,-1-82 0 0 0,9 67-69 0 0,3 2 1 0 0,3-1 0 0 0,3 0-1 0 0,19-64 1 0 0,-3 42-385 0 0,4 2 1 0 0,4 1-1 0 0,3 2 1 0 0,4 1-1 0 0,4 3 1 0 0,95-131-1 0 0,-85 141-1140 0 0,3 2-1 0 0,3 4 0 0 0,126-106 1 0 0,-106 109-3527 0 0,123-72 0 0 0,-143 99 2520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2:08.4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308 300 1268 0 0,'18'-15'965'0'0,"1"0"0"0"0,30-18 0 0 0,-18 16-461 0 0,0 2 0 0 0,58-21-1 0 0,-27 17-122 0 0,1 3 0 0 0,79-10 0 0 0,-89 19-47 0 0,1 3 1 0 0,0 2-1 0 0,-1 2 1 0 0,1 3 0 0 0,0 1-1 0 0,-1 4 1 0 0,0 1-1 0 0,0 3 1 0 0,-1 2-1 0 0,98 42 1 0 0,-36-2 307 0 0,-3 6-1 0 0,-2 4 1 0 0,-2 5 0 0 0,-4 5 0 0 0,150 139-1 0 0,-213-175-484 0 0,-1 2 1 0 0,-2 2-1 0 0,-2 1 0 0 0,-1 2 0 0 0,45 81 0 0 0,-63-96-84 0 0,-2 1-1 0 0,-1 0 1 0 0,-2 0-1 0 0,-1 2 0 0 0,-1-1 1 0 0,-2 1-1 0 0,-1 0 1 0 0,-1 1-1 0 0,-2-1 0 0 0,-3 58 1 0 0,-4-49 96 0 0,-1-1 1 0 0,-3 1-1 0 0,-1-1 1 0 0,-28 74-1 0 0,15-60 151 0 0,-4 0-1 0 0,-60 95 0 0 0,20-57 53 0 0,-3-3 0 0 0,-5-4 0 0 0,-97 90 0 0 0,96-106-120 0 0,-90 65 0 0 0,118-102-90 0 0,-2-1 0 0 0,-1-3 0 0 0,-78 34-1 0 0,101-53-32 0 0,0 0 0 0 0,-1-2-1 0 0,-1-1 1 0 0,1-1 0 0 0,-1-2-1 0 0,0-1 1 0 0,0-1 0 0 0,-48-2 0 0 0,40-4 24 0 0,0-1 1 0 0,0-2 0 0 0,0-2-1 0 0,1-1 1 0 0,0-2 0 0 0,-37-17-1 0 0,16 0-27 0 0,1-2-1 0 0,2-2 0 0 0,1-3 1 0 0,2-2-1 0 0,2-2 0 0 0,1-2 1 0 0,-71-82-1 0 0,58 52-155 0 0,3-2 0 0 0,4-3 0 0 0,3-2 0 0 0,-64-133 0 0 0,90 155 45 0 0,2-1 0 0 0,3-1 0 0 0,2-1 0 0 0,3 0 0 0 0,2-1 0 0 0,4-1 0 0 0,-4-118 0 0 0,14 104 4 0 0,4 0 0 0 0,3 1 0 0 0,31-131 0 0 0,-26 155-61 0 0,4 0-1 0 0,1 1 1 0 0,2 0 0 0 0,3 2 0 0 0,2 1 0 0 0,36-53 0 0 0,-34 64-301 0 0,2 2 0 0 0,1 0-1 0 0,2 2 1 0 0,1 1 0 0 0,2 2 0 0 0,0 2 0 0 0,2 1 0 0 0,74-40 0 0 0,-50 36-2308 0 0,104-37 0 0 0,70 3-6874 0 0,-170 52 6637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2:11.2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1924 0 0,'4'21'9990'0'0,"12"27"-8620"0"0,-5-14-536 0 0,131 599 3792 0 0,-135-606-4956 0 0,0 0 0 0 0,2-1 0 0 0,19 40 0 0 0,-28-65 305 0 0,1-1-187 0 0,0 1 1 0 0,-1 0-1 0 0,1 0 1 0 0,-1 0-1 0 0,1 0 0 0 0,-1 0 1 0 0,1 0-1 0 0,-1 0 1 0 0,0 0-1 0 0,0 0 1 0 0,1 0-1 0 0,-1 0 0 0 0,0 0 1 0 0,0 0-1 0 0,0 0 1 0 0,0 0-1 0 0,0 1 1 0 0,0-1-1 0 0,0 0 0 0 0,-1 0 1 0 0,1 0-1 0 0,0 0 1 0 0,-1 1-1 0 0,-1-1-499 0 0,0 0 1 0 0,0 0-1 0 0,0-1 0 0 0,0 1 0 0 0,0 0 0 0 0,0-1 1 0 0,0 0-1 0 0,0 1 0 0 0,0-1 0 0 0,0 0 1 0 0,0 0-1 0 0,-3-1 0 0 0,-3 1-1442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2:11.6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0 249 496 0 0,'0'-1'229'0'0,"0"1"1"0"0,0 0-1 0 0,0-1 0 0 0,1 1 0 0 0,-1 0 1 0 0,0-1-1 0 0,0 1 0 0 0,0 0 0 0 0,0 0 0 0 0,0-1 1 0 0,0 1-1 0 0,0 0 0 0 0,1-1 0 0 0,-1 1 1 0 0,0 0-1 0 0,0 0 0 0 0,0-1 0 0 0,1 1 1 0 0,-1 0-1 0 0,0 0 0 0 0,0 0 0 0 0,1-1 1 0 0,-1 1-1 0 0,0 0 0 0 0,1 0 0 0 0,-1 0 1 0 0,0 0-1 0 0,0-1 0 0 0,1 1 0 0 0,-1 0 1 0 0,0 0-1 0 0,1 0 0 0 0,0 0 0 0 0,15 1 2281 0 0,12 10-900 0 0,-16 0-1003 0 0,0-1-1 0 0,-1 2 0 0 0,-1-1 0 0 0,0 1 0 0 0,0 1 0 0 0,-1 0 0 0 0,8 16 0 0 0,-8-13-333 0 0,1 0-1 0 0,1 0 1 0 0,1-2 0 0 0,20 22-1 0 0,-25-29-239 0 0,0-1-1 0 0,1-1 1 0 0,-1 1-1 0 0,1-1 1 0 0,1-1-1 0 0,-1 1 1 0 0,0-2-1 0 0,11 4 1 0 0,-17-6-24 0 0,0 0 0 0 0,0-1 0 0 0,1 1 0 0 0,-1-1 0 0 0,1 0 0 0 0,-1 1 0 0 0,0-1 0 0 0,1 0 0 0 0,-1-1 0 0 0,1 1 0 0 0,-1 0 0 0 0,0-1 0 0 0,1 1 0 0 0,-1-1 0 0 0,0 0 0 0 0,0 0 0 0 0,1 0 1 0 0,-1 0-1 0 0,0 0 0 0 0,0 0 0 0 0,0 0 0 0 0,0-1 0 0 0,0 1 0 0 0,0-1 0 0 0,-1 0 0 0 0,1 1 0 0 0,0-1 0 0 0,-1 0 0 0 0,0 0 0 0 0,1 0 0 0 0,-1 0 0 0 0,0 0 0 0 0,0 0 0 0 0,0 0 0 0 0,0-1 0 0 0,1-3 0 0 0,7-26 19 0 0,0-1 0 0 0,-3-1 0 0 0,0 0 1 0 0,0-36-1 0 0,-2 24-481 0 0,12-57 0 0 0,-13 91 110 0 0,0 0-1 0 0,0 0 0 0 0,2 0 1 0 0,-1 0-1 0 0,8-12 0 0 0,-11 22-19 0 0,1-1 1 0 0,0 0-1 0 0,0 1 0 0 0,0-1 0 0 0,1 1 0 0 0,-1-1 1 0 0,0 1-1 0 0,1 0 0 0 0,0 0 0 0 0,4-2 1 0 0,-5 3-244 0 0,1 0 1 0 0,0 0-1 0 0,-1 0 1 0 0,1 0-1 0 0,0 0 1 0 0,0 1-1 0 0,-1 0 1 0 0,1-1-1 0 0,0 1 1 0 0,0 0-1 0 0,0 1 1 0 0,-1-1 0 0 0,1 0-1 0 0,3 2 1 0 0,5 0-1773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2:47.5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38 1300 0 0,'4'-2'7227'0'0,"0"-1"-4111"0"0,4-11-4005 0 0,-16 0-6327 0 0,5 9 5154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2:51.7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226 908 792 0 0,'7'-20'787'0'0,"1"-1"1"0"0,2 1-1 0 0,0 1 0 0 0,1 0 0 0 0,1 0 0 0 0,18-22 1 0 0,5 0 103 0 0,57-53 1 0 0,-8 20-120 0 0,4 4 0 0 0,2 5 0 0 0,4 3 0 0 0,168-83 0 0 0,-185 109-449 0 0,2 4 0 0 0,1 3 1 0 0,1 4-1 0 0,1 3 1 0 0,1 4-1 0 0,1 4 0 0 0,0 3 1 0 0,169 1-1 0 0,-194 13-242 0 0,0 3 0 0 0,-1 2-1 0 0,0 3 1 0 0,0 3 0 0 0,-1 2 0 0 0,-1 2-1 0 0,-1 3 1 0 0,-1 2 0 0 0,0 3 0 0 0,-2 2-1 0 0,68 48 1 0 0,-81-48-83 0 0,-2 2 1 0 0,-1 2-1 0 0,-2 1 0 0 0,-1 1 1 0 0,-1 2-1 0 0,-3 1 0 0 0,0 1 1 0 0,-3 2-1 0 0,-1 1 0 0 0,-2 0 1 0 0,-2 2-1 0 0,-2 1 0 0 0,-2 0 1 0 0,19 74-1 0 0,-20-37 224 0 0,-3 1 0 0 0,-4-1 1 0 0,-3 140-1 0 0,-12-97 260 0 0,-39 218 1 0 0,33-283-359 0 0,-4 0 1 0 0,-2-1 0 0 0,-2 0 0 0 0,-3-2 0 0 0,-2 0-1 0 0,-3-2 1 0 0,-2-1 0 0 0,-2-1 0 0 0,-3-2 0 0 0,-1-1 0 0 0,-3-2-1 0 0,-2-2 1 0 0,-2-1 0 0 0,-80 63 0 0 0,62-64-25 0 0,-1-3 0 0 0,-1-3 0 0 0,-136 57 0 0 0,102-58-45 0 0,-1-4 0 0 0,-130 25 1 0 0,142-44-86 0 0,1-3-1 0 0,-2-3 1 0 0,-165-11-1 0 0,204-1 50 0 0,1-1-1 0 0,0-3 1 0 0,0-1-1 0 0,1-3 1 0 0,0-2-1 0 0,-82-38 1 0 0,63 18 71 0 0,2-2-1 0 0,1-3 1 0 0,-102-85 0 0 0,91 63 44 0 0,3-3 0 0 0,2-2 0 0 0,-71-94 0 0 0,117 131-123 0 0,1 0-1 0 0,2-2 1 0 0,1 0 0 0 0,1-1-1 0 0,2 0 1 0 0,1-2-1 0 0,2 0 1 0 0,1 0-1 0 0,2-1 1 0 0,2 0-1 0 0,-5-56 1 0 0,10 31-142 0 0,4 0 1 0 0,2 0-1 0 0,3 0 1 0 0,3 0 0 0 0,2 1-1 0 0,21-61 1 0 0,5 10-485 0 0,5 1 1 0 0,68-125-1 0 0,-74 165-184 0 0,4 2 1 0 0,2 1-1 0 0,3 2 0 0 0,87-93 0 0 0,-96 121-409 0 0,2 1-1 0 0,1 3 0 0 0,1 1 0 0 0,2 1 1 0 0,1 3-1 0 0,1 2 0 0 0,1 2 1 0 0,51-20-1 0 0,-14 15-1156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3:53.2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38 296 0 0,'-5'-5'1372'0'0,"2"0"-384"0"0,-2 3-548 0 0,5-3-304 0 0,0 3-172 0 0,0-3-88 0 0,0 3-56 0 0,3 0-64 0 0,-1-3-64 0 0,3 3-120 0 0,1-1-144 0 0,-1 3-220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2:12.3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96 1 1408 0 0,'1'0'10249'0'0,"2"11"-8054"0"0,0 20-2077 0 0,-6 42 1342 0 0,-14 80-1 0 0,-1 9-736 0 0,2 56 31 0 0,-13 222 548 0 0,25-165-1020 0 0,4-274-365 0 0,0 1 1 0 0,0-1-1 0 0,0 1 1 0 0,0 0 0 0 0,1-1-1 0 0,-1 1 1 0 0,0-1-1 0 0,1 1 1 0 0,0-1-1 0 0,-1 1 1 0 0,1-1-1 0 0,1 3 1 0 0,3-4-725 0 0,-3-13 293 0 0,-7-32-4609 0 0,4 41 3906 0 0,0-1-1 0 0,-1 0 0 0 0,0 1 1 0 0,0-1-1 0 0,0 1 0 0 0,0 0 1 0 0,-5-6-1 0 0,2 3-959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2:12.7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 12 828 0 0,'-6'-12'13319'0'0,"10"20"-12659"0"0,12 26 1214 0 0,20 55 0 0 0,0 3-1127 0 0,-24-64-636 0 0,-8-17-96 0 0,1 1 1 0 0,0-1-1 0 0,0-1 0 0 0,1 1 0 0 0,1-1 1 0 0,0 0-1 0 0,11 13 0 0 0,-16-22-11 0 0,-1-1 1 0 0,0 1-1 0 0,0 0 1 0 0,0-1-1 0 0,1 1 0 0 0,-1-1 1 0 0,0 1-1 0 0,1-1 0 0 0,-1 0 1 0 0,0 1-1 0 0,1-1 0 0 0,-1 0 1 0 0,1 0-1 0 0,-1 0 0 0 0,0 0 1 0 0,1 0-1 0 0,-1 0 0 0 0,1-1 1 0 0,-1 1-1 0 0,0 0 0 0 0,1-1 1 0 0,-1 1-1 0 0,0-1 0 0 0,0 1 1 0 0,1-1-1 0 0,-1 0 0 0 0,0 1 1 0 0,0-1-1 0 0,2-2 1 0 0,35-31 73 0 0,-31 27-68 0 0,32-37-695 0 0,-2-1 1 0 0,-2-2-1 0 0,37-65 1 0 0,-69 107-267 0 0,11-18-637 0 0,-3 16-6794 0 0,-11 11 3511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3:57.7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1 405 1600 0 0,'80'-9'10516'0'0,"81"-24"-9860"0"0,-52 9 44 0 0,286-37 2 0 0,-162 28-631 0 0,461-60 29 0 0,-442 73-308 0 0,-1 1 384 0 0,174-9 474 0 0,-39 4-180 0 0,153 7-260 0 0,21-3-326 0 0,-343 6 663 0 0,322 18 1 0 0,-171-9-192 0 0,-106-3-193 0 0,-52 15-22 0 0,-100-1 43 0 0,124-10 0 0 0,-120 0 438 0 0,215 20 1 0 0,-225-7-377 0 0,46 3 8 0 0,227 13 277 0 0,-242-17-253 0 0,86 3 507 0 0,-179-9-588 0 0,47 8 1 0 0,-19-1-17 0 0,-64-8-175 0 0,190 11 578 0 0,-140-9 291 0 0,-56-3-385 0 0,36 0-175 0 0,-28 2-562 0 0,-23-16-18206 0 0,10 10 15746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00.2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0 198 128 0 0,'7'3'1793'0'0,"1"0"1"0"0,-1-1-1 0 0,1 0 0 0 0,8 1 0 0 0,61 2-307 0 0,-21-2-834 0 0,40 3 1357 0 0,178-9-1 0 0,13 0-143 0 0,-148 5-737 0 0,175-15 537 0 0,0 1-835 0 0,-20-9-538 0 0,-96 4-410 0 0,11 13-77 0 0,76-5 234 0 0,-63 3 194 0 0,-40 4 221 0 0,-142 0-325 0 0,320-14 538 0 0,-111 1-348 0 0,0 0 283 0 0,-178 15-595 0 0,395-7-312 0 0,-120 1 751 0 0,-36 1-47 0 0,-192 0-309 0 0,584-3 199 0 0,-484 9-225 0 0,-118-3-128 0 0,114 13 1 0 0,173 3 964 0 0,-106-10-664 0 0,31-11 21 0 0,-90-2-151 0 0,-187 10-52 0 0,53 7 0 0 0,72 4 1269 0 0,-16-3-977 0 0,-102-6-354 0 0,75-4 0 0 0,-40-1-63 0 0,99-6 52 0 0,112-2 356 0 0,-230 10-382 0 0,-79-23-5705 0 0,12 16 3702 0 0,-1 1 0 0 0,0 1 0 0 0,0-1 1 0 0,0 2-1 0 0,0 0 0 0 0,-1 0 0 0 0,-18-4 1 0 0,11 3 47 0 0,-14-4-1289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02.2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509 228 160 0 0,'103'-107'7281'0'0,"-64"70"-1818"0"0,-42 39-5229 0 0,0 0 0 0 0,0 0 1 0 0,1 0-1 0 0,-1 1 0 0 0,1-1 0 0 0,-1 1 1 0 0,1-1-1 0 0,0 1 0 0 0,0 0 0 0 0,0 0 0 0 0,-2 5 1 0 0,1-3-121 0 0,-144 208 845 0 0,-75 90 383 0 0,119-165-813 0 0,47-67-369 0 0,-27 40-133 0 0,78-103-33 0 0,19-27-29 0 0,24-36-66 0 0,40-62-402 0 0,146-167 0 0 0,-189 244 410 0 0,241-271-453 0 0,-212 250 501 0 0,-87 98 1065 0 0,-26 29-829 0 0,-445 489 425 0 0,453-518-625 0 0,-34 38-21 0 0,68-68-30 0 0,7-7 19 0 0,16-19 4 0 0,28-30 30 0 0,223-232-58 0 0,-171 178-108 0 0,124-146-323 0 0,-185 212 446 0 0,-26 29 45 0 0,-1 0 1 0 0,-1-1-1 0 0,1 0 1 0 0,7-13-1 0 0,-34 68 313 0 0,-217 297 331 0 0,-78 28-631 0 0,198-239-71 0 0,142-187 106 0 0,10-5-73 0 0,67-86 0 0 0,58-46-249 0 0,-136 163 233 0 0,356-361-652 0 0,-301 307 731 0 0,-80 82 142 0 0,-20 30 64 0 0,-167 207 141 0 0,-59 71-148 0 0,81-129-200 0 0,148-159-24 0 0,11-11 10 0 0,0-1 1 0 0,0 0-1 0 0,-1-1 1 0 0,0 0-1 0 0,0 0 1 0 0,-15 9-1 0 0,22-19-17 0 0,0 1 0 0 0,0-1-1 0 0,0 0 1 0 0,1 0-1 0 0,0 0 1 0 0,-1 1-1 0 0,3-5 1 0 0,5-14-769 0 0,2 1 0 0 0,0 1 0 0 0,2 0-1 0 0,23-33 1 0 0,-16 29-2162 0 0,2 1-1 0 0,0 1 0 0 0,26-21 1 0 0,-26 26 554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03.6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348 221 552 0 0,'25'-18'7418'0'0,"16"-4"-3635"0"0,10-5-1109 0 0,-23 13-1484 0 0,-24 12-1104 0 0,1 1 0 0 0,-1-1 0 0 0,0 0 0 0 0,0-1 0 0 0,0 1 0 0 0,5-5 0 0 0,-43 51 1043 0 0,-31 54 0 0 0,63-96-1102 0 0,-35 57-12 0 0,-86 126 24 0 0,-29 31-67 0 0,139-199 23 0 0,-10 13 32 0 0,-1 0 0 0 0,-30 27 0 0 0,100-126-106 0 0,450-535-290 0 0,-469 572 347 0 0,31-31 31 0 0,-89 123 301 0 0,-306 409 487 0 0,283-401-858 0 0,-112 110-1 0 0,166-178 43 0 0,17-36-202 0 0,-6 12 164 0 0,20-32-1 0 0,106-165-60 0 0,188-210-691 0 0,-300 400 776 0 0,27-27 40 0 0,-42 49 35 0 0,-10 9-14 0 0,-15 19-5 0 0,-77 136 230 0 0,-38 57 178 0 0,109-181-376 0 0,-257 363 122 0 0,268-380-172 0 0,7-9 6 0 0,0 0 1 0 0,-1 1-1 0 0,0-2 0 0 0,0 1 1 0 0,0 0-1 0 0,0-1 0 0 0,-1 0 1 0 0,0 0-1 0 0,-6 4 0 0 0,11-8-12 0 0,-1 0-1 0 0,1 0 0 0 0,0 0 0 0 0,-1 0 1 0 0,1 0-1 0 0,-1 0 0 0 0,1 0 1 0 0,0-1-1 0 0,-1 1 0 0 0,1 0 0 0 0,-1 0 1 0 0,1 0-1 0 0,0-1 0 0 0,-1 1 0 0 0,1 0 1 0 0,0-1-1 0 0,0 1 0 0 0,-1 0 0 0 0,1 0 1 0 0,0-1-1 0 0,0 1 0 0 0,-1-1 1 0 0,1 1-1 0 0,0 0 0 0 0,0-1 0 0 0,0 1 1 0 0,-1 0-1 0 0,1-1 0 0 0,0 1 0 0 0,0-1 1 0 0,0 1-1 0 0,0-1 0 0 0,0 1 0 0 0,0 0 1 0 0,0-1-1 0 0,0 1 0 0 0,0-1 1 0 0,0 1-1 0 0,0 0 0 0 0,0-1 0 0 0,1 1 1 0 0,-1-1-1 0 0,0 1 0 0 0,0 0 0 0 0,0-1 1 0 0,3-21-100 0 0,6-5-39 0 0,0 1-1 0 0,2 0 1 0 0,1 1-1 0 0,29-45 0 0 0,74-86-381 0 0,-77 107 358 0 0,-3 3 24 0 0,164-198-588 0 0,-189 230-125 0 0,-14 27-3401 0 0,4-7-2864 0 0,0-2 4924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04.7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455 151 648 0 0,'0'-1'411'0'0,"0"0"0"0"0,0-1 0 0 0,1 1-1 0 0,-1 0 1 0 0,0 0 0 0 0,1 0 0 0 0,-1 0 0 0 0,1 0 0 0 0,-1 0 0 0 0,1 0-1 0 0,-1 0 1 0 0,1 0 0 0 0,0 0 0 0 0,1-2 0 0 0,1 2 2760 0 0,-6 11-1897 0 0,-33 71 1710 0 0,-28 36-935 0 0,-151 209 1 0 0,184-281-1839 0 0,-1-2-76 0 0,-52 83-102 0 0,140-182-1002 0 0,222-344-719 0 0,-32 39 302 0 0,-195 298 1324 0 0,-84 145 1046 0 0,-129 188 448 0 0,63-111-881 0 0,-62 90-90 0 0,65-106-392 0 0,83-117-64 0 0,11-21-14 0 0,0 0 1 0 0,-1 1-1 0 0,0-2 0 0 0,0 1 0 0 0,0 0 0 0 0,-4 4 0 0 0,7-9-23 0 0,15-28-451 0 0,385-551-953 0 0,-245 367 1016 0 0,-85 126 401 0 0,-142 214 1508 0 0,63-110-1374 0 0,-53 96 419 0 0,-4-4 0 0 0,-112 142-1 0 0,129-187-408 0 0,27-34-38 0 0,-2-1 0 0 0,-47 48 0 0 0,71-78-88 0 0,0 0 0 0 0,0 1 0 0 0,0-1 0 0 0,0 0 0 0 0,0 0 0 0 0,0 0 1 0 0,0 0-1 0 0,0 0 0 0 0,-1 1 0 0 0,1-1 0 0 0,0 0 0 0 0,0 0 0 0 0,0 0 0 0 0,0 0 1 0 0,0 0-1 0 0,0 1 0 0 0,0-1 0 0 0,0 0 0 0 0,-1 0 0 0 0,1 0 0 0 0,0 0 0 0 0,0 0 1 0 0,0 0-1 0 0,0 0 0 0 0,0 0 0 0 0,-1 0 0 0 0,1 0 0 0 0,0 0 0 0 0,0 1 0 0 0,0-1 1 0 0,0 0-1 0 0,0 0 0 0 0,-1 0 0 0 0,1 0 0 0 0,0 0 0 0 0,0 0 0 0 0,0 0 0 0 0,0 0 0 0 0,-1 0 1 0 0,1 0-1 0 0,0-1 0 0 0,0 1 0 0 0,0 0 0 0 0,0 0 0 0 0,-1 0 0 0 0,1 0 0 0 0,0 0 1 0 0,0 0-1 0 0,0 0 0 0 0,0 0 0 0 0,0 0 0 0 0,0 0 0 0 0,-1-1 0 0 0,1 1 0 0 0,0 0 1 0 0,0 0-1 0 0,0 0 0 0 0,0 0 0 0 0,0 0 0 0 0,0 0 0 0 0,0-1 0 0 0,0 1 0 0 0,0 0 1 0 0,0 0-1 0 0,3-17-143 0 0,13-27-170 0 0,-15 41 289 0 0,19-37-357 0 0,1 1 1 0 0,2 1-1 0 0,50-64 1 0 0,-16 24-351 0 0,76-96-2095 0 0,-34 68-4551 0 0,-81 90 5220 0 0,-2 1-71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05.8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687 23 1380 0 0,'3'-5'7015'0'0,"5"-8"-4827"0"0,-6 9 1310 0 0,-13 15-3001 0 0,1 1 1 0 0,0 0-1 0 0,-10 17 0 0 0,-9 11-60 0 0,-168 215 879 0 0,-6 7-571 0 0,77-96-521 0 0,82-107-186 0 0,-5 21-90 0 0,90-111-109 0 0,36-45-61 0 0,69-88-1 0 0,-59 63-43 0 0,317-349-589 0 0,-373 411 825 0 0,-22 26 133 0 0,1 1 0 0 0,15-14 0 0 0,-25 25 65 0 0,-2 3-103 0 0,-1 1 1 0 0,0-1 0 0 0,1 1 0 0 0,-1-1-1 0 0,1 1 1 0 0,-1 0 0 0 0,-2 5-1 0 0,2-4 1 0 0,-421 513 1642 0 0,365-446-1609 0 0,-148 182-38 0 0,136-156-337 0 0,126-148-465 0 0,152-204 134 0 0,-45 51-168 0 0,-138 176 658 0 0,287-318-826 0 0,-257 288 943 0 0,-54 58 126 0 0,-21 24 316 0 0,-127 148 299 0 0,-222 293-1051 0 0,369-462 98 0 0,-19 31-627 0 0,19-33 681 0 0,1 0 0 0 0,-1-1 1 0 0,1 1-1 0 0,-1 0 0 0 0,1 0 0 0 0,0 0 1 0 0,-1-1-1 0 0,1 1 0 0 0,0 0 0 0 0,0 0 1 0 0,0 0-1 0 0,-1 0 0 0 0,1 0 0 0 0,0 0 1 0 0,0 0-1 0 0,0 0 0 0 0,0 0 1 0 0,1-1-1 0 0,-1 1 0 0 0,0 0 0 0 0,0 0 1 0 0,0 0-1 0 0,1 0 0 0 0,-1 0 0 0 0,0 0 1 0 0,1-1-1 0 0,-1 1 0 0 0,1 0 0 0 0,-1 0 1 0 0,1-1-1 0 0,-1 1 0 0 0,1 0 0 0 0,0-1 1 0 0,1 2-1 0 0,-1-2-126 0 0,0 0 0 0 0,0 1 0 0 0,0-1-1 0 0,0-1 1 0 0,1 1 0 0 0,-1 0 0 0 0,0 0 0 0 0,0 0 0 0 0,0 0-1 0 0,0-1 1 0 0,0 1 0 0 0,0 0 0 0 0,0-1 0 0 0,0 1 0 0 0,0-1 0 0 0,2-1-1 0 0,5-1-1592 0 0,7-2-512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07.0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545 33 800 0 0,'-16'5'6946'0'0,"0"8"-3983"0"0,-14 23-2261 0 0,19-22 108 0 0,-75 100 1538 0 0,-93 161 1 0 0,-17 74-1007 0 0,194-345-1365 0 0,0-1-1 0 0,1 1 1 0 0,-1 0 0 0 0,1 1 0 0 0,0-1 0 0 0,-1 8 0 0 0,2-12 15 0 0,0 0 1 0 0,0 1-1 0 0,0-1 1 0 0,0 0 0 0 0,0 1-1 0 0,0-1 1 0 0,0 1-1 0 0,0-1 1 0 0,0 0-1 0 0,0 1 1 0 0,0-1-1 0 0,0 0 1 0 0,1 1 0 0 0,-1-1-1 0 0,0 0 1 0 0,0 0-1 0 0,0 1 1 0 0,0-1-1 0 0,1 0 1 0 0,-1 1-1 0 0,0-1 1 0 0,0 0-1 0 0,0 0 1 0 0,1 1 0 0 0,-1-1-1 0 0,0 0 1 0 0,1 0-1 0 0,-1 0 1 0 0,0 1-1 0 0,0-1 1 0 0,1 0-1 0 0,0 0-8 0 0,1 0-1 0 0,-1 0 0 0 0,0-1 0 0 0,0 1 0 0 0,0 0 1 0 0,1-1-1 0 0,-1 1 0 0 0,0-1 0 0 0,0 1 1 0 0,0-1-1 0 0,0 0 0 0 0,0 1 0 0 0,0-1 0 0 0,2-1 1 0 0,17-17-183 0 0,0 0 1 0 0,-2-1 0 0 0,0-2-1 0 0,-1 1 1 0 0,15-27 0 0 0,-16 25 32 0 0,109-163-988 0 0,75-103-303 0 0,-120 184 1183 0 0,-60 78 277 0 0,24-26 104 0 0,-40 48-94 0 0,0 1-1 0 0,0 1 1 0 0,0-1 0 0 0,1 1-1 0 0,-1 0 1 0 0,1 0-1 0 0,0 0 1 0 0,0 0-1 0 0,8-2 1 0 0,-13 5-5 0 0,0 0 1 0 0,0 0-1 0 0,1 0 1 0 0,-1 0 0 0 0,0 0-1 0 0,0 0 1 0 0,0-1-1 0 0,0 1 1 0 0,0 0 0 0 0,1 0-1 0 0,-1 0 1 0 0,0 0 0 0 0,0 0-1 0 0,0 0 1 0 0,0 0-1 0 0,0 0 1 0 0,0 0 0 0 0,1 0-1 0 0,-1 0 1 0 0,0 0-1 0 0,0 0 1 0 0,0 0 0 0 0,0 1-1 0 0,0-1 1 0 0,1 0 0 0 0,-1 0-1 0 0,0 0 1 0 0,0 0-1 0 0,0 0 1 0 0,0 0 0 0 0,0 0-1 0 0,0 0 1 0 0,0 0-1 0 0,1 0 1 0 0,-1 0 0 0 0,0 1-1 0 0,0-1 1 0 0,0 0-1 0 0,0 0 1 0 0,0 0 0 0 0,0 0-1 0 0,0 0 1 0 0,0 0 0 0 0,0 1-1 0 0,0-1 1 0 0,0 0-1 0 0,0 0 1 0 0,-3 10 340 0 0,-11 15 165 0 0,10-18-368 0 0,-16 24 285 0 0,-2 0 0 0 0,-47 51 0 0 0,25-31-224 0 0,-320 411 923 0 0,334-423-1069 0 0,4 1-16 0 0,19-29-108 0 0,0 0 0 0 0,0-1-1 0 0,-1 0 1 0 0,-12 13 0 0 0,20-23-38 0 0,3-2 2 0 0,0 0-1 0 0,0 0 0 0 0,0 0 0 0 0,0-1 1 0 0,0 1-1 0 0,0-1 0 0 0,4-5 1 0 0,-4 5 5 0 0,71-75-763 0 0,108-117-272 0 0,-21 18 628 0 0,62-74 146 0 0,-182 205 334 0 0,-29 35 135 0 0,0-1-1 0 0,-2-1 1 0 0,1 0-1 0 0,8-16 1 0 0,-19 29 15 0 0,-4 2-50 0 0,-1 0 0 0 0,0 1 0 0 0,0 0 0 0 0,1 0 1 0 0,-1 1-1 0 0,1-1 0 0 0,0 1 0 0 0,0 0 0 0 0,0 0 0 0 0,-3 4 1 0 0,3-3-13 0 0,-215 228 626 0 0,164-173-531 0 0,-311 370 1036 0 0,332-382-1484 0 0,33-47 200 0 0,23-17-493 0 0,28-35-1327 0 0,-2-3-1 0 0,67-96 1 0 0,-79 101-253 0 0,27-35-3656 0 0,-43 59 3677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08.3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446 130 1640 0 0,'11'-21'6715'0'0,"-25"35"-2736"0"0,-197 284 198 0 0,138-195-3565 0 0,-76 114-35 0 0,148-216-582 0 0,0 0-1 0 0,0 0 1 0 0,1 0 0 0 0,-1 1-1 0 0,0-1 1 0 0,0 0-1 0 0,1 1 1 0 0,-1-1-1 0 0,1 0 1 0 0,-1 1-1 0 0,1-1 1 0 0,-1 1 0 0 0,1-1-1 0 0,0 0 1 0 0,0 3-1 0 0,15-12-190 0 0,28-31-132 0 0,34-41-424 0 0,72-98-1 0 0,53-99-530 0 0,-194 266 1246 0 0,126-159-54 0 0,-155 228 1655 0 0,-41 48-664 0 0,-5-3 0 0 0,-137 163-1 0 0,52-82-612 0 0,122-148-405 0 0,30-35 77 0 0,2-2-278 0 0,1-1 264 0 0,-1 0-1 0 0,0 0 1 0 0,1 0 0 0 0,-1 0-1 0 0,0 0 1 0 0,3-5 0 0 0,0 1-34 0 0,54-56-425 0 0,261-288-1194 0 0,-234 241 1342 0 0,67-78 15 0 0,-142 175 745 0 0,-17 19 175 0 0,-20 22 99 0 0,-29 40-97 0 0,-423 481 2149 0 0,466-537-2710 0 0,-27 25-89 0 0,-47 60 0 0 0,153-156-1282 0 0,248-292-493 0 0,-284 315 1704 0 0,-11 7 72 0 0,12-11 249 0 0,-266 284 2248 0 0,114-114-1830 0 0,-3 12-225 0 0,122-142-371 0 0,0-1 0 0 0,0 1 1 0 0,0 0-1 0 0,1 0 0 0 0,-1 0 0 0 0,0-1 1 0 0,1 1-1 0 0,-1 0 0 0 0,1 0 0 0 0,-1 0 0 0 0,1 0 1 0 0,-1 0-1 0 0,1 0 0 0 0,0 0 0 0 0,-1 0 1 0 0,1 0-1 0 0,0 0 0 0 0,0 2 0 0 0,14-7-329 0 0,25-22-337 0 0,-12 4-274 0 0,-2-1 0 0 0,31-35-1 0 0,-15 10-2838 0 0,4-4-5776 0 0,-40 46 7522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09.4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543 40 568 0 0,'-4'-4'9667'0'0,"4"4"-9491"0"0,-11 8 2559 0 0,-13 18-3313 0 0,21-23 1332 0 0,-178 216 1486 0 0,-83 92-625 0 0,258-304-1610 0 0,-34 37 120 0 0,31-31-155 0 0,20-18-177 0 0,3-6 151 0 0,-1-1 0 0 0,-1-1 0 0 0,0 0 0 0 0,13-17 0 0 0,20-23-98 0 0,131-147-623 0 0,-99 109 417 0 0,131-148-95 0 0,-341 428 3083 0 0,-203 221-676 0 0,270-338-2081 0 0,77-84-347 0 0,0 0-1 0 0,21-17 0 0 0,16-16 99 0 0,53-63-121 0 0,191-224-192 0 0,-290 330 728 0 0,-1 0 1 0 0,1 0 0 0 0,-1 0-1 0 0,0 0 1 0 0,0 0 0 0 0,0 0-1 0 0,1 0 1 0 0,-2 0-1 0 0,3-5 1 0 0,-9 7 410 0 0,-12 11-146 0 0,-47 48 552 0 0,-114 132-1 0 0,131-138-569 0 0,-13 17 46 0 0,-81 121 1 0 0,140-190-405 0 0,1 1 1 0 0,1-1 0 0 0,-1 1 0 0 0,0-1 0 0 0,0 1-1 0 0,0-1 1 0 0,1 1 0 0 0,-1 0 0 0 0,1 0-1 0 0,-1-1 1 0 0,1 1 0 0 0,0 2 0 0 0,5-1-1394 0 0,8-10-154 0 0,-2-1-939 0 0,0 0-1 0 0,-1-1 0 0 0,0 0 0 0 0,15-18 1 0 0,-17 16 224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10.0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61 1444 0 0,'-8'0'4802'0'0,"14"2"-1488"0"0,17-2-1890 0 0,-5-2-989 0 0,-1 1 0 0 0,30 1 0 0 0,-27 1-154 0 0,0-1 1 0 0,20-3-1 0 0,298-43 782 0 0,-245 38-569 0 0,108 4-1 0 0,-146 4 1856 0 0,-84 19-2641 0 0,12-11-3538 0 0,3-2-6643 0 0,9-4 8100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10.6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89 324 0 0,'19'-2'8769'0'0,"16"-2"-5410"0"0,82-9-1343 0 0,110-15-529 0 0,-115 12-1316 0 0,394-9 559 0 0,-505 25-568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19.6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0 692 0 0,'1'1'9084'0'0,"4"8"-1270"0"0,9 19-8368 0 0,0 18 972 0 0,-3 0 1 0 0,-2 1-1 0 0,5 58 0 0 0,-8 145 793 0 0,-69 307-464 0 0,60-542-1053 0 0,-5 45-826 0 0,5-21-2864 0 0,8-67-3986 0 0,-5-3 3427 0 0,0 11 2255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0.1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113 108 1820 0 0,'0'0'8113'0'0,"-6"34"-3003"0"0,-14 31-3999 0 0,-3-2 1 0 0,-31 63-1 0 0,45-104-1355 0 0,23-34-326 0 0,12-22 471 0 0,-2-1 0 0 0,0-1-1 0 0,33-73 1 0 0,33-76-45 0 0,-90 184 143 0 0,1 1 0 0 0,-1 0 0 0 0,0 0 0 0 0,0-1 0 0 0,0 1 0 0 0,0 0 0 0 0,0 0-1 0 0,0-1 1 0 0,0 1 0 0 0,0 0 0 0 0,0 0 0 0 0,0-1 0 0 0,1 1 0 0 0,-1 0 0 0 0,0 0 0 0 0,0 0-1 0 0,0-1 1 0 0,0 1 0 0 0,1 0 0 0 0,-1 0 0 0 0,0 0 0 0 0,0 0 0 0 0,0-1 0 0 0,1 1 0 0 0,-1 0 0 0 0,0 0-1 0 0,0 0 1 0 0,1 0 0 0 0,-1 0 0 0 0,0 0 0 0 0,0 0 0 0 0,1 0 0 0 0,-1 0 0 0 0,0 0 0 0 0,0 0 0 0 0,1 0-1 0 0,-1 0 1 0 0,0 0 0 0 0,0 0 0 0 0,1 0 0 0 0,-1 0 0 0 0,0 0 0 0 0,0 0 0 0 0,1 0 0 0 0,-1 0 0 0 0,0 0-1 0 0,1 1 1 0 0,8 14 10 0 0,3 21 42 0 0,-5-7-149 0 0,3 11 108 0 0,19 50 0 0 0,-22-75-915 0 0,0-1-1 0 0,0 0 1 0 0,17 23 0 0 0,-18-28-1261 0 0,1 0-1 0 0,-2 1 1 0 0,8 16-1 0 0,-6-11-301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0.5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2032 0 0,'2'8'8636'0'0,"2"8"-4204"0"0,9 53-3639 0 0,-7-39 332 0 0,8 63-273 0 0,6 29-2280 0 0,-16-104 597 0 0,-1-5-531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0.8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 33 412 0 0,'-2'-3'1060'0'0,"0"-1"1"0"0,0 1-1 0 0,0 1 1 0 0,0-1-1 0 0,0 0 0 0 0,0 0 1 0 0,-1 1-1 0 0,1-1 1 0 0,-1 1-1 0 0,-4-3 1179 0 0,23 21-2240 0 0,82 91-9067 0 0,-85-90 6962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1.2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1 194 316 0 0,'8'4'9600'0'0,"10"4"-4856"0"0,-12-4-4090 0 0,0 0 1 0 0,0 0-1 0 0,0 1 1 0 0,-1 0-1 0 0,0 0 1 0 0,0 0-1 0 0,0 1 0 0 0,7 11 1 0 0,-10-12-437 0 0,0-1 1 0 0,0 1 0 0 0,-1 0-1 0 0,1-1 1 0 0,-1 1 0 0 0,0 0-1 0 0,0 0 1 0 0,-1 0 0 0 0,0 0-1 0 0,1 0 1 0 0,-2 0 0 0 0,1 0-1 0 0,-2 9 1 0 0,0-4-240 0 0,0 0-1 0 0,0 0 1 0 0,-1-1 0 0 0,-8 19 0 0 0,-2-65-1979 0 0,10-2 1696 0 0,0-1 0 0 0,3 0 0 0 0,1 0 0 0 0,12-72 0 0 0,-11 104 297 0 0,0 0 1 0 0,0-1-1 0 0,1 1 0 0 0,0 0 1 0 0,0 0-1 0 0,1 0 0 0 0,7-10 1 0 0,-10 16 6 0 0,0 0 1 0 0,1 1 0 0 0,-1-1 0 0 0,0 1 0 0 0,1-1 0 0 0,-1 1 0 0 0,1 0-1 0 0,0 0 1 0 0,-1-1 0 0 0,1 1 0 0 0,0 0 0 0 0,0 1 0 0 0,0-1 0 0 0,0 0-1 0 0,-1 0 1 0 0,1 1 0 0 0,0-1 0 0 0,0 1 0 0 0,0 0 0 0 0,0 0 0 0 0,1-1-1 0 0,-1 1 1 0 0,0 0 0 0 0,0 1 0 0 0,0-1 0 0 0,0 0 0 0 0,0 1-1 0 0,0-1 1 0 0,0 1 0 0 0,-1-1 0 0 0,1 1 0 0 0,0 0 0 0 0,0 0 0 0 0,0 0-1 0 0,0 0 1 0 0,1 2 0 0 0,5 2 17 0 0,0 0 0 0 0,0 1 0 0 0,-1 1 0 0 0,0-1 0 0 0,0 1-1 0 0,-1 0 1 0 0,0 1 0 0 0,0-1 0 0 0,5 11 0 0 0,3 8 34 0 0,18 44 0 0 0,-15-31-73 0 0,-13-34-313 0 0,-4-11 89 0 0,-5-27-48 0 0,0-7 119 0 0,5 29 137 0 0,0 0 0 0 0,0 1 0 0 0,1-1 0 0 0,0 0 0 0 0,1 0 0 0 0,0 1 1 0 0,1-1-1 0 0,0 1 0 0 0,6-14 0 0 0,-9 23 30 0 0,1 1 0 0 0,-1-1 0 0 0,0 1 1 0 0,0-1-1 0 0,1 1 0 0 0,-1-1 0 0 0,0 1 1 0 0,1-1-1 0 0,-1 1 0 0 0,0 0 0 0 0,1-1 0 0 0,-1 1 1 0 0,1 0-1 0 0,-1-1 0 0 0,1 1 0 0 0,-1 0 1 0 0,1 0-1 0 0,-1-1 0 0 0,1 1 0 0 0,-1 0 0 0 0,1 0 1 0 0,-1 0-1 0 0,1 0 0 0 0,-1-1 0 0 0,1 1 1 0 0,0 0-1 0 0,-1 0 0 0 0,1 0 0 0 0,-1 0 0 0 0,1 1 1 0 0,0-1-1 0 0,17 13-412 0 0,8 23-1231 0 0,-14-11-690 0 0,-8-16 149 0 0,0 0 0 0 0,1-1 0 0 0,0 0-1 0 0,7 9 1 0 0,-7-12-129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1.6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82 142 1588 0 0,'2'-1'7558'0'0,"4"8"-3148"0"0,12 23-1921 0 0,-11-14-2699 0 0,1-1-1 0 0,8 29 0 0 0,-8-21-213 0 0,4 15-831 0 0,-12-37 886 0 0,0 1 0 0 0,0-1 0 0 0,1 1 0 0 0,-1-1 0 0 0,0 1-1 0 0,-1-1 1 0 0,1 1 0 0 0,0-1 0 0 0,0 1 0 0 0,-1-1 0 0 0,1 1 0 0 0,-1 1 0 0 0,-4-12-3579 0 0,-6-11 2225 0 0,-62-112 3488 0 0,30 58 1166 0 0,38 65-2647 0 0,1 1 1 0 0,0-1 0 0 0,-5-17-1 0 0,8 24-414 0 0,1-1 0 0 0,-1 1-1 0 0,1-1 1 0 0,0 0 0 0 0,-1 1-1 0 0,1-1 1 0 0,1 0-1 0 0,-1-4 1 0 0,1 6-108 0 0,-1 0 0 0 0,0 0 1 0 0,1 0-1 0 0,-1 0 0 0 0,1 0 0 0 0,-1 0 0 0 0,1-1 0 0 0,0 2 0 0 0,-1-1 1 0 0,1 0-1 0 0,0 0 0 0 0,0 0 0 0 0,0 0 0 0 0,0 0 0 0 0,-1 1 0 0 0,1-1 1 0 0,0 0-1 0 0,0 1 0 0 0,3-2 0 0 0,1 1-1499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2.4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172 108 1880 0 0,'-1'0'572'0'0,"0"0"0"0"0,0-1 1 0 0,-1 1-1 0 0,1 0 0 0 0,0-1 0 0 0,0 1 0 0 0,0-1 0 0 0,0 0 0 0 0,0 1 1 0 0,0-1-1 0 0,0 0 0 0 0,0 0 0 0 0,0 0 0 0 0,0 1 0 0 0,0-1 0 0 0,0 0 1 0 0,-1-2-1 0 0,2 2-488 0 0,-1 0-1 0 0,1 0 1 0 0,-1 0 0 0 0,0 0 0 0 0,1 0 0 0 0,-1 0 0 0 0,0 1 0 0 0,0-1 0 0 0,1 0 0 0 0,-1 0-1 0 0,0 1 1 0 0,0-1 0 0 0,0 1 0 0 0,0-1 0 0 0,0 1 0 0 0,0-1 0 0 0,0 1 0 0 0,0-1 0 0 0,0 1-1 0 0,0 0 1 0 0,0 0 0 0 0,0 0 0 0 0,0-1 0 0 0,0 1 0 0 0,0 0 0 0 0,0 0 0 0 0,0 0 0 0 0,0 1 0 0 0,-1-1-1 0 0,1 0 1 0 0,0 0 0 0 0,0 0 0 0 0,0 1 0 0 0,0-1 0 0 0,0 1 0 0 0,0-1 0 0 0,0 1 0 0 0,1-1-1 0 0,-1 1 1 0 0,0-1 0 0 0,-2 2 0 0 0,-8 7 173 0 0,0 1 0 0 0,0 0 0 0 0,1 0 0 0 0,-15 20 0 0 0,19-23-249 0 0,1 0-1 0 0,0 1 0 0 0,1 0 1 0 0,0 0-1 0 0,0 0 0 0 0,0 0 1 0 0,1 1-1 0 0,-4 15 1 0 0,7-23-14 0 0,0 0 0 0 0,-1 0 0 0 0,1 0 1 0 0,0 0-1 0 0,0 0 0 0 0,0 0 1 0 0,0 0-1 0 0,0 0 0 0 0,0 0 1 0 0,0 0-1 0 0,0 0 0 0 0,0 0 1 0 0,1 0-1 0 0,-1 0 0 0 0,0 0 0 0 0,1 0 1 0 0,-1 0-1 0 0,0 0 0 0 0,1 0 1 0 0,-1 0-1 0 0,1 0 0 0 0,0 0 1 0 0,-1 0-1 0 0,1 0 0 0 0,0-1 0 0 0,0 2 1 0 0,1-1-7 0 0,-1-1 0 0 0,1 0 0 0 0,-1 1 0 0 0,1-1 0 0 0,-1 0 0 0 0,1 0-1 0 0,-1 1 1 0 0,1-1 0 0 0,-1-1 0 0 0,1 1 0 0 0,-1 0 0 0 0,1 0 0 0 0,-1 0 0 0 0,1-1 0 0 0,-1 1 0 0 0,2-1 0 0 0,5-2-53 0 0,0 0 1 0 0,-1-1-1 0 0,1 0 1 0 0,-1 0-1 0 0,9-7 0 0 0,-3 0-73 0 0,-1 0-1 0 0,0 0 0 0 0,-1-1 1 0 0,0-1-1 0 0,-1 0 0 0 0,10-15 1 0 0,-17 22 95 0 0,-1 1 0 0 0,1 0 0 0 0,-1-1 1 0 0,0 0-1 0 0,0 1 0 0 0,0-1 1 0 0,-1 0-1 0 0,2-12 0 0 0,-3 15 39 0 0,0-1-1 0 0,-1 1 1 0 0,1-1 0 0 0,-1 0-1 0 0,1 1 1 0 0,-1-1-1 0 0,0 1 1 0 0,0-1 0 0 0,-1 1-1 0 0,1 0 1 0 0,-1 0-1 0 0,1-1 1 0 0,-1 1 0 0 0,0 0-1 0 0,0 0 1 0 0,-3-2-1 0 0,3 3 4 0 0,1 0 0 0 0,-1 1 0 0 0,1-1 0 0 0,-1 1 0 0 0,1 0 0 0 0,-1-1 0 0 0,0 1 0 0 0,0 0-1 0 0,0 0 1 0 0,0 0 0 0 0,1 0 0 0 0,-1 1 0 0 0,0-1 0 0 0,-1 0 0 0 0,1 1 0 0 0,0-1 0 0 0,0 1-1 0 0,0 0 1 0 0,0 0 0 0 0,0 0 0 0 0,0 0 0 0 0,0 0 0 0 0,0 0 0 0 0,-1 0 0 0 0,1 1 0 0 0,0-1-1 0 0,0 1 1 0 0,0 0 0 0 0,0-1 0 0 0,0 1 0 0 0,0 0 0 0 0,1 0 0 0 0,-1 0 0 0 0,0 1 0 0 0,0-1 0 0 0,1 0-1 0 0,-1 1 1 0 0,0-1 0 0 0,1 1 0 0 0,0-1 0 0 0,-1 1 0 0 0,1 0 0 0 0,0-1 0 0 0,0 1 0 0 0,0 0-1 0 0,0 0 1 0 0,0 0 0 0 0,0 0 0 0 0,1 0 0 0 0,-1 0 0 0 0,0 0 0 0 0,1 3 0 0 0,-2 6 7 0 0,0 1 0 0 0,1 0 0 0 0,0 0 1 0 0,1-1-1 0 0,1 1 0 0 0,-1 0 0 0 0,6 21 1 0 0,27 86 352 0 0,-13-51-30 0 0,-18-62-292 0 0,9 33 255 0 0,-2 1 0 0 0,4 49 0 0 0,-11-78-238 0 0,-2 1-1 0 0,0 0 1 0 0,0-1 0 0 0,-1 1-1 0 0,-1 0 1 0 0,1-1-1 0 0,-2 1 1 0 0,0-1-1 0 0,0 0 1 0 0,-1 0-1 0 0,-1 0 1 0 0,-8 16-1 0 0,12-25-41 0 0,0 0 0 0 0,-1 1 0 0 0,1-1 0 0 0,-1 0 0 0 0,0 0 1 0 0,1 0-1 0 0,-1 0 0 0 0,0 0 0 0 0,0-1 0 0 0,0 1 0 0 0,0 0 0 0 0,-1-1 0 0 0,1 0 0 0 0,0 1 0 0 0,0-1 0 0 0,-1 0 0 0 0,1 0 0 0 0,-1 0 0 0 0,1-1 0 0 0,-1 1 0 0 0,0-1 0 0 0,1 1 0 0 0,-4-1 0 0 0,3 0-5 0 0,1-1-1 0 0,0 0 1 0 0,0 1-1 0 0,0-1 1 0 0,0 0-1 0 0,0 0 1 0 0,0 0-1 0 0,0-1 1 0 0,0 1-1 0 0,0 0 1 0 0,0-1-1 0 0,0 0 1 0 0,1 1-1 0 0,-1-1 1 0 0,1 0-1 0 0,-1 1 1 0 0,1-1-1 0 0,0 0 0 0 0,0 0 1 0 0,0 0-1 0 0,0 0 1 0 0,0-1-1 0 0,0 1 1 0 0,0 0-1 0 0,1 0 1 0 0,-1-5-1 0 0,-5-18-50 0 0,1-1-1 0 0,2 0 1 0 0,1 0-1 0 0,1 0 0 0 0,1 0 1 0 0,1 0-1 0 0,1 0 1 0 0,1 0-1 0 0,2 0 1 0 0,1 1-1 0 0,17-50 1 0 0,-20 69-217 0 0,0-1 0 0 0,1 1-1 0 0,-1 0 1 0 0,1 0 0 0 0,0 0 0 0 0,1 0 0 0 0,0 1 0 0 0,-1 0 0 0 0,2 0 0 0 0,-1 0 0 0 0,1 0 0 0 0,9-5 0 0 0,-9 7-972 0 0,0-1 0 0 0,0 1 0 0 0,0 1 0 0 0,1-1-1 0 0,-1 1 1 0 0,1 1 0 0 0,13-3 0 0 0,-11 4-1048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2.8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102 337 656 0 0,'4'26'12523'0'0,"6"7"-9536"0"0,-4-18-2937 0 0,-2 1 1 0 0,5 27 0 0 0,-1 1 197 0 0,0 11-3957 0 0</inkml:trace>
  <inkml:trace contextRef="#ctx0" brushRef="#br0" timeOffset="1">35 65 496 0 0,'-34'-64'11002'0'0,"81"96"-14326"0"0,-9 19-2722 0 0,-27-37 4182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3.1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49 1956 0 0,'4'12'3307'0'0,"0"-1"-1448"0"0,0 0 1 0 0,1 0-1 0 0,9 14 0 0 0,8 17-97 0 0,-18-32-1574 0 0,1 0 0 0 0,0-1 0 0 0,1 0 0 0 0,0 0 1 0 0,0 0-1 0 0,9 8 0 0 0,-15-16 26 0 0,1-6-124 0 0,0 1 0 0 0,0-1 0 0 0,0 1 0 0 0,-1-1 0 0 0,0 0-1 0 0,0 1 1 0 0,0-1 0 0 0,-1 1 0 0 0,-1-9 0 0 0,-1-14 82 0 0,3 9-68 0 0,1 1-1 0 0,4-25 1 0 0,-4 37-94 0 0,0 0 1 0 0,0-1-1 0 0,1 1 0 0 0,0 0 1 0 0,0 0-1 0 0,0 0 0 0 0,0 0 0 0 0,1 1 1 0 0,0-1-1 0 0,0 1 0 0 0,0-1 1 0 0,5-3-1 0 0,-7 7-52 0 0,0 0-1 0 0,0 0 1 0 0,0 0 0 0 0,0 0 0 0 0,1 0 0 0 0,-1 1-1 0 0,0-1 1 0 0,1 1 0 0 0,-1-1 0 0 0,0 1-1 0 0,1-1 1 0 0,-1 1 0 0 0,1 0 0 0 0,-1 0-1 0 0,1 0 1 0 0,-1 0 0 0 0,1 0 0 0 0,-1 0 0 0 0,0 0-1 0 0,1 0 1 0 0,-1 0 0 0 0,1 1 0 0 0,-1-1-1 0 0,1 1 1 0 0,-1-1 0 0 0,0 1 0 0 0,1-1 0 0 0,-1 1-1 0 0,2 1 1 0 0,4 3-697 0 0,0 0 0 0 0,-1 0 0 0 0,0 1 0 0 0,7 7 0 0 0,5 4-2538 0 0,14 6-3303 0 0,-22-18 4290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3.6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149 328 2304 0 0,'-2'-1'578'0'0,"1"1"-1"0"0,-1-1 1 0 0,1 1-1 0 0,0 0 1 0 0,-1-1-1 0 0,1 1 1 0 0,-1 0 0 0 0,1 0-1 0 0,-1 0 1 0 0,1 0-1 0 0,-1 0 1 0 0,1 0-1 0 0,-1 1 1 0 0,1-1-1 0 0,-1 0 1 0 0,1 1-1 0 0,0-1 1 0 0,-3 2-1 0 0,0 0-56 0 0,1 0-1 0 0,-1 1 0 0 0,1-1 1 0 0,0 1-1 0 0,0 0 0 0 0,-5 5 0 0 0,-2 5-309 0 0,1 0 0 0 0,-13 23 0 0 0,20-31 211 0 0,-8 13-205 0 0,1 0 0 0 0,-9 27-1 0 0,15-37-160 0 0,1-1-1 0 0,0 1 1 0 0,1-1-1 0 0,0 1 1 0 0,0 0-1 0 0,0 0 1 0 0,1 0-1 0 0,0-1 1 0 0,2 11-1 0 0,-2-17-77 0 0,0 0 1 0 0,1 0-1 0 0,-1 0 0 0 0,0 0 1 0 0,1 0-1 0 0,-1 0 0 0 0,1 0 1 0 0,-1 0-1 0 0,1 0 0 0 0,0 0 1 0 0,-1 0-1 0 0,1 0 0 0 0,0 0 1 0 0,-1-1-1 0 0,1 1 0 0 0,0 0 0 0 0,0-1 1 0 0,0 1-1 0 0,0 0 0 0 0,0-1 1 0 0,0 1-1 0 0,-1-1 0 0 0,1 0 1 0 0,0 1-1 0 0,1-1 0 0 0,-1 0 1 0 0,0 1-1 0 0,0-1 0 0 0,0 0 1 0 0,0 0-1 0 0,0 0 0 0 0,0 0 1 0 0,0 0-1 0 0,0 0 0 0 0,0 0 1 0 0,0 0-1 0 0,0-1 0 0 0,0 1 0 0 0,0 0 1 0 0,0-1-1 0 0,0 1 0 0 0,0-1 1 0 0,0 1-1 0 0,0-1 0 0 0,1 0 1 0 0,5-2-169 0 0,-1 0 1 0 0,0 0-1 0 0,0-1 0 0 0,0 0 1 0 0,6-5-1 0 0,-7 3-15 0 0,1 0-1 0 0,-1 0 1 0 0,-1 0-1 0 0,1-1 1 0 0,-1 0 0 0 0,0 0-1 0 0,0 0 1 0 0,-1 0-1 0 0,0 0 1 0 0,3-11-1 0 0,1-12-147 0 0,6-42-1 0 0,-4 21 203 0 0,-8 45 118 0 0,-1 2 40 0 0,1 0 0 0 0,0 1 0 0 0,-1-1 0 0 0,1 1 0 0 0,1-1 0 0 0,-1 1-1 0 0,4-7 1 0 0,-5 10-2 0 0,0 0 1 0 0,1-1-1 0 0,-1 1 0 0 0,0 0 0 0 0,0 0 0 0 0,1 0 0 0 0,-1-1 0 0 0,0 1 0 0 0,1 0 1 0 0,-1 0-1 0 0,0 0 0 0 0,0 0 0 0 0,1 0 0 0 0,-1 0 0 0 0,0 0 0 0 0,1 0 0 0 0,-1 0 0 0 0,0-1 1 0 0,1 1-1 0 0,-1 1 0 0 0,1-1 0 0 0,-1 0 0 0 0,0 0 0 0 0,1 0 0 0 0,-1 0 0 0 0,0 0 1 0 0,1 0-1 0 0,-1 0 0 0 0,0 0 0 0 0,0 0 0 0 0,1 1 0 0 0,15 15 206 0 0,-4 1-6 0 0,-4-6-105 0 0,0 1 0 0 0,17 17-1 0 0,-23-27-90 0 0,0 0-1 0 0,0 0 0 0 0,1 0 0 0 0,-1-1 0 0 0,0 1 0 0 0,0-1 0 0 0,1 1 0 0 0,-1-1 0 0 0,1 0 0 0 0,-1 0 1 0 0,1 0-1 0 0,0 0 0 0 0,-1 0 0 0 0,1-1 0 0 0,0 1 0 0 0,0-1 0 0 0,-1 0 0 0 0,1 1 0 0 0,5-2 0 0 0,-6 1-12 0 0,1-1 0 0 0,-1 0-1 0 0,0 1 1 0 0,0-1 0 0 0,0 0-1 0 0,0 0 1 0 0,0 0 0 0 0,0-1-1 0 0,0 1 1 0 0,0 0 0 0 0,-1-1-1 0 0,1 1 1 0 0,0-1-1 0 0,-1 0 1 0 0,1 1 0 0 0,-1-1-1 0 0,0 0 1 0 0,1 0 0 0 0,-1 0-1 0 0,0 0 1 0 0,0 0 0 0 0,0 0-1 0 0,-1 0 1 0 0,1 0 0 0 0,0 0-1 0 0,-1-1 1 0 0,0 1 0 0 0,1 0-1 0 0,-1 0 1 0 0,0-5-1 0 0,0-7-153 0 0,0 0-1 0 0,-2-1 0 0 0,-5-25 0 0 0,3 17 6 0 0,3 11 147 0 0,0-1 0 0 0,1 0 0 0 0,0 0 0 0 0,1 0 0 0 0,1 0 0 0 0,0 0 0 0 0,0 1 0 0 0,6-16 0 0 0,-5 19 103 0 0,0 0 0 0 0,1 1 0 0 0,0-1 0 0 0,0 1 1 0 0,1 0-1 0 0,0 0 0 0 0,0 1 0 0 0,1-1 0 0 0,0 1 0 0 0,0 0 0 0 0,1 1 1 0 0,9-8-1 0 0,-15 13-64 0 0,0 1 0 0 0,0-1 0 0 0,0 0 0 0 0,0 1 0 0 0,0-1 1 0 0,0 1-1 0 0,0 0 0 0 0,0-1 0 0 0,0 1 0 0 0,0 0 0 0 0,1 0 0 0 0,-1 0 1 0 0,0-1-1 0 0,0 1 0 0 0,0 0 0 0 0,0 0 0 0 0,0 1 0 0 0,0-1 0 0 0,0 0 0 0 0,1 0 1 0 0,-1 0-1 0 0,0 1 0 0 0,0-1 0 0 0,0 1 0 0 0,0-1 0 0 0,0 1 0 0 0,0-1 1 0 0,0 1-1 0 0,0-1 0 0 0,0 1 0 0 0,-1 0 0 0 0,1 0 0 0 0,0-1 0 0 0,0 1 1 0 0,-1 0-1 0 0,1 0 0 0 0,0 0 0 0 0,-1 0 0 0 0,1 0 0 0 0,-1 0 0 0 0,1 0 0 0 0,0 1 1 0 0,3 7 194 0 0,0 0 0 0 0,0 0 0 0 0,4 17 0 0 0,-6-19-112 0 0,2 6 52 0 0,2 14 25 0 0,2-1 1 0 0,1-1-1 0 0,1 0 0 0 0,1 0 1 0 0,2-1-1 0 0,16 26 1 0 0,-27-48-320 0 0,0 1 0 0 0,0 0 1 0 0,0-1-1 0 0,0 1 0 0 0,0-1 1 0 0,1 0-1 0 0,-1 0 0 0 0,1 0 1 0 0,-1 0-1 0 0,1 0 0 0 0,0-1 0 0 0,0 1 1 0 0,0-1-1 0 0,0 0 0 0 0,0 0 1 0 0,3 1-1 0 0,-2-2-487 0 0,-1 1 0 0 0,0-2 1 0 0,1 1-1 0 0,-1 0 0 0 0,0-1 0 0 0,1 0 1 0 0,-1 1-1 0 0,0-1 0 0 0,0 0 0 0 0,1-1 1 0 0,-1 1-1 0 0,0-1 0 0 0,0 1 0 0 0,-1-1 0 0 0,5-3 1 0 0,3-2-1904 0 0,0 0-25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4.4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116 86 340 0 0,'-3'-2'4299'0'0,"3"2"-3992"0"0,0 0 0 0 0,-1-1 0 0 0,1 1 0 0 0,0 0 0 0 0,0 0 1 0 0,-1 0-1 0 0,1 0 0 0 0,0 0 0 0 0,-1 0 0 0 0,1 0 0 0 0,0 0 0 0 0,0 0 0 0 0,-1 0 0 0 0,1 0 0 0 0,0 0 0 0 0,0 0 0 0 0,-1 0 0 0 0,1 1 1 0 0,0-1-1 0 0,-1 0 0 0 0,-1 10 3001 0 0,2-8-3183 0 0,0 0 0 0 0,0 1 1 0 0,0-1-1 0 0,0 0 0 0 0,1 0 1 0 0,-1 0-1 0 0,1 0 0 0 0,0 0 0 0 0,1 4 1 0 0,1-3-56 0 0,1 0 0 0 0,-1-1 1 0 0,1 1-1 0 0,-1 0 0 0 0,1-1 0 0 0,0 0 1 0 0,0 0-1 0 0,-1 0 0 0 0,2-1 1 0 0,-1 1-1 0 0,0-1 0 0 0,0 0 0 0 0,0 0 1 0 0,1 0-1 0 0,-1-1 0 0 0,0 0 0 0 0,1 1 1 0 0,-1-2-1 0 0,0 1 0 0 0,1 0 1 0 0,-1-1-1 0 0,0 0 0 0 0,0 0 0 0 0,1 0 1 0 0,3-2-1 0 0,-3 2-39 0 0,0-1-1 0 0,-1 0 1 0 0,1 0-1 0 0,0 0 1 0 0,-1 0-1 0 0,1-1 1 0 0,-1 0-1 0 0,0 0 1 0 0,0 0 0 0 0,0 0-1 0 0,0-1 1 0 0,-1 1-1 0 0,1-1 1 0 0,-1 0-1 0 0,0 0 1 0 0,0 0 0 0 0,0-1-1 0 0,-1 1 1 0 0,0-1-1 0 0,1 1 1 0 0,0-7-1 0 0,-2 8-32 0 0,-1-1 0 0 0,1 0 0 0 0,-1 0 0 0 0,0 0 0 0 0,-1 0 0 0 0,1 1 0 0 0,0-1 0 0 0,-1 0 0 0 0,0 0 0 0 0,0 0 0 0 0,0 1 0 0 0,-1-1 0 0 0,1 1 0 0 0,-1-1 0 0 0,-2-3 0 0 0,6 47-414 0 0,8 3 699 0 0,-3 1-1 0 0,-1 0 0 0 0,-3 1 0 0 0,-2 69 0 0 0,-4-86-53 0 0,0 0-1 0 0,-2 1 1 0 0,-1-2-1 0 0,-1 1 1 0 0,-2-1-1 0 0,0 0 0 0 0,-2 0 1 0 0,-16 29-1 0 0,15-37-131 0 0,0 1-1 0 0,-26 31 0 0 0,32-44-74 0 0,0-1-1 0 0,0 0 0 0 0,0 0 0 0 0,-1 0 1 0 0,0-1-1 0 0,0 0 0 0 0,0-1 0 0 0,-1 1 1 0 0,1-1-1 0 0,-14 4 0 0 0,18-7-11 0 0,1 0 0 0 0,-1-1 0 0 0,1 1-1 0 0,-1-1 1 0 0,0 0 0 0 0,1 0 0 0 0,-1 0 0 0 0,0 0 0 0 0,1 0 0 0 0,-1 0 0 0 0,0-1-1 0 0,1 1 1 0 0,-1-1 0 0 0,1 0 0 0 0,-1 0 0 0 0,1 0 0 0 0,-1 0 0 0 0,1 0 0 0 0,0-1-1 0 0,-1 1 1 0 0,1-1 0 0 0,0 1 0 0 0,0-1 0 0 0,0 0 0 0 0,0 0 0 0 0,-3-4 0 0 0,3 3-114 0 0,0 0 0 0 0,0 0 1 0 0,0-1-1 0 0,0 1 0 0 0,1-1 1 0 0,-1 0-1 0 0,1 1 0 0 0,0-1 1 0 0,0 0-1 0 0,0 0 0 0 0,1 1 1 0 0,-1-1-1 0 0,1 0 0 0 0,0 0 1 0 0,0 0-1 0 0,0 0 0 0 0,2-6 1 0 0,2 2-1271 0 0,4 9-4957 0 0,5 13-1817 0 0,-8-5 5474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5.3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1 154 1776 0 0,'3'-6'1183'0'0,"1"1"0"0"0,0 0 1 0 0,0-1-1 0 0,1 2 0 0 0,8-9 0 0 0,56-36 1070 0 0,-35 26-838 0 0,-22 15-858 0 0,-1 1 0 0 0,24-11 0 0 0,-33 17-467 0 0,1-1 0 0 0,0 1 0 0 0,-1 0-1 0 0,1 0 1 0 0,0 0 0 0 0,0 0 0 0 0,0 1 0 0 0,0-1 0 0 0,0 1 0 0 0,0 0 0 0 0,0 0-1 0 0,0 0 1 0 0,0 0 0 0 0,0 0 0 0 0,0 1 0 0 0,0-1 0 0 0,0 1 0 0 0,0 0 0 0 0,3 1-1 0 0,-3 0-47 0 0,-1 0 0 0 0,0 1-1 0 0,0-1 1 0 0,0 1-1 0 0,0 0 1 0 0,-1-1-1 0 0,1 1 1 0 0,-1 0-1 0 0,1 0 1 0 0,-1 0-1 0 0,0 0 1 0 0,0 0 0 0 0,-1 0-1 0 0,1 1 1 0 0,-1-1-1 0 0,1 0 1 0 0,-1 0-1 0 0,0 4 1 0 0,0 8 54 0 0,0-1 0 0 0,-4 24 0 0 0,-41 155 301 0 0,8-48 19 0 0,37-142-406 0 0,-1-1 0 0 0,1 0 0 0 0,0 0 0 0 0,-1 1 0 0 0,1-1 0 0 0,0 0 0 0 0,1 0 1 0 0,-1 1-1 0 0,0-1 0 0 0,1 4 0 0 0,0-6-8 0 0,-1 1 1 0 0,0 0 0 0 0,1 0-1 0 0,-1-1 1 0 0,1 1 0 0 0,-1 0-1 0 0,1-1 1 0 0,-1 1-1 0 0,1 0 1 0 0,0-1 0 0 0,-1 1-1 0 0,1-1 1 0 0,-1 1-1 0 0,1-1 1 0 0,0 0 0 0 0,0 1-1 0 0,-1-1 1 0 0,1 1-1 0 0,0-1 1 0 0,1 0 0 0 0,2 1-9 0 0,1-1 1 0 0,0 0-1 0 0,0 0 1 0 0,0 0 0 0 0,-1-1-1 0 0,1 0 1 0 0,0 0-1 0 0,6-2 1 0 0,35-10-666 0 0,53-22 0 0 0,-5-5-4240 0 0,-58 19-2571 0 0,-31 17 5258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5.8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1 368 324 0 0,'0'1'10995'0'0,"24"-7"-8604"0"0,35-15-2178 0 0,167-65 1882 0 0,-145 52-1795 0 0,-45 21-306 0 0,-1-2 0 0 0,0-2 1 0 0,-2-1-1 0 0,44-31 0 0 0,-71 45-67 0 0,0-1 1 0 0,-1 0-1 0 0,0 0 1 0 0,0 0-1 0 0,0 0 1 0 0,0-1-1 0 0,6-12 1 0 0,-10 16 54 0 0,0 1 0 0 0,-1 0 0 0 0,1 0 0 0 0,-1-1 0 0 0,0 1 0 0 0,1-1 0 0 0,-1 1 0 0 0,0 0 0 0 0,0-1 0 0 0,0 1 0 0 0,0-1 0 0 0,0 1 0 0 0,0 0 0 0 0,0-1 0 0 0,0 1 0 0 0,-1-1 0 0 0,1 1 0 0 0,-2-3 0 0 0,1 2 12 0 0,0 1-1 0 0,-1-1 0 0 0,1 0 0 0 0,-1 0 0 0 0,1 1 1 0 0,-1-1-1 0 0,0 1 0 0 0,0-1 0 0 0,0 1 0 0 0,0 0 1 0 0,0 0-1 0 0,0 0 0 0 0,0 0 0 0 0,0 0 1 0 0,-3-1-1 0 0,-1 1 28 0 0,0 0 1 0 0,1 0 0 0 0,-1 0-1 0 0,0 0 1 0 0,0 1 0 0 0,0 0-1 0 0,0 1 1 0 0,0-1-1 0 0,1 1 1 0 0,-1 0 0 0 0,0 0-1 0 0,0 1 1 0 0,1 0 0 0 0,-1 0-1 0 0,1 0 1 0 0,0 0 0 0 0,-1 1-1 0 0,1 0 1 0 0,0 0-1 0 0,-6 6 1 0 0,4-4 49 0 0,1 1 1 0 0,-1-1-1 0 0,1 1 1 0 0,0 0-1 0 0,1 1 1 0 0,0-1-1 0 0,0 1 0 0 0,0 0 1 0 0,1 0-1 0 0,0 1 1 0 0,0 0-1 0 0,0-1 0 0 0,-3 14 1 0 0,6-12-33 0 0,0 0 1 0 0,1 0 0 0 0,0 1-1 0 0,0-1 1 0 0,1 0-1 0 0,0 1 1 0 0,1-1-1 0 0,0 0 1 0 0,0 0 0 0 0,1 0-1 0 0,0 0 1 0 0,0-1-1 0 0,1 1 1 0 0,0-1-1 0 0,1 0 1 0 0,0 0 0 0 0,0-1-1 0 0,1 1 1 0 0,0-1-1 0 0,0 0 1 0 0,0 0-1 0 0,1-1 1 0 0,0 0-1 0 0,1 0 1 0 0,7 4 0 0 0,-9-7-38 0 0,0-1 1 0 0,0 0 0 0 0,0-1 0 0 0,0 1 0 0 0,0-1-1 0 0,0 0 1 0 0,1-1 0 0 0,-1 0 0 0 0,0 0-1 0 0,0 0 1 0 0,0 0 0 0 0,1-1 0 0 0,-1 0-1 0 0,7-3 1 0 0,5 0-824 0 0,0-2 0 0 0,-1 0 0 0 0,26-13 0 0 0,-34 14-1456 0 0,-1 0 0 0 0,0-1 0 0 0,0 0 0 0 0,8-8 0 0 0,-10 8 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6.3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16 1268 0 0,'-10'-15'13901'0'0,"12"28"-12062"0"0,8 32-1055 0 0,1 0-1 0 0,3 0 1 0 0,1-2 0 0 0,2 1 0 0 0,25 42 0 0 0,-38-79-790 0 0,1 0 0 0 0,-1-1 1 0 0,1 1-1 0 0,0-1 0 0 0,1 0 0 0 0,0-1 0 0 0,-1 1 0 0 0,2-1 0 0 0,-1 0 0 0 0,1-1 0 0 0,8 5 0 0 0,-12-7-49 0 0,0-1 1 0 0,0 0-1 0 0,0 0 0 0 0,1-1 1 0 0,-1 1-1 0 0,0 0 1 0 0,0-1-1 0 0,0 0 0 0 0,1 0 1 0 0,-1 0-1 0 0,0 0 0 0 0,0-1 1 0 0,0 1-1 0 0,0-1 0 0 0,1 1 1 0 0,-1-1-1 0 0,0 0 0 0 0,0-1 1 0 0,0 1-1 0 0,0 0 0 0 0,-1-1 1 0 0,1 0-1 0 0,0 1 0 0 0,-1-1 1 0 0,1 0-1 0 0,-1 0 0 0 0,1-1 1 0 0,-1 1-1 0 0,0 0 0 0 0,3-5 1 0 0,-1 2-46 0 0,0-1 0 0 0,0 0 1 0 0,0 0-1 0 0,-1 0 0 0 0,0 0 1 0 0,0 0-1 0 0,-1 0 0 0 0,0-1 1 0 0,0 0-1 0 0,0 1 0 0 0,-1-1 1 0 0,0 0-1 0 0,1-11 0 0 0,-2 15 91 0 0,-1 0 0 0 0,1 0 0 0 0,0 0 0 0 0,-1 1 0 0 0,1-1-1 0 0,-1 0 1 0 0,0 0 0 0 0,0 1 0 0 0,0-1 0 0 0,0 1 0 0 0,-1-1-1 0 0,1 1 1 0 0,-1-1 0 0 0,0 1 0 0 0,1 0 0 0 0,-1 0 0 0 0,0 0-1 0 0,0 0 1 0 0,0 0 0 0 0,0 0 0 0 0,-1 0 0 0 0,1 1 0 0 0,-1-1-1 0 0,1 1 1 0 0,-1 0 0 0 0,1-1 0 0 0,-1 1 0 0 0,1 0 0 0 0,-1 1-1 0 0,0-1 1 0 0,0 0 0 0 0,0 1 0 0 0,1 0 0 0 0,-1-1 0 0 0,-4 1-1 0 0,-1 0-78 0 0,-1 0 0 0 0,1 1 0 0 0,-1-1 0 0 0,0 2 0 0 0,1-1 0 0 0,-1 1 0 0 0,1 1 0 0 0,-12 4 0 0 0,-6 5-2257 0 0,-30 17 0 0 0,29-14-2233 0 0,19-8 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6.6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82 772 0 0,'2'-2'708'0'0,"0"1"-1"0"0,0-1 1 0 0,0 1-1 0 0,1 0 1 0 0,-1-1-1 0 0,0 1 1 0 0,0 0-1 0 0,1 0 1 0 0,-1 1-1 0 0,1-1 1 0 0,-1 0-1 0 0,1 1 1 0 0,-1-1-1 0 0,1 1 1 0 0,4 0-1 0 0,-2 0-301 0 0,-1 1 0 0 0,1 0 0 0 0,0 0 0 0 0,0 0 0 0 0,0 0 0 0 0,-1 1 0 0 0,9 3 0 0 0,-4 0-150 0 0,0 1 0 0 0,0-1 0 0 0,0 1 0 0 0,-1 1 0 0 0,0 0 0 0 0,0 0 0 0 0,7 9 0 0 0,-12-12-113 0 0,0 0 1 0 0,0 1 0 0 0,0-1-1 0 0,-1 1 1 0 0,0-1 0 0 0,0 1-1 0 0,0 0 1 0 0,0 0 0 0 0,-1 0 0 0 0,0 0-1 0 0,0 0 1 0 0,0 1 0 0 0,0 6-1 0 0,-1 1 101 0 0,-1 1 0 0 0,0-1 0 0 0,-7 26 0 0 0,8-39-248 0 0,0 1 0 0 0,0 0 1 0 0,0-1-1 0 0,0 1 1 0 0,0-1-1 0 0,0 1 0 0 0,0 0 1 0 0,-1-1-1 0 0,1 1 1 0 0,0-1-1 0 0,0 1 0 0 0,-1 0 1 0 0,1-1-1 0 0,-1 1 1 0 0,1-1-1 0 0,0 1 1 0 0,-1-1-1 0 0,1 0 0 0 0,-1 1 1 0 0,1-1-1 0 0,-1 1 1 0 0,0 0-1 0 0,-9-7-156 0 0,-3-22-120 0 0,12 16-65 0 0,-1 0-1 0 0,2 0 0 0 0,0 0 0 0 0,0 0 0 0 0,1-1 1 0 0,0 1-1 0 0,1 0 0 0 0,1 0 0 0 0,0 1 0 0 0,1-1 1 0 0,0 0-1 0 0,9-17 0 0 0,-8 20-952 0 0,1 0 0 0 0,0 0 0 0 0,0 1 0 0 0,1 0 0 0 0,0 0 0 0 0,0 1 0 0 0,1 0 0 0 0,0 0 1 0 0,13-8-1 0 0,-6 6-1016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6.9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163 0 784 0 0,'0'0'8204'0'0,"-7"4"-3877"0"0,-10 6-2911 0 0,3 2-984 0 0,0 1 0 0 0,0 1 0 0 0,1 0 1 0 0,1 1-1 0 0,0 0 0 0 0,1 0 0 0 0,1 1 0 0 0,-10 22 0 0 0,17-32-350 0 0,0 1 0 0 0,0 0 0 0 0,1 1 0 0 0,-1-1 0 0 0,2 0 0 0 0,-1 1 0 0 0,1-1 0 0 0,0 1 0 0 0,1 11 0 0 0,0-18-75 0 0,0 1-1 0 0,0 0 0 0 0,1 0 1 0 0,-1 0-1 0 0,1 0 1 0 0,-1-1-1 0 0,1 1 1 0 0,0 0-1 0 0,-1 0 0 0 0,1-1 1 0 0,0 1-1 0 0,0-1 1 0 0,0 1-1 0 0,0-1 0 0 0,0 1 1 0 0,1-1-1 0 0,1 3 1 0 0,-1-3-22 0 0,0 0 1 0 0,1 0 0 0 0,-1-1-1 0 0,0 1 1 0 0,0 0-1 0 0,0-1 1 0 0,1 1 0 0 0,-1-1-1 0 0,0 0 1 0 0,0 1-1 0 0,1-1 1 0 0,-1-1 0 0 0,0 1-1 0 0,1 0 1 0 0,-1 0 0 0 0,0-1-1 0 0,0 1 1 0 0,3-2-1 0 0,3 0-116 0 0,-1-1 0 0 0,0 0 0 0 0,0 0 0 0 0,0 0-1 0 0,0-1 1 0 0,-1 0 0 0 0,1-1 0 0 0,-1 1-1 0 0,0-1 1 0 0,-1-1 0 0 0,1 1 0 0 0,-1-1-1 0 0,0 0 1 0 0,0 0 0 0 0,-1 0 0 0 0,6-11-1 0 0,-4 7 13 0 0,-1-1 0 0 0,0-1 0 0 0,-1 1 0 0 0,0-1-1 0 0,0 1 1 0 0,-2-1 0 0 0,1 0 0 0 0,-2 0 0 0 0,1-21-1 0 0,-2-11 426 0 0,0 44-138 0 0,19 28-118 0 0,-13-21-339 0 0,1 1 0 0 0,0-1 1 0 0,0-1-1 0 0,1 0 0 0 0,0 0 0 0 0,0 0 1 0 0,0-1-1 0 0,1 0 0 0 0,9 4 0 0 0,-7-5-1093 0 0,0 0 0 0 0,0 0 0 0 0,0-1-1 0 0,0-1 1 0 0,1 0 0 0 0,-1 0 0 0 0,18 0 0 0 0,-11-2-984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7.3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204 2 1432 0 0,'4'2'11253'0'0,"5"9"-8265"0"0,17 18-2398 0 0,-20-25-234 0 0,-4-3 469 0 0,-7-9-474 0 0,2 5-371 0 0,1-1-1 0 0,-1 1 1 0 0,0 0-1 0 0,0 1 1 0 0,0-1 0 0 0,0 0-1 0 0,0 1 1 0 0,-1 0-1 0 0,1 0 1 0 0,-1 0 0 0 0,1 0-1 0 0,-1 0 1 0 0,0 1 0 0 0,1-1-1 0 0,-1 1 1 0 0,0 0-1 0 0,0 0 1 0 0,0 1 0 0 0,0-1-1 0 0,0 1 1 0 0,0 0-1 0 0,0 0 1 0 0,0 0 0 0 0,0 1-1 0 0,-7 1 1 0 0,5-1 24 0 0,-1 1 0 0 0,1 0-1 0 0,0 1 1 0 0,1 0 0 0 0,-1 0 0 0 0,0 0 0 0 0,1 0 0 0 0,0 1-1 0 0,-1 0 1 0 0,1 0 0 0 0,1 0 0 0 0,-1 1 0 0 0,1 0 0 0 0,0-1-1 0 0,-5 9 1 0 0,-3 4 118 0 0,1 2 0 0 0,-12 28 0 0 0,21-42-99 0 0,0 0 1 0 0,0 0-1 0 0,1 0 0 0 0,-1 0 1 0 0,1 0-1 0 0,0 1 0 0 0,1-1 1 0 0,-1 0-1 0 0,1 1 0 0 0,0-1 0 0 0,0 0 1 0 0,1 1-1 0 0,0-1 0 0 0,0 0 1 0 0,2 8-1 0 0,-1-10-22 0 0,0-1 0 0 0,0 1 0 0 0,0-1 0 0 0,0 1 0 0 0,0-1 0 0 0,0 0 0 0 0,1 0 1 0 0,0 0-1 0 0,-1 0 0 0 0,1-1 0 0 0,0 1 0 0 0,0 0 0 0 0,-1-1 0 0 0,1 0 0 0 0,0 0 0 0 0,0 0 0 0 0,1 0 0 0 0,-1 0 0 0 0,0-1 0 0 0,0 0 0 0 0,0 1 0 0 0,6-1 1 0 0,11 0-173 0 0,-1 0-1 0 0,27-4 1 0 0,-43 3 135 0 0,26-1-906 0 0,37 2 1 0 0,-9 0-2306 0 0,-1-5-4627 0 0,-43 3 5538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7.7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93 220 0 0,'-1'-2'608'0'0,"-1"-1"0"0"0,1 0 1 0 0,0 1-1 0 0,0-1 0 0 0,0 0 0 0 0,0 0 1 0 0,1 0-1 0 0,-1 0 0 0 0,1 0 0 0 0,-1 0 0 0 0,1 0 1 0 0,0 0-1 0 0,0 0 0 0 0,1 0 0 0 0,-1 0 0 0 0,1 0 1 0 0,0-4-1 0 0,1 5-424 0 0,-1 1 0 0 0,1-1 0 0 0,-1 0 1 0 0,1 1-1 0 0,0-1 0 0 0,-1 1 0 0 0,1 0 0 0 0,0-1 0 0 0,0 1 1 0 0,0 0-1 0 0,0 0 0 0 0,0 0 0 0 0,0 1 0 0 0,1-1 1 0 0,-1 0-1 0 0,0 1 0 0 0,0-1 0 0 0,1 1 0 0 0,-1 0 0 0 0,0 0 1 0 0,0 0-1 0 0,1 0 0 0 0,2 1 0 0 0,12-1 282 0 0,-1 0 0 0 0,0 2 0 0 0,0 0 0 0 0,0 1 0 0 0,0 0-1 0 0,-1 1 1 0 0,27 11 0 0 0,-37-13-402 0 0,-1 0 1 0 0,1 0-1 0 0,-1 1 0 0 0,0-1 0 0 0,0 1 0 0 0,0 0 0 0 0,0 1 1 0 0,0-1-1 0 0,0 1 0 0 0,-1-1 0 0 0,0 1 0 0 0,0 0 0 0 0,0 0 1 0 0,0 0-1 0 0,-1 1 0 0 0,1-1 0 0 0,-1 1 0 0 0,0 0 0 0 0,0-1 0 0 0,-1 1 1 0 0,0 0-1 0 0,1 0 0 0 0,-2 0 0 0 0,1 0 0 0 0,0 0 0 0 0,-1 0 1 0 0,0 0-1 0 0,-1 9 0 0 0,0-4-133 0 0,-5 33-342 0 0,6-41 335 0 0,0 0 0 0 0,-1-1 0 0 0,1 1 0 0 0,0 0 1 0 0,-1 0-1 0 0,0 0 0 0 0,1-1 0 0 0,-1 1 0 0 0,0-1 0 0 0,0 1 0 0 0,0 0 0 0 0,0-1 0 0 0,0 1 0 0 0,-1-1 1 0 0,1 0-1 0 0,0 1 0 0 0,-2 0 0 0 0,2-2 53 0 0,1 1 1 0 0,-1-1-1 0 0,1 0 1 0 0,-1 0 0 0 0,1 0-1 0 0,-1 1 1 0 0,1-1-1 0 0,-1 0 1 0 0,1 0-1 0 0,-1 0 1 0 0,1 0-1 0 0,-1 0 1 0 0,1 0-1 0 0,-1 0 1 0 0,0 0 0 0 0,1-1-1 0 0,-1 1 1 0 0,1 0-1 0 0,-1 0 1 0 0,1 0-1 0 0,-1 0 1 0 0,1-1-1 0 0,-1 1 1 0 0,1 0-1 0 0,0-1 1 0 0,-1 1 0 0 0,1 0-1 0 0,-1-1 1 0 0,1 1-1 0 0,-1-1 1 0 0,-8-20-287 0 0,5-22-468 0 0,5 30 36 0 0,1 1 1 0 0,-1 0 0 0 0,2 0 0 0 0,0-1 0 0 0,0 1 0 0 0,1 1 0 0 0,6-13-1 0 0,-3 9-2374 0 0,0 1-1 0 0,15-22 0 0 0,-12 24 997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8.0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7 114 880 0 0,'2'-3'866'0'0,"0"-1"0"0"0,0 1 0 0 0,1 0 0 0 0,-1 0 1 0 0,1 1-1 0 0,0-1 0 0 0,-1 0 0 0 0,1 1 0 0 0,0 0 0 0 0,5-3 0 0 0,-4 3-495 0 0,0 0 1 0 0,0 0-1 0 0,0 1 0 0 0,0-1 0 0 0,0 1 1 0 0,0 0-1 0 0,0 0 0 0 0,9 0 1 0 0,-10 1-286 0 0,0 0 0 0 0,0 0 0 0 0,0 0 0 0 0,0 0 0 0 0,0 1 0 0 0,0-1 0 0 0,0 1 1 0 0,0 0-1 0 0,-1 0 0 0 0,1 0 0 0 0,0 0 0 0 0,0 0 0 0 0,-1 1 0 0 0,1-1 0 0 0,-1 1 0 0 0,1 0 1 0 0,-1 0-1 0 0,0 0 0 0 0,0 0 0 0 0,1 0 0 0 0,-1 0 0 0 0,-1 1 0 0 0,1-1 0 0 0,0 0 1 0 0,-1 1-1 0 0,1 0 0 0 0,-1-1 0 0 0,0 1 0 0 0,2 4 0 0 0,-2-2 3 0 0,-1 0-1 0 0,1 0 0 0 0,-1 1 1 0 0,1-1-1 0 0,-1 0 1 0 0,-1 1-1 0 0,1-1 1 0 0,-1 0-1 0 0,0 1 0 0 0,0-1 1 0 0,-1 0-1 0 0,0 0 1 0 0,1 0-1 0 0,-2 0 1 0 0,1 0-1 0 0,0 0 0 0 0,-1-1 1 0 0,-3 5-1 0 0,3-4-74 0 0,-1 0-1 0 0,1-1 1 0 0,-1 0-1 0 0,0 1 1 0 0,0-1-1 0 0,0 0 0 0 0,-1-1 1 0 0,0 1-1 0 0,1-1 1 0 0,-1 0-1 0 0,0 0 1 0 0,0 0-1 0 0,-1-1 1 0 0,1 0-1 0 0,0 0 1 0 0,-10 2-1 0 0,13-3-18 0 0,1-1 0 0 0,-1 0 1 0 0,1 0-1 0 0,-1 0 0 0 0,1 0 0 0 0,-1 0 0 0 0,1-1 1 0 0,-1 1-1 0 0,1 0 0 0 0,-1-1 0 0 0,1 1 0 0 0,-1-1 1 0 0,1 1-1 0 0,-1-1 0 0 0,1 1 0 0 0,0-1 0 0 0,0 0 0 0 0,-1 0 1 0 0,1 0-1 0 0,0 0 0 0 0,0 0 0 0 0,-2-2 0 0 0,1 0-29 0 0,0 0-1 0 0,1 1 0 0 0,-1-1 0 0 0,1 0 0 0 0,0 0 0 0 0,0 0 0 0 0,0-1 0 0 0,0 1 1 0 0,0 0-1 0 0,0-4 0 0 0,1-1-191 0 0,-1-1 0 0 0,1 1 0 0 0,0 0-1 0 0,1 0 1 0 0,0 0 0 0 0,0 0 0 0 0,5-15 0 0 0,0 11-654 0 0,0 0 0 0 0,0 1 0 0 0,1 0-1 0 0,12-15 1 0 0,39-37-6940 0 0,-43 49 5727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8.4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150 12 1392 0 0,'0'0'184'0'0,"0"0"0"0"0,1 0 0 0 0,-1-1 0 0 0,0 1 0 0 0,0 0 0 0 0,0 0 0 0 0,1 0 0 0 0,-1 0 0 0 0,0-1 0 0 0,0 1 0 0 0,0 0 0 0 0,1 0 0 0 0,-1-1 0 0 0,0 1 0 0 0,0 0 1 0 0,0 0-1 0 0,0 0 0 0 0,0-1 0 0 0,0 1 0 0 0,0 0 0 0 0,0-1 0 0 0,0 1 0 0 0,0 0 0 0 0,1 0 0 0 0,-1-1 0 0 0,0 1 0 0 0,-1 0 0 0 0,1 0 0 0 0,0-1 0 0 0,0 1 0 0 0,0 0 0 0 0,0 0 0 0 0,0-1 0 0 0,0 1 0 0 0,0 0 0 0 0,0 0 0 0 0,0-1 0 0 0,0 1 0 0 0,-1 0 0 0 0,1 0 0 0 0,0-1 0 0 0,0 1 0 0 0,0 0 0 0 0,0 0 0 0 0,-1 0 0 0 0,1-1 0 0 0,0 1 0 0 0,0 0 0 0 0,-1 0 0 0 0,1 0 0 0 0,-18 6 2855 0 0,-18 18-2063 0 0,21-9-645 0 0,0 0 1 0 0,1 2-1 0 0,1-1 0 0 0,1 2 0 0 0,-14 26 1 0 0,26-44-329 0 0,0 1 0 0 0,0-1 1 0 0,0 0-1 0 0,0 1 0 0 0,0-1 0 0 0,0 0 1 0 0,1 1-1 0 0,-1-1 0 0 0,0 0 1 0 0,0 1-1 0 0,0-1 0 0 0,1 0 1 0 0,-1 0-1 0 0,0 1 0 0 0,1-1 1 0 0,-1 0-1 0 0,0 0 0 0 0,0 1 1 0 0,1-1-1 0 0,-1 0 0 0 0,0 0 1 0 0,1 0-1 0 0,-1 0 0 0 0,0 1 1 0 0,1-1-1 0 0,-1 0 0 0 0,1 0 1 0 0,-1 0-1 0 0,0 0 0 0 0,1 0 1 0 0,-1 0-1 0 0,0 0 0 0 0,1 0 1 0 0,-1 0-1 0 0,0 0 0 0 0,1 0 1 0 0,-1 0-1 0 0,1-1 0 0 0,25 2-31 0 0,-18-1 32 0 0,-3 1 5 0 0,0 0 0 0 0,0-1 0 0 0,0 2 0 0 0,-1-1 0 0 0,1 0 0 0 0,0 1 0 0 0,-1 0 0 0 0,0 0 0 0 0,1 1 0 0 0,-1-1 0 0 0,0 1 0 0 0,0 0-1 0 0,0 0 1 0 0,0 0 0 0 0,-1 0 0 0 0,6 7 0 0 0,-6-5 57 0 0,1 0 0 0 0,-2 1 0 0 0,1-1 0 0 0,0 0 0 0 0,-1 1 0 0 0,0 0 0 0 0,-1 0 0 0 0,1 0 0 0 0,-1-1 0 0 0,0 1 0 0 0,-1 0 0 0 0,1 12 0 0 0,-1-14-97 0 0,0 0 0 0 0,-1 0 0 0 0,1 0-1 0 0,-1 0 1 0 0,1 0 0 0 0,-1 0 0 0 0,-1-1 0 0 0,1 1 0 0 0,-3 5-1 0 0,4-8-231 0 0,-2 1 0 0 0,1-1 0 0 0,0 1-1 0 0,0 0 1 0 0,0-1 0 0 0,-1 0-1 0 0,1 1 1 0 0,-1-1 0 0 0,1 0 0 0 0,-1 0-1 0 0,1 0 1 0 0,-4 2 0 0 0,-2-17-11172 0 0,5 7 9085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8.7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121 33 2108 0 0,'1'-1'392'0'0,"0"0"0"0"0,-1 1 0 0 0,1-1-1 0 0,0 0 1 0 0,-1 0 0 0 0,1 0 0 0 0,-1 0 0 0 0,1 0 0 0 0,-1 0-1 0 0,0 0 1 0 0,1 0 0 0 0,-1 0 0 0 0,0 0 0 0 0,0 0-1 0 0,0 0 1 0 0,0 0 0 0 0,0 0 0 0 0,0-1 0 0 0,0 1 0 0 0,0-1-1 0 0,-1 2-189 0 0,0 0-1 0 0,0 0 0 0 0,1 0 0 0 0,-1 0 0 0 0,0 0 1 0 0,0 0-1 0 0,1 0 0 0 0,-1 0 0 0 0,0 0 1 0 0,0 1-1 0 0,0-1 0 0 0,1 0 0 0 0,-1 0 0 0 0,0 1 1 0 0,1-1-1 0 0,-1 1 0 0 0,0-1 0 0 0,1 1 0 0 0,-2 0 1 0 0,-38 32 1136 0 0,31-22-1241 0 0,0-2-92 0 0,1 1 0 0 0,0 1 0 0 0,0 0-1 0 0,1 0 1 0 0,0 0 0 0 0,-9 22-1 0 0,17-32-10 0 0,-1-1 0 0 0,0 1 0 0 0,0-1-1 0 0,0 1 1 0 0,0-1 0 0 0,1 0-1 0 0,-1 1 1 0 0,0-1 0 0 0,0 1-1 0 0,1-1 1 0 0,-1 1 0 0 0,0-1-1 0 0,1 0 1 0 0,-1 1 0 0 0,1-1-1 0 0,-1 0 1 0 0,0 1 0 0 0,1-1 0 0 0,-1 0-1 0 0,1 0 1 0 0,-1 1 0 0 0,1-1-1 0 0,-1 0 1 0 0,1 0 0 0 0,-1 0-1 0 0,1 0 1 0 0,-1 1 0 0 0,1-1-1 0 0,-1 0 1 0 0,1 0 0 0 0,-1 0 0 0 0,1 0-1 0 0,-1 0 1 0 0,2-1 0 0 0,27 4-96 0 0,-19-3 70 0 0,-2 1 49 0 0,-1 0-1 0 0,0 1 1 0 0,0 0 0 0 0,0 0 0 0 0,0 1 0 0 0,0 0 0 0 0,0 0 0 0 0,-1 0 0 0 0,1 1-1 0 0,-1 0 1 0 0,0 1 0 0 0,0-1 0 0 0,0 1 0 0 0,-1 0 0 0 0,0 0 0 0 0,0 1 0 0 0,0-1-1 0 0,0 1 1 0 0,3 7 0 0 0,-5-7-24 0 0,0-1 1 0 0,0 1-1 0 0,-1-1 0 0 0,0 1 0 0 0,0 0 0 0 0,0 0 0 0 0,-1 0 1 0 0,0 0-1 0 0,0 0 0 0 0,-1 0 0 0 0,1 0 0 0 0,-1 0 0 0 0,0 0 0 0 0,-1 0 1 0 0,0 0-1 0 0,0 0 0 0 0,0 0 0 0 0,-1 0 0 0 0,1 0 0 0 0,-2 0 1 0 0,1-1-1 0 0,0 1 0 0 0,-6 7 0 0 0,7-10-235 0 0,-23 31-1560 0 0,4-18-5195 0 0,14-18 2422 0 0</inkml:trace>
  <inkml:trace contextRef="#ctx0" brushRef="#br0" timeOffset="1">235 0 156 0 0,'19'23'9416'0'0,"4"21"-5628"0"0,-1-1-2281 0 0,-5-16-813 0 0,-13-18-953 0 0,2-1 1 0 0,-1 1 0 0 0,1-1 0 0 0,13 14-1 0 0,-18-22 15 0 0,-1 1 0 0 0,0-1-1 0 0,1 0 1 0 0,-1 0 0 0 0,1 0 0 0 0,-1 0-1 0 0,0 0 1 0 0,1 1 0 0 0,-1-1 0 0 0,1 0-1 0 0,-1 0 1 0 0,1 0 0 0 0,-1 0-1 0 0,0 0 1 0 0,1-1 0 0 0,-1 1 0 0 0,1 0-1 0 0,-1 0 1 0 0,1 0 0 0 0,-1 0-1 0 0,0 0 1 0 0,1 0 0 0 0,-1-1 0 0 0,1 1-1 0 0,-1 0 1 0 0,0 0 0 0 0,1-1-1 0 0,-1 1 1 0 0,0 0 0 0 0,1-1 0 0 0,-1 1-1 0 0,0 0 1 0 0,0-1 0 0 0,1 1 0 0 0,-1 0-1 0 0,0-1 1 0 0,0 1 0 0 0,0 0-1 0 0,1-1 1 0 0,-1 1 0 0 0,0-1 0 0 0,0 1-1 0 0,0-1 1 0 0,1-6-2061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9.1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60 121 256 0 0,'-10'-11'2897'0'0,"2"4"-1308"0"0,1-1-1 0 0,0 0 1 0 0,0-1 0 0 0,-9-16-1 0 0,15 24-1568 0 0,1-1-1 0 0,-1 1 0 0 0,0-1 0 0 0,1 0 1 0 0,-1 1-1 0 0,1-1 0 0 0,0 0 0 0 0,-1 0 0 0 0,1 1 1 0 0,0-1-1 0 0,0 0 0 0 0,0 0 0 0 0,0 1 0 0 0,0-1 1 0 0,1-2-1 0 0,0 3-227 0 0,-1-1-1 0 0,1 1 1 0 0,0 0 0 0 0,0-1-1 0 0,0 1 1 0 0,0 0 0 0 0,0-1 0 0 0,0 1-1 0 0,0 0 1 0 0,1 0 0 0 0,-1 0-1 0 0,0 0 1 0 0,1 0 0 0 0,-1 0-1 0 0,0 1 1 0 0,1-1 0 0 0,-1 0 0 0 0,1 1-1 0 0,2-1 1 0 0,9-1-3384 0 0,-6 4 1586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9.4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1 201 1020 0 0,'27'21'7099'0'0,"-1"7"-3468"0"0,-24-26-3506 0 0,-1 0 0 0 0,0 0 0 0 0,1 0 0 0 0,-1 0 0 0 0,0 0 0 0 0,0 0 1 0 0,0 0-1 0 0,0 0 0 0 0,-1 0 0 0 0,1 1 0 0 0,0-1 0 0 0,-1 0 0 0 0,0 0 0 0 0,1 1 0 0 0,-1-1 0 0 0,0 0 0 0 0,0 1 0 0 0,0-1 0 0 0,-1 0 0 0 0,1 1 1 0 0,0-1-1 0 0,-1 0 0 0 0,0 0 0 0 0,1 1 0 0 0,-1-1 0 0 0,0 0 0 0 0,-2 3 0 0 0,3-4-112 0 0,-1 0 0 0 0,1 0 0 0 0,-1-1 0 0 0,1 1 0 0 0,-1 0 0 0 0,0 0 0 0 0,1-1 0 0 0,-1 1 0 0 0,0 0 0 0 0,1-1 0 0 0,-1 1 0 0 0,0-1 0 0 0,0 1 0 0 0,1-1 0 0 0,-1 1 0 0 0,0-1 0 0 0,0 1 0 0 0,0-1 0 0 0,0 0 0 0 0,0 0 0 0 0,0 1 0 0 0,1-1 0 0 0,-1 0 0 0 0,0 0 0 0 0,0 0 0 0 0,0 0 0 0 0,0 0 0 0 0,0 0 0 0 0,0 0 0 0 0,0 0 0 0 0,0-1 0 0 0,0 1 0 0 0,0 0 0 0 0,0 0 0 0 0,1-1 0 0 0,-1 1 0 0 0,-2-1 0 0 0,2-1-19 0 0,0 1 0 0 0,-1 0 0 0 0,1-1-1 0 0,0 1 1 0 0,0-1 0 0 0,0 1 0 0 0,0-1 0 0 0,0 1 0 0 0,0-1 0 0 0,1 1-1 0 0,-1-1 1 0 0,0 0 0 0 0,1 0 0 0 0,-1 1 0 0 0,1-1 0 0 0,0 0 0 0 0,0 0 0 0 0,0-2-1 0 0,0-19-12 0 0,1 0-1 0 0,2 1 1 0 0,0-1-1 0 0,2 1 0 0 0,0 0 1 0 0,2 0-1 0 0,0 0 1 0 0,1 1-1 0 0,17-32 0 0 0,-23 51-10 0 0,-1-1 0 0 0,1 1 0 0 0,-1-1-1 0 0,1 1 1 0 0,0 0 0 0 0,0-1 0 0 0,0 1-1 0 0,0 0 1 0 0,0 0 0 0 0,1 1 0 0 0,-1-1-1 0 0,0 0 1 0 0,1 1 0 0 0,-1 0 0 0 0,1-1-1 0 0,0 1 1 0 0,0 0 0 0 0,-1 0 0 0 0,1 0-1 0 0,0 1 1 0 0,0-1 0 0 0,0 1 0 0 0,0 0-1 0 0,-1-1 1 0 0,1 1 0 0 0,0 0 0 0 0,0 1-1 0 0,0-1 1 0 0,0 1 0 0 0,0-1 0 0 0,0 1-1 0 0,-1 0 1 0 0,4 1 0 0 0,3 1-781 0 0,0 1 0 0 0,0 0 0 0 0,13 8 0 0 0,22 17-5953 0 0,-39-25 5366 0 0,6 5-881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29.7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140 200 1860 0 0,'-31'3'8903'0'0,"27"-2"-8326"0"0,-1 1 0 0 0,1 0-1 0 0,-1 0 1 0 0,1 0 0 0 0,0 0-1 0 0,0 1 1 0 0,-4 3 0 0 0,-2 1 18 0 0,1 1 1 0 0,0 0-1 0 0,-8 10 1 0 0,14-16-515 0 0,1 1 1 0 0,-1 0-1 0 0,1 0 0 0 0,0 0 1 0 0,0 0-1 0 0,0 1 1 0 0,0-1-1 0 0,1 1 1 0 0,-1-1-1 0 0,1 1 1 0 0,0-1-1 0 0,0 1 1 0 0,0 6-1 0 0,1-9-81 0 0,0-1 0 0 0,0 1-1 0 0,0-1 1 0 0,1 0 0 0 0,-1 1 0 0 0,0-1 0 0 0,0 1-1 0 0,1-1 1 0 0,-1 0 0 0 0,0 1 0 0 0,1-1-1 0 0,-1 0 1 0 0,0 1 0 0 0,1-1 0 0 0,-1 0 0 0 0,1 0-1 0 0,-1 1 1 0 0,0-1 0 0 0,1 0 0 0 0,-1 0-1 0 0,1 0 1 0 0,-1 0 0 0 0,1 0 0 0 0,-1 1-1 0 0,1-1 1 0 0,-1 0 0 0 0,1 0 0 0 0,-1 0 0 0 0,1 0-1 0 0,-1 0 1 0 0,1 0 0 0 0,-1 0 0 0 0,0-1-1 0 0,1 1 1 0 0,-1 0 0 0 0,1 0 0 0 0,-1 0 0 0 0,1 0-1 0 0,-1-1 1 0 0,1 1 0 0 0,-1 0 0 0 0,0 0-1 0 0,1-1 1 0 0,0 1 0 0 0,23-11-43 0 0,-23 10 42 0 0,7-3-54 0 0,-1 0-1 0 0,1-1 1 0 0,-1 1-1 0 0,0-2 1 0 0,0 1 0 0 0,-1-1-1 0 0,0 0 1 0 0,0 0-1 0 0,0-1 1 0 0,-1 0-1 0 0,0 0 1 0 0,0 0 0 0 0,0-1-1 0 0,-1 1 1 0 0,0-1-1 0 0,-1 0 1 0 0,0 0 0 0 0,0-1-1 0 0,-1 1 1 0 0,0-1-1 0 0,0 1 1 0 0,-1-1-1 0 0,0 1 1 0 0,-1-1 0 0 0,0 0-1 0 0,0 1 1 0 0,-1-1-1 0 0,0 0 1 0 0,0 1 0 0 0,-1-1-1 0 0,0 1 1 0 0,0-1-1 0 0,-6-9 1 0 0,5 8 54 0 0,-8-15-8 0 0,11 24 19 0 0,0 0-1 0 0,-1 1 1 0 0,1-1 0 0 0,-1 0-1 0 0,1 0 1 0 0,-1 0 0 0 0,1 1-1 0 0,-1-1 1 0 0,0 0 0 0 0,1 1-1 0 0,-1-1 1 0 0,0 0 0 0 0,1 1-1 0 0,-1-1 1 0 0,0 1 0 0 0,0-1 0 0 0,0 1-1 0 0,1-1 1 0 0,-1 1 0 0 0,-1-1-1 0 0,1 2-3 0 0,1-1 0 0 0,-1 0 0 0 0,1 0-1 0 0,0 1 1 0 0,-1-1 0 0 0,1 0 0 0 0,0 1-1 0 0,-1-1 1 0 0,1 1 0 0 0,0-1 0 0 0,-1 0 0 0 0,1 1-1 0 0,0-1 1 0 0,0 1 0 0 0,0-1 0 0 0,-1 1 0 0 0,1-1-1 0 0,0 1 1 0 0,0-1 0 0 0,0 1 0 0 0,0-1-1 0 0,0 1 1 0 0,0-1 0 0 0,0 1 0 0 0,0-1 0 0 0,0 1-1 0 0,0-1 1 0 0,0 1 0 0 0,0-1 0 0 0,1 1-1 0 0,-1-1 1 0 0,0 0 0 0 0,0 2 0 0 0,6 22 65 0 0,-5-20-51 0 0,54 172 255 0 0,-35-121-140 0 0,18 81 0 0 0,-29-92 27 0 0,-1-1 0 0 0,-3 1 0 0 0,-1 81 0 0 0,-4-110-119 0 0,-2 0 1 0 0,1-1 0 0 0,-2 1 0 0 0,0-1-1 0 0,-1 0 1 0 0,-1 0 0 0 0,0 0-1 0 0,0 0 1 0 0,-1-1 0 0 0,-1 0-1 0 0,-1 0 1 0 0,0-1 0 0 0,0 0-1 0 0,-1 0 1 0 0,-15 14 0 0 0,13-14 2 0 0,-2-1 0 0 0,-17 12 1 0 0,26-20-4 0 0,1-1 0 0 0,-1 1 1 0 0,0-1-1 0 0,0 0 1 0 0,0-1-1 0 0,0 1 0 0 0,-1-1 1 0 0,1 1-1 0 0,0-1 0 0 0,-1-1 1 0 0,1 1-1 0 0,0 0 0 0 0,-9-1 1 0 0,11-1 7 0 0,1 1 0 0 0,-1-1-1 0 0,1 1 1 0 0,-1-1 0 0 0,0 0 0 0 0,1 1 0 0 0,-1-1 0 0 0,1 0 0 0 0,0 0 0 0 0,-1 0-1 0 0,1 0 1 0 0,0-1 0 0 0,0 1 0 0 0,-1 0 0 0 0,1 0 0 0 0,0-1 0 0 0,0 1 0 0 0,0-1 0 0 0,1 1-1 0 0,-1-1 1 0 0,0 1 0 0 0,0-1 0 0 0,1 1 0 0 0,-1-1 0 0 0,1 0 0 0 0,0 1 0 0 0,-1-1-1 0 0,1 0 1 0 0,0 1 0 0 0,0-1 0 0 0,0 0 0 0 0,0 0 0 0 0,0 1 0 0 0,1-4 0 0 0,0-7 314 0 0,0 0 1 0 0,1 0-1 0 0,5-17 1 0 0,-6 28-338 0 0,7-32 454 0 0,3 0-1 0 0,0 1 1 0 0,2 1-1 0 0,2 0 1 0 0,0 1-1 0 0,2 0 1 0 0,2 1-1 0 0,34-41 1 0 0,-46 62-568 0 0,1 1 1 0 0,0 0 0 0 0,0 0 0 0 0,1 1 0 0 0,-1 0 0 0 0,1 1 0 0 0,1-1 0 0 0,-1 2-1 0 0,1-1 1 0 0,0 2 0 0 0,0-1 0 0 0,0 1 0 0 0,1 1 0 0 0,-1 0 0 0 0,17-2-1 0 0,-16 4-934 0 0,0 0 0 0 0,1 0-1 0 0,-1 1 1 0 0,0 1 0 0 0,0 0-1 0 0,0 0 1 0 0,-1 1 0 0 0,1 0-1 0 0,12 6 1 0 0,-19-7 119 0 0,0 0 1 0 0,-1 0-1 0 0,1 1 1 0 0,-1-1-1 0 0,0 1 0 0 0,1-1 1 0 0,-1 1-1 0 0,0 0 1 0 0,-1 0-1 0 0,1 0 1 0 0,0 1-1 0 0,-1-1 1 0 0,3 6-1 0 0,1 3-2262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6:53.2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468 1300 440 0 0,'-28'27'6409'0'0,"16"-13"-5429"0"0,1 0 0 0 0,0 1 0 0 0,-10 18 0 0 0,16-20 1733 0 0,14-23 867 0 0,7-9-3420 0 0,9-7-70 0 0,-1-1 0 0 0,-2-1 1 0 0,-1-1-1 0 0,-1-1 0 0 0,15-33 0 0 0,-3 9-39 0 0,-4 9-14 0 0,-2-2 0 0 0,-2-1 0 0 0,-2-1 1 0 0,-2-1-1 0 0,19-80 0 0 0,-34 107-7 0 0,-1 0 0 0 0,-1 0 0 0 0,-2 0 0 0 0,0 0 0 0 0,-1-1 0 0 0,-2 1 0 0 0,0 0 0 0 0,-1 0 0 0 0,-2 0 0 0 0,0 1 0 0 0,-12-32 0 0 0,10 33 19 0 0,-2 0 0 0 0,-19-36-1 0 0,23 50-22 0 0,0 0 0 0 0,-1 0 0 0 0,1 0 0 0 0,-1 1 0 0 0,0 0 0 0 0,-1 0 0 0 0,1 1 0 0 0,-1 0 0 0 0,0 0 0 0 0,-13-7 0 0 0,4 5-11 0 0,1 1-1 0 0,-2 1 0 0 0,1 0 1 0 0,0 1-1 0 0,-1 0 1 0 0,0 2-1 0 0,0 0 1 0 0,0 0-1 0 0,0 2 1 0 0,0 0-1 0 0,-28 5 0 0 0,-10-4-5 0 0,45-2 27 0 0,-1 1 0 0 0,0 1 0 0 0,-20 2 0 0 0,-8 0 581 0 0,39-3-565 0 0,-26-17-1040 0 0,22 14 569 0 0,3 3 374 0 0,0-1-1 0 0,1 1 1 0 0,-1-1 0 0 0,0 1-1 0 0,0-1 1 0 0,1 0 0 0 0,-1 1-1 0 0,0-1 1 0 0,1 0-1 0 0,-1 0 1 0 0,1 1 0 0 0,-1-1-1 0 0,1 0 1 0 0,-1 0 0 0 0,1 0-1 0 0,0 0 1 0 0,-1 0-1 0 0,1 0 1 0 0,0 0 0 0 0,0 0-1 0 0,0 0 1 0 0,0-1 0 0 0,0 1 36 0 0,5-32-22 0 0,21-16-57 0 0,-24 48 92 0 0,-2 1 7 0 0,21-28-2 0 0,62-65-9 0 0,-71 81 365 0 0,-17 22 700 0 0,-19 25-194 0 0,-47 40-724 0 0,-89 101-16 0 0,98-110 257 0 0,62-65-304 0 0,31-1-198 0 0,-7 1 185 0 0,0 1 0 0 0,0 1 0 0 0,0 1-1 0 0,34 11 1 0 0,94 39-1453 0 0,-74-24-3534 0 0,-36-11-4401 0 0,-32-13 6771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7:17.6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104 5 656 0 0,'-34'-4'6992'0'0,"-2"6"-3836"0"0,3 0-3737 0 0,33-2 8 0 0,13 0-8449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44.3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369 803 1384 0 0,'73'-58'2889'0'0,"84"-53"-1"0"0,93-29-827 0 0,-87 64-1294 0 0,204-64 0 0 0,-133 69-23 0 0,2 9-1 0 0,433-53 0 0 0,-375 88 40 0 0,579 24 0 0 0,-666 18-477 0 0,-1 9-1 0 0,-1 9 1 0 0,-1 8 0 0 0,225 79-1 0 0,-339-88-162 0 0,-2 5-1 0 0,-1 3 0 0 0,-2 4 1 0 0,-2 4-1 0 0,106 80 0 0 0,-123-75 40 0 0,-2 2 0 0 0,-3 3 0 0 0,-3 3 0 0 0,-2 2 0 0 0,-3 2 0 0 0,61 100 0 0 0,-65-81 132 0 0,-4 3 0 0 0,-4 1 0 0 0,-4 2 0 0 0,-4 2 0 0 0,39 175 0 0 0,-45-121 217 0 0,-7 2 0 0 0,-6 1 0 0 0,-6 167 0 0 0,-13-184-295 0 0,-6 0 0 0 0,-6 0-1 0 0,-5-2 1 0 0,-6-1 0 0 0,-6-1 0 0 0,-5-1-1 0 0,-6-3 1 0 0,-5-2 0 0 0,-127 223 0 0 0,111-236-90 0 0,-5-2 1 0 0,-5-4-1 0 0,-4-3 1 0 0,-4-4-1 0 0,-5-3 1 0 0,-3-5-1 0 0,-5-4 1 0 0,-166 113-1 0 0,84-87 34 0 0,-5-8 0 0 0,-4-7-1 0 0,-4-10 1 0 0,-348 106-1 0 0,376-146-75 0 0,-2-7 0 0 0,-242 23 0 0 0,273-50-132 0 0,-1-7-1 0 0,0-5 0 0 0,-208-29 1 0 0,198 3 12 0 0,2-6 0 0 0,-182-67 1 0 0,-265-139-29 0 0,473 186 15 0 0,3-4 0 0 0,-117-79 0 0 0,189 106 18 0 0,1-1 1 0 0,1-2 0 0 0,2-1-1 0 0,2-3 1 0 0,1 0 0 0 0,2-3 0 0 0,2-1-1 0 0,-30-49 1 0 0,28 28-49 0 0,4-2 0 0 0,1-1 0 0 0,4-1 0 0 0,3-1 0 0 0,3-1 0 0 0,2-1 0 0 0,-14-140 0 0 0,22 69 15 0 0,6 0 1 0 0,6 1-1 0 0,23-151 1 0 0,-1 114 37 0 0,8 0 1 0 0,8 2-1 0 0,7 3 0 0 0,8 1 0 0 0,7 3 1 0 0,107-201-1 0 0,-96 237-279 0 0,7 3 0 0 0,5 4-1 0 0,5 3 1 0 0,6 5 0 0 0,152-144 0 0 0,-156 177-472 0 0,4 3 0 0 0,3 5 0 0 0,3 4 0 0 0,3 5 0 0 0,2 5 0 0 0,120-49 0 0 0,-79 50-1994 0 0,2 6 1 0 0,3 8 0 0 0,2 5-1 0 0,196-24 1 0 0,-204 48 65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46.0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79 65 1516 0 0,'-8'-33'8958'0'0,"1"1"-505"0"0,5 35-8194 0 0,0 0 0 0 0,0 1 0 0 0,0-1 0 0 0,1 0 0 0 0,-1 1 0 0 0,1-1 0 0 0,0 1 0 0 0,0 0 0 0 0,-1 3 0 0 0,1 0-132 0 0,-40 215 2109 0 0,38-195-2198 0 0,2 0-1 0 0,0 0 1 0 0,2 0-1 0 0,0 1 1 0 0,2-2-1 0 0,9 37 1 0 0,-7-42-70 0 0,2 0 0 0 0,0-1 0 0 0,14 26 0 0 0,-16-37-33 0 0,0-1 0 0 0,0 1 0 0 0,1-2 0 0 0,0 1 0 0 0,0 0 0 0 0,1-1 0 0 0,0-1 0 0 0,0 1 0 0 0,14 9 0 0 0,-18-14 19 0 0,0-1 0 0 0,0 1 0 0 0,0-1 0 0 0,0 1 0 0 0,0-1 0 0 0,0 0 0 0 0,1 0 0 0 0,-1 0 0 0 0,0-1 1 0 0,0 1-1 0 0,1-1 0 0 0,-1 0 0 0 0,1 0 0 0 0,-1 0 0 0 0,0 0 0 0 0,1-1 0 0 0,-1 1 0 0 0,0-1 0 0 0,1 0 0 0 0,2-1 0 0 0,0 0-22 0 0,-1-1-1 0 0,0 0 1 0 0,0 0-1 0 0,0 0 0 0 0,0 0 1 0 0,-1-1-1 0 0,1 0 1 0 0,-1 0-1 0 0,0 0 0 0 0,0-1 1 0 0,4-5-1 0 0,-4 3-9 0 0,1 0 0 0 0,-1 0 0 0 0,0-1 0 0 0,-1 1 0 0 0,0-1 0 0 0,0 0 0 0 0,3-16 0 0 0,-5 20 51 0 0,0-1 1 0 0,0 0 0 0 0,-1 1 0 0 0,0-1-1 0 0,0 0 1 0 0,0 0 0 0 0,-1 1-1 0 0,1-1 1 0 0,-1 0 0 0 0,0 1-1 0 0,-1-1 1 0 0,1 1 0 0 0,-4-8 0 0 0,2 7 32 0 0,-1 0 0 0 0,0 0 1 0 0,0 1-1 0 0,0-1 0 0 0,0 1 0 0 0,0 0 1 0 0,-1 0-1 0 0,0 0 0 0 0,0 1 1 0 0,0-1-1 0 0,0 1 0 0 0,-1 1 1 0 0,1-1-1 0 0,-1 1 0 0 0,0 0 1 0 0,1 0-1 0 0,-1 0 0 0 0,-8 0 1 0 0,-11-2-719 0 0,0 2 1 0 0,-1 0 0 0 0,-27 3 0 0 0,22-1-2061 0 0,42 1-4222 0 0,11-4 2689 0 0,-9 0 1928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46.4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 45 1252 0 0,'-4'-7'2600'0'0,"0"0"0"0"0,0 1-1 0 0,-1 0 1 0 0,0 0 0 0 0,-7-7 0 0 0,11 15-2300 0 0,0 0 0 0 0,0-1 0 0 0,0 1 0 0 0,1 0-1 0 0,-1 0 1 0 0,0 0 0 0 0,1 0 0 0 0,-1-1 0 0 0,1 1 0 0 0,0 0 0 0 0,0 2 0 0 0,1 28 954 0 0,3-1 1 0 0,11 52-1 0 0,1 5-279 0 0,18 139 13 0 0,-27-150-927 0 0,-5-47-285 0 0,1-1-1 0 0,10 40 1 0 0,-12-67 23 0 0,-1 1 0 0 0,1-1 1 0 0,0 0-1 0 0,-1 0 1 0 0,1 0-1 0 0,0 0 0 0 0,1 0 1 0 0,-1 0-1 0 0,0-1 1 0 0,0 1-1 0 0,1 0 0 0 0,-1 0 1 0 0,3 1-1 0 0,-4-3 69 0 0,1 0-1 0 0,-1 1 1 0 0,0-1 0 0 0,0 0-1 0 0,1 0 1 0 0,-1 0-1 0 0,0 0 1 0 0,1 0-1 0 0,-1 0 1 0 0,0 0 0 0 0,1 0-1 0 0,-1 0 1 0 0,0 0-1 0 0,1 0 1 0 0,-1 0-1 0 0,0 0 1 0 0,1 0-1 0 0,-1 0 1 0 0,0 0 0 0 0,1 0-1 0 0,-1 0 1 0 0,0 0-1 0 0,0 0 1 0 0,1-1-1 0 0,-1 1 1 0 0,0 0 0 0 0,1 0-1 0 0,-1 0 1 0 0,0 0-1 0 0,0-1 1 0 0,1 1-1 0 0,6-18-5349 0 0,0-10-4249 0 0,-7 21 7219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46.8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2248 0 0,'1'0'8610'0'0,"4"6"-3455"0"0,8 23-1951 0 0,-8-17-3100 0 0,0 1 0 0 0,-1-1 1 0 0,4 20-1 0 0,3 42-435 0 0,-3-24-3744 0 0,-8-49 3620 0 0,0 0 1 0 0,0 1-1 0 0,1-1 0 0 0,-1 0 0 0 0,1 1 0 0 0,-1-1 1 0 0,1 0-1 0 0,-1 0 0 0 0,1 0 0 0 0,0 1 1 0 0,0-1-1 0 0,-1 0 0 0 0,1 0 0 0 0,0 0 1 0 0,0 0-1 0 0,0 0 0 0 0,0-1 0 0 0,0 1 1 0 0,0 0-1 0 0,0 0 0 0 0,1-1 0 0 0,-1 1 0 0 0,2 0 1 0 0,2-1-2092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47.1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 31 208 0 0,'0'-1'438'0'0,"-18"-26"9415"0"0,18 27-9712 0 0,0-1-1 0 0,0 1 1 0 0,0 0 0 0 0,-1 0-1 0 0,1 0 1 0 0,0 0-1 0 0,0-1 1 0 0,0 1 0 0 0,0 0-1 0 0,0 0 1 0 0,-1 0 0 0 0,1 0-1 0 0,0 0 1 0 0,0 0-1 0 0,0-1 1 0 0,-1 1 0 0 0,1 0-1 0 0,0 0 1 0 0,0 0 0 0 0,0 0-1 0 0,-1 0 1 0 0,1 0-1 0 0,0 0 1 0 0,0 0 0 0 0,0 0-1 0 0,-1 0 1 0 0,1 0-1 0 0,0 0 1 0 0,0 0 0 0 0,-1 0-1 0 0,1 0 1 0 0,0 0 0 0 0,0 0-1 0 0,0 0 1 0 0,-1 1-1 0 0,1-1 1 0 0,0 0 0 0 0,-3 16 1131 0 0,4-12-1666 0 0,0-1 0 0 0,1 1 0 0 0,-1 0 0 0 0,1-1 0 0 0,0 1 0 0 0,0-1 0 0 0,0 0 0 0 0,0 0 0 0 0,1 0 0 0 0,3 4 0 0 0,9 12-5313 0 0,-10-9 3328 0 0,3 1-40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47.4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67 64 0 0,'0'0'6812'0'0,"5"3"-620"0"0,19 8-4117 0 0,-20-8-1841 0 0,10 5 663 0 0,0 1-1 0 0,15 12 0 0 0,-26-17-743 0 0,1-1-1 0 0,0 1 1 0 0,-1 0 0 0 0,0 0-1 0 0,0 0 1 0 0,0 0 0 0 0,0 0-1 0 0,-1 1 1 0 0,0-1 0 0 0,0 1-1 0 0,3 7 1 0 0,-3-4 47 0 0,2 5-719 0 0,2-25-109 0 0,0-17 433 0 0,2-10-26 0 0,17-48 0 0 0,-25 85 206 0 0,1 1 1 0 0,-1-1-1 0 0,1 1 1 0 0,-1-1 0 0 0,1 0-1 0 0,-1 1 1 0 0,1 0-1 0 0,0-1 1 0 0,0 1 0 0 0,0-1-1 0 0,0 1 1 0 0,0 0-1 0 0,0 0 1 0 0,0 0 0 0 0,0-1-1 0 0,0 1 1 0 0,0 0-1 0 0,1 0 1 0 0,-1 1 0 0 0,0-1-1 0 0,1 0 1 0 0,-1 0-1 0 0,1 1 1 0 0,-1-1 0 0 0,1 1-1 0 0,-1-1 1 0 0,1 1-1 0 0,0-1 1 0 0,-1 1 0 0 0,1 0-1 0 0,-1 0 1 0 0,1 0-1 0 0,0 0 1 0 0,-1 0 0 0 0,1 0-1 0 0,-1 0 1 0 0,1 1-1 0 0,0-1 1 0 0,-1 1 0 0 0,1-1-1 0 0,-1 1 1 0 0,1-1-1 0 0,-1 1 1 0 0,0 0 0 0 0,1 0-1 0 0,1 1 1 0 0,8 6-367 0 0,0 0 0 0 0,-1 0 1 0 0,0 1-1 0 0,14 17 1 0 0,-12-12-589 0 0,11 11-1319 0 0,22 19-6639 0 0,-35-35 6621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47.8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36 668 0 0,'-13'-26'8440'0'0,"9"16"684"0"0,21 24-6182 0 0,18 21-2257 0 0,-2 1 0 0 0,-2 1 0 0 0,-1 2 0 0 0,-2 1 0 0 0,-2 1 0 0 0,38 80 0 0 0,-59-109-658 0 0,0 0 0 0 0,-1 0 1 0 0,0 0-1 0 0,-1 1 0 0 0,0-1 0 0 0,-1 1 0 0 0,0-1 1 0 0,-1 1-1 0 0,-1 0 0 0 0,0 0 0 0 0,0 0 0 0 0,-2-1 1 0 0,1 1-1 0 0,-2 0 0 0 0,0-1 0 0 0,0 1 0 0 0,-1-1 1 0 0,-7 14-1 0 0,10-23-47 0 0,0 0 1 0 0,-1 0-1 0 0,1 0 1 0 0,-1 0 0 0 0,0 0-1 0 0,0-1 1 0 0,0 1-1 0 0,0-1 1 0 0,-1 1-1 0 0,1-1 1 0 0,0 0-1 0 0,-1 0 1 0 0,0 0 0 0 0,0 0-1 0 0,1-1 1 0 0,-1 1-1 0 0,0-1 1 0 0,0 1-1 0 0,0-1 1 0 0,-1 0-1 0 0,1 0 1 0 0,0-1 0 0 0,0 1-1 0 0,0-1 1 0 0,-1 1-1 0 0,1-1 1 0 0,0 0-1 0 0,-5-1 1 0 0,3 0-29 0 0,1 0 1 0 0,-1 0-1 0 0,1-1 1 0 0,0 0-1 0 0,0 0 0 0 0,0 0 1 0 0,0 0-1 0 0,0-1 1 0 0,1 1-1 0 0,-1-1 1 0 0,1 0-1 0 0,-1 0 0 0 0,1 0 1 0 0,0-1-1 0 0,0 1 1 0 0,1-1-1 0 0,-1 0 1 0 0,1 1-1 0 0,0-1 1 0 0,-3-5-1 0 0,2 2-77 0 0,0 0 1 0 0,1 0-1 0 0,0 0 1 0 0,0 0-1 0 0,0 0 0 0 0,1 0 1 0 0,0-1-1 0 0,0 1 0 0 0,0-1 1 0 0,1 1-1 0 0,1 0 1 0 0,-1-1-1 0 0,1 1 0 0 0,0 0 1 0 0,1-1-1 0 0,0 1 1 0 0,0 0-1 0 0,1 0 0 0 0,-1 0 1 0 0,1 1-1 0 0,1-1 0 0 0,-1 1 1 0 0,1-1-1 0 0,1 1 1 0 0,-1 0-1 0 0,1 1 0 0 0,0-1 1 0 0,0 1-1 0 0,0 0 1 0 0,1 0-1 0 0,0 0 0 0 0,0 1 1 0 0,0 0-1 0 0,0 0 1 0 0,1 1-1 0 0,0 0 0 0 0,-1 0 1 0 0,1 0-1 0 0,8-1 0 0 0,-5 2-975 0 0,1 1 0 0 0,-1 0 0 0 0,1 1 0 0 0,-1 0 0 0 0,1 0 0 0 0,-1 1 0 0 0,0 1 0 0 0,1-1 0 0 0,-1 2 0 0 0,0 0 0 0 0,0 0 0 0 0,0 0 0 0 0,17 10 0 0 0,-2-2-1562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53.3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29 109 904 0 0,'-6'-2'9640'0'0,"1"6"-3772"0"0,-4 16-1651 0 0,0 22-3409 0 0,11-12-469 0 0,1 0-1 0 0,2 0 1 0 0,9 34 0 0 0,-9-39-322 0 0,-5-24-30 0 0,0-1-1 0 0,0 1 0 0 0,0 0 1 0 0,0 0-1 0 0,0-1 0 0 0,0 1 1 0 0,0 0-1 0 0,1-1 0 0 0,-1 1 1 0 0,0 0-1 0 0,0 0 0 0 0,0-1 1 0 0,1 1-1 0 0,-1 0 0 0 0,0-1 1 0 0,1 1-1 0 0,-1-1 0 0 0,1 1 1 0 0,-1-1-1 0 0,1 1 0 0 0,-1 0 1 0 0,1-1-1 0 0,-1 0 0 0 0,1 1 1 0 0,-1-1-1 0 0,1 1 0 0 0,0-1 1 0 0,1 1-1 0 0,-2-2-27 0 0,1 1 0 0 0,0-1 1 0 0,0 0-1 0 0,0 0 0 0 0,0 0 0 0 0,-1 0 1 0 0,1 0-1 0 0,0 0 0 0 0,-1 0 1 0 0,1 0-1 0 0,-1 0 0 0 0,1 0 0 0 0,-1 0 1 0 0,1-2-1 0 0,12-50-669 0 0,-10 19 581 0 0,1-1 1 0 0,2 1 0 0 0,2 1-1 0 0,1-1 1 0 0,18-43-1 0 0,-26 73 108 0 0,1 0-1 0 0,0 0 1 0 0,0 0-1 0 0,1 1 0 0 0,-1-1 1 0 0,1 1-1 0 0,0 0 1 0 0,0 0-1 0 0,0 0 1 0 0,0 0-1 0 0,0 0 1 0 0,1 1-1 0 0,-1-1 1 0 0,6-2-1 0 0,-8 5 13 0 0,1-1-1 0 0,0 1 1 0 0,0-1-1 0 0,0 1 1 0 0,0 0 0 0 0,0 0-1 0 0,0 0 1 0 0,0 0-1 0 0,0 0 1 0 0,0 0-1 0 0,0 0 1 0 0,0 1 0 0 0,0-1-1 0 0,0 1 1 0 0,-1-1-1 0 0,1 1 1 0 0,0 0-1 0 0,0 0 1 0 0,0-1 0 0 0,-1 1-1 0 0,1 1 1 0 0,-1-1-1 0 0,1 0 1 0 0,0 0-1 0 0,-1 1 1 0 0,0-1 0 0 0,1 0-1 0 0,-1 1 1 0 0,0 0-1 0 0,0-1 1 0 0,0 1 0 0 0,1 2-1 0 0,14 22 31 0 0,-2 1 0 0 0,-1 0 0 0 0,-2 1 0 0 0,0 0 0 0 0,-2 1 0 0 0,-1 0 0 0 0,-2 0 0 0 0,5 41 0 0 0,-4-26 5 0 0,-7-44-31 0 0,1 0-9 0 0,-1-1 8 0 0,1 1 1 0 0,-1 0-1 0 0,0-1 1 0 0,1 1-1 0 0,-1-1 1 0 0,1 1-1 0 0,-1 0 1 0 0,0-1-1 0 0,0 1 1 0 0,1-1-1 0 0,-1 1 1 0 0,0-1-1 0 0,0 1 1 0 0,1-1-1 0 0,-1 1 1 0 0,0-1-1 0 0,0 0 1 0 0,0 1-1 0 0,0-1 1 0 0,0 1-1 0 0,0-1 1 0 0,0 1-1 0 0,0-1 1 0 0,0 1-1 0 0,0-2 0 0 0,0-19-84 0 0,-1 17 67 0 0,2-28-44 0 0,1 0-1 0 0,2 1 0 0 0,1-1 0 0 0,1 1 1 0 0,1 1-1 0 0,2-1 0 0 0,17-38 0 0 0,-25 67 60 0 0,-1 0 0 0 0,1 0 0 0 0,0 0-1 0 0,0 0 1 0 0,0 1 0 0 0,0-1-1 0 0,1 0 1 0 0,-1 0 0 0 0,0 1-1 0 0,1-1 1 0 0,-1 0 0 0 0,1 1 0 0 0,-1 0-1 0 0,1-1 1 0 0,0 1 0 0 0,0 0-1 0 0,-1 0 1 0 0,1 0 0 0 0,0 0 0 0 0,0 0-1 0 0,0 0 1 0 0,0 1 0 0 0,4-2-1 0 0,-3 2 7 0 0,0 1 0 0 0,-1-1-1 0 0,1 1 1 0 0,0 0-1 0 0,0 0 1 0 0,-1-1-1 0 0,1 2 1 0 0,-1-1 0 0 0,1 0-1 0 0,-1 0 1 0 0,1 1-1 0 0,-1 0 1 0 0,0-1 0 0 0,0 1-1 0 0,3 3 1 0 0,8 8 26 0 0,-2 1 0 0 0,1 0 0 0 0,-2 1 0 0 0,11 19 0 0 0,-8-9-54 0 0,-1 1-1 0 0,-2 1 1 0 0,0 0 0 0 0,8 40-1 0 0,12 37-4666 0 0,-29-103 4185 0 0,7 13-2459 0 0,1-19-6700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53.7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1 105 1144 0 0,'1'-4'870'0'0,"0"1"0"0"0,0 0 0 0 0,1-1 0 0 0,0 1 0 0 0,-1 0 0 0 0,1 0 0 0 0,1 0 0 0 0,-1 0 0 0 0,3-3 0 0 0,31-21 2753 0 0,-29 23-3333 0 0,1 0 0 0 0,0 0 1 0 0,1 1-1 0 0,-1 0 1 0 0,0 1-1 0 0,1 0 1 0 0,15-2-1 0 0,-13 3-73 0 0,1 0 1 0 0,0 2-1 0 0,-1-1 0 0 0,1 1 1 0 0,-1 1-1 0 0,1 0 0 0 0,-1 1 1 0 0,0 0-1 0 0,0 1 1 0 0,21 9-1 0 0,-26-10-90 0 0,-1 1-1 0 0,1 0 1 0 0,-1 0 0 0 0,1 0-1 0 0,-1 1 1 0 0,-1-1 0 0 0,1 1 0 0 0,-1 1-1 0 0,1-1 1 0 0,-1 0 0 0 0,-1 1-1 0 0,1 0 1 0 0,-1 0 0 0 0,0 0 0 0 0,-1 0-1 0 0,1 1 1 0 0,-1-1 0 0 0,0 1-1 0 0,1 12 1 0 0,-2-9-21 0 0,0 1 1 0 0,-1-1-1 0 0,-1 0 0 0 0,0 0 0 0 0,0 0 1 0 0,-1 0-1 0 0,0 0 0 0 0,-1 0 0 0 0,0 0 0 0 0,-1-1 1 0 0,0 1-1 0 0,-10 17 0 0 0,7-15-58 0 0,-1 0 1 0 0,0-1-1 0 0,0 0 0 0 0,-1 0 1 0 0,-1-1-1 0 0,0 0 0 0 0,0-1 0 0 0,-23 16 1 0 0,30-23-42 0 0,-1 0 1 0 0,1 0 0 0 0,0 0 0 0 0,0 0-1 0 0,-1-1 1 0 0,1 1 0 0 0,-1-1-1 0 0,0 0 1 0 0,1 0 0 0 0,-1 0 0 0 0,0-1-1 0 0,1 1 1 0 0,-1-1 0 0 0,0 0-1 0 0,0 0 1 0 0,1 0 0 0 0,-1-1-1 0 0,0 1 1 0 0,0-1 0 0 0,1 0 0 0 0,-1 0-1 0 0,1 0 1 0 0,-1-1 0 0 0,-6-2-1 0 0,6 1-9 0 0,0-1-1 0 0,1 1 1 0 0,-1-1-1 0 0,1 1 1 0 0,-1-1-1 0 0,1 0 1 0 0,0 0-1 0 0,0-1 0 0 0,1 1 1 0 0,-1 0-1 0 0,1-1 1 0 0,0 0-1 0 0,0 1 1 0 0,1-1-1 0 0,-1 0 1 0 0,1 0-1 0 0,-1-10 0 0 0,0-2-166 0 0,1 0 0 0 0,1 0-1 0 0,1-1 1 0 0,0 1-1 0 0,1 0 1 0 0,1 0 0 0 0,1 0-1 0 0,0 0 1 0 0,1 0-1 0 0,7-15 1 0 0,-7 21-448 0 0,1 0 1 0 0,-1 1-1 0 0,2 0 0 0 0,-1 0 1 0 0,1 0-1 0 0,15-14 0 0 0,-16 18-351 0 0,0 1-1 0 0,0 0 0 0 0,0 0 1 0 0,1 1-1 0 0,-1 0 0 0 0,1 0 1 0 0,0 0-1 0 0,1 1 0 0 0,-1 0 1 0 0,15-3-1 0 0,-7 3-1457 0 0,1 3 6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54.1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75 1732 0 0,'-1'0'383'0'0,"1"-1"0"0"0,-1 1 0 0 0,0-1 0 0 0,1 0-1 0 0,-1 1 1 0 0,0-1 0 0 0,1 0 0 0 0,-1 1 0 0 0,1-1 0 0 0,-1 0 0 0 0,1 0-1 0 0,-1 0 1 0 0,1 0 0 0 0,0 1 0 0 0,-1-1 0 0 0,1 0 0 0 0,0 0-1 0 0,0 0 1 0 0,0 0 0 0 0,0 0 0 0 0,-1 0 0 0 0,1 0 0 0 0,1 0 0 0 0,-1 0-1 0 0,0 0 1 0 0,0 1 0 0 0,0-1 0 0 0,1-2 0 0 0,0 2-99 0 0,0-1 1 0 0,0 0-1 0 0,0 0 0 0 0,1 0 1 0 0,-1 1-1 0 0,1-1 1 0 0,-1 1-1 0 0,1-1 0 0 0,0 1 1 0 0,0 0-1 0 0,3-2 1 0 0,4-2 14 0 0,0 0-1 0 0,1 1 1 0 0,-1 1 0 0 0,14-4 0 0 0,-15 5-122 0 0,0 1 1 0 0,0 0-1 0 0,0 0 0 0 0,0 0 0 0 0,0 1 0 0 0,1 1 0 0 0,-1-1 0 0 0,0 1 1 0 0,0 0-1 0 0,0 1 0 0 0,-1 0 0 0 0,1 1 0 0 0,0-1 0 0 0,-1 1 0 0 0,1 1 1 0 0,-1-1-1 0 0,0 1 0 0 0,10 7 0 0 0,-10-5-61 0 0,0 1 0 0 0,0 0 0 0 0,0 0 0 0 0,-1 1 0 0 0,0 0 0 0 0,0 0-1 0 0,-1 0 1 0 0,0 0 0 0 0,0 1 0 0 0,-1 0 0 0 0,-1 0 0 0 0,1 0 0 0 0,-1 1 0 0 0,3 18 0 0 0,-3-7-102 0 0,0 1 1 0 0,-2 0-1 0 0,0 0 0 0 0,-1 0 1 0 0,-2 0-1 0 0,0 0 1 0 0,-1 0-1 0 0,-2-1 0 0 0,-9 31 1 0 0,4-34-153 0 0,10-18 128 0 0,-1 0 0 0 0,1 1 0 0 0,0-1 0 0 0,-1 0 0 0 0,1 0 0 0 0,-1 0 0 0 0,1 0-1 0 0,0 1 1 0 0,-1-1 0 0 0,1 0 0 0 0,-1 0 0 0 0,1 0 0 0 0,0 0 0 0 0,-1 0 0 0 0,1 0 0 0 0,-1 0-1 0 0,1 0 1 0 0,0 0 0 0 0,-1 0 0 0 0,1 0 0 0 0,-1 0 0 0 0,1-1 0 0 0,0 1 0 0 0,-1 0-1 0 0,1 0 1 0 0,-1-1 0 0 0,-1 0-14 0 0,1 0 1 0 0,0 0-1 0 0,0-1 0 0 0,-1 1 1 0 0,1-1-1 0 0,0 1 0 0 0,0-1 1 0 0,1 1-1 0 0,-1-1 0 0 0,0 0 1 0 0,0 1-1 0 0,1-1 0 0 0,-1 0 0 0 0,1 1 1 0 0,-1-1-1 0 0,1-3 0 0 0,-2-16-66 0 0,1-1 0 0 0,1 1 0 0 0,1 0 0 0 0,1 0 0 0 0,9-38 0 0 0,-7 44-1 0 0,0 0 1 0 0,1 0 0 0 0,1 0 0 0 0,0 1 0 0 0,1 0-1 0 0,1 0 1 0 0,0 1 0 0 0,16-21 0 0 0,-21 31-61 0 0,0 0 0 0 0,0 0 0 0 0,0 0 1 0 0,0 0-1 0 0,0 0 0 0 0,1 1 1 0 0,-1 0-1 0 0,1-1 0 0 0,0 1 0 0 0,-1 1 1 0 0,1-1-1 0 0,0 0 0 0 0,0 1 1 0 0,0 0-1 0 0,0 0 0 0 0,1 0 1 0 0,-1 0-1 0 0,0 1 0 0 0,0 0 0 0 0,8 0 1 0 0,-6 0-614 0 0,0 1-1 0 0,-1 1 1 0 0,1-1 0 0 0,0 1 0 0 0,10 4 0 0 0,27 21-7765 0 0,-33-20 6151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4:54.5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1 268 916 0 0,'8'-2'9921'0'0,"3"-1"-4174"0"0,6-4-2784 0 0,12-6-3333 0 0,20-7 381 0 0,4 0 396 0 0,97-52 0 0 0,-142 67-375 0 0,43-26 152 0 0,-49 29-163 0 0,0 1 1 0 0,0-1-1 0 0,1 0 1 0 0,-1 1-1 0 0,-1-1 1 0 0,1 0-1 0 0,0 0 0 0 0,0-1 1 0 0,-1 1-1 0 0,1 0 1 0 0,-1 0-1 0 0,0-1 1 0 0,0 1-1 0 0,0-1 1 0 0,0 1-1 0 0,0-1 0 0 0,1-5 1 0 0,-3 6-16 0 0,1 0 0 0 0,-1 0 0 0 0,0 0-1 0 0,1 0 1 0 0,-1 0 0 0 0,0 0 0 0 0,0 0 0 0 0,-1 1 0 0 0,1-1 0 0 0,0 0 0 0 0,-1 0-1 0 0,1 1 1 0 0,-1-1 0 0 0,1 1 0 0 0,-1-1 0 0 0,1 1 0 0 0,-1 0 0 0 0,0 0 0 0 0,0 0-1 0 0,0 0 1 0 0,0 0 0 0 0,0 0 0 0 0,0 0 0 0 0,0 1 0 0 0,0-1 0 0 0,-4 0 0 0 0,-6-2-41 0 0,0 0 0 0 0,-1 1 0 0 0,-13-1 0 0 0,13 3 1 0 0,1 0 1 0 0,-1 0 0 0 0,0 2 0 0 0,1-1-1 0 0,-1 2 1 0 0,1 0 0 0 0,-1 0-1 0 0,1 1 1 0 0,0 0 0 0 0,0 1 0 0 0,-21 13-1 0 0,26-14 60 0 0,0 1-1 0 0,0-1 1 0 0,1 1-1 0 0,0 1 0 0 0,0-1 1 0 0,0 1-1 0 0,0 0 0 0 0,1 1 1 0 0,0-1-1 0 0,0 1 0 0 0,1 0 1 0 0,0 0-1 0 0,0 1 0 0 0,1-1 1 0 0,0 1-1 0 0,0-1 0 0 0,1 1 1 0 0,0 0-1 0 0,-2 14 1 0 0,4-16 1 0 0,0-1 1 0 0,1 1 0 0 0,0 0 0 0 0,0 0-1 0 0,0-1 1 0 0,1 1 0 0 0,-1 0-1 0 0,1-1 1 0 0,1 0 0 0 0,-1 1 0 0 0,1-1-1 0 0,0 0 1 0 0,0 0 0 0 0,1-1 0 0 0,-1 1-1 0 0,1-1 1 0 0,5 6 0 0 0,-2-3-11 0 0,1-1-1 0 0,-1 1 1 0 0,1-1 0 0 0,0-1-1 0 0,0 1 1 0 0,1-1 0 0 0,0-1-1 0 0,-1 0 1 0 0,16 5 0 0 0,1-3-245 0 0,0-2 0 0 0,0 0 0 0 0,0-2 0 0 0,1-1 0 0 0,-1-1 0 0 0,50-6 1 0 0,150-40-7617 0 0,-113 19-44 0 0,-82 18 5190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7:25.0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1343 816 0 0,'-1'0'370'0'0,"0"-1"0"0"0,1 1 0 0 0,-1-1-1 0 0,0 0 1 0 0,1 1 0 0 0,-1-1 0 0 0,1 0 0 0 0,0 0 0 0 0,-1 1-1 0 0,1-1 1 0 0,-1 0 0 0 0,1 0 0 0 0,0 0 0 0 0,0 1 0 0 0,-1-1-1 0 0,1 0 1 0 0,0 0 0 0 0,0 0 0 0 0,0 0 0 0 0,0 1 0 0 0,0-1-1 0 0,0 0 1 0 0,0-1 0 0 0,1 0-103 0 0,-1 0 1 0 0,1 0-1 0 0,0 1 0 0 0,0-1 0 0 0,0 0 1 0 0,0 1-1 0 0,0-1 0 0 0,0 1 1 0 0,0-1-1 0 0,2-1 0 0 0,6-5-338 0 0,0 1 0 0 0,0 0 0 0 0,11-6 1 0 0,-9 6 861 0 0,78-50-348 0 0,159-73 0 0 0,109-21-220 0 0,-184 81-205 0 0,54-17-46 0 0,351-85 1 0 0,250-4 1192 0 0,-723 155-997 0 0,1142-179 922 0 0,-984 175-654 0 0,320-38 37 0 0,-25 8-750 0 0,193 12 435 0 0,-375 32 147 0 0,-177 13 355 0 0,-176-1-338 0 0,42 8-1 0 0,-49-5 297 0 0,1-2 1 0 0,0 0-1 0 0,0-1 1 0 0,30-1-1 0 0,-54 2 506 0 0,13 0-973 0 0,13 1-357 0 0,35-1 182 0 0,94 17 1 0 0,-95-10 17 0 0,133 18-101 0 0,-133-19 115 0 0,72 12 49 0 0,-73-16 812 0 0,-45-4-866 0 0,1 0-1 0 0,0 0 0 0 0,-1 1 0 0 0,1 0 0 0 0,-1 0 1 0 0,0 1-1 0 0,13 4 0 0 0,-13-4 11 0 0,-1 0 0 0 0,1-1 0 0 0,0 0 0 0 0,-1 0 0 0 0,1-1 0 0 0,7 1 0 0 0,15 0 85 0 0,57 6 256 0 0,28 5 239 0 0,-109-11-566 0 0,-1 0 1 0 0,0 0 0 0 0,0 0-1 0 0,0 1 1 0 0,0 0-1 0 0,0 0 1 0 0,0 0 0 0 0,5 4-1 0 0,-9-6-12 0 0,0 0-1 0 0,1 1 0 0 0,-1-1 1 0 0,0 0-1 0 0,1 1 1 0 0,-1-1-1 0 0,0 0 0 0 0,1 0 1 0 0,-1 0-1 0 0,1 1 0 0 0,-1-1 1 0 0,0 0-1 0 0,1 0 0 0 0,-1 0 1 0 0,1 0-1 0 0,-1 0 0 0 0,1 1 1 0 0,-1-1-1 0 0,0 0 1 0 0,1 0-1 0 0,-1 0 0 0 0,1 0 1 0 0,-1-1-1 0 0,1 1 0 0 0,0 0 1 0 0,-1 0 12 0 0,0 0 0 0 0,0-1 0 0 0,0 1 0 0 0,0 0 0 0 0,0-1 0 0 0,0 1 0 0 0,-1 0 0 0 0,1-1 0 0 0,0 1 0 0 0,0 0 0 0 0,0-1 0 0 0,0 1 0 0 0,0 0 0 0 0,0 0 0 0 0,-1-1 0 0 0,1 1 0 0 0,0 0 0 0 0,0-1 0 0 0,0 1 0 0 0,-1 0 0 0 0,1 0 0 0 0,0 0 0 0 0,0-1 0 0 0,-1 1 0 0 0,1 0 0 0 0,0 0 0 0 0,-1 0 0 0 0,1 0 0 0 0,0-1 0 0 0,0 1 0 0 0,-1 0 0 0 0,1 0 0 0 0,0 0 0 0 0,-1 0 0 0 0,1 0 0 0 0,0 0 0 0 0,-1 0 0 0 0,-131-76-105 0 0,126 73 161 0 0,-1-1 0 0 0,1 0 1 0 0,0 0-1 0 0,0 0 0 0 0,0-1 1 0 0,1 0-1 0 0,0 0 1 0 0,-7-8-1 0 0,13 13-75 0 0,1 0 0 0 0,-1 1 0 0 0,0-1 0 0 0,0 0 0 0 0,1 0 0 0 0,-1 1 0 0 0,0-1 0 0 0,0 1 0 0 0,0-1 0 0 0,0 1 0 0 0,1-1 0 0 0,-1 1 0 0 0,0 0 0 0 0,0 0 0 0 0,0-1 0 0 0,1 3 1 0 0,0 0-3 0 0,1 1 1 0 0,0-1 0 0 0,0 1 0 0 0,0-1 0 0 0,0 0 0 0 0,6 4 0 0 0,-6-4 1 0 0,1 0 0 0 0,-1-1 0 0 0,0 1 0 0 0,0 0 0 0 0,0 0 0 0 0,-1 1 0 0 0,1-1 0 0 0,3 8 0 0 0,-1-2 16 0 0,1 1 0 0 0,0-1 0 0 0,0 0 0 0 0,1-1 0 0 0,0 0 0 0 0,13 12 0 0 0,10 12 63 0 0,-22-24-66 0 0,-6-7-15 0 0,0 1-1 0 0,-1 0 0 0 0,1 0 1 0 0,0 0-1 0 0,-1 0 0 0 0,1 0 1 0 0,-1 0-1 0 0,0 0 0 0 0,0 1 1 0 0,0-1-1 0 0,2 5 0 0 0,-3-7 47 0 0,-21 25 463 0 0,16-22-467 0 0,0 0 1 0 0,1 1-1 0 0,-1-1 1 0 0,1 1-1 0 0,-6 5 1 0 0,-21 17 161 0 0,-54 31 157 0 0,65-41-754 0 0,-1-2 0 0 0,0 0 0 0 0,0-2 1 0 0,-26 11-1 0 0,15-14-3339 0 0,-17-5-8579 0 0,19-2 4918 0 0,17 0 4273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7:29.6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3 732 0 0,'2'-3'17915'0'0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7:31.1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 1 96 0 0,'0'0'3457'0'0,"-8"16"-169"0"0,-1 3-4443 0 0,0-3-1981 0 0,7-12 1894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7:48.1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2358 784 0 0,'0'0'10087'0'0,"18"-32"-8281"0"0,-5 5-1148 0 0,-2 1 0 0 0,14-44 1 0 0,3-9-179 0 0,-8 23-427 0 0,12-24 65 0 0,-16 48 7 0 0,-2 0 177 0 0,0-1 1 0 0,10-40-1 0 0,-15 28-109 0 0,-5 29-132 0 0,0 0-1 0 0,2 1 1 0 0,12-28-1 0 0,7-18 280 0 0,-9 2 117 0 0,-11 37-311 0 0,1 1 0 0 0,16-38 0 0 0,-14 39 38 0 0,-1-1 0 0 0,9-41 0 0 0,-11 40 39 0 0,1 0 0 0 0,11-27-1 0 0,-12 34-185 0 0,-1 1 0 0 0,0 0-1 0 0,-1-1 1 0 0,-1 0 0 0 0,-1 0-1 0 0,0-26 1 0 0,0 17 25 0 0,5-35 0 0 0,-1 26 43 0 0,-1-1 0 0 0,-1-43 0 0 0,-2 64-114 0 0,0 1 0 0 0,1 0 1 0 0,1 0-1 0 0,0 0 0 0 0,6-16 0 0 0,27-60 119 0 0,-32 79-60 0 0,12-28 20 0 0,-3-1-1 0 0,12-52 0 0 0,-15 57-144 0 0,1 1 1 0 0,21-45 0 0 0,-25 62 36 0 0,10-21-13 0 0,-10 23 51 0 0,-1-1-1 0 0,0 0 1 0 0,7-28-1 0 0,5-42 256 0 0,-11 58-212 0 0,-3 7-38 0 0,1 1 1 0 0,1 0-1 0 0,14-28 1 0 0,-17 36 170 0 0,-1 0 1 0 0,0 1-1 0 0,0-1 1 0 0,1-15-1 0 0,-3 19-213 0 0,0 11 92 0 0,-7 36 3171 0 0,4-8-1789 0 0,-34 178 5 0 0,34-193-1301 0 0,-1-1 1 0 0,-10 25-1 0 0,-6 25-5 0 0,9-15-3 0 0,-3 0 0 0 0,-33 78 0 0 0,21-45-49 0 0,9-28-63 0 0,14-46-14 0 0,1 1 0 0 0,0-1 1 0 0,-1 19-1 0 0,3-22 7 0 0,-1 1 0 0 0,0-1 0 0 0,0 1 0 0 0,-1-1 1 0 0,0 0-1 0 0,0 0 0 0 0,-1 0 0 0 0,-4 9 0 0 0,-1 0 5 0 0,1 1 1 0 0,1 0-1 0 0,0 0 0 0 0,-3 23 0 0 0,-9 26-15 0 0,-67 204-22 0 0,70-222-77 0 0,-9 58 0 0 0,0-37 59 0 0,-11 60-76 0 0,3 9-49 0 0,13-60 159 0 0,-10 83 0 0 0,21-57 122 0 0,5-79-75 0 0,0 0 1 0 0,1 42-1 0 0,2-67-49 0 0,7-36-307 0 0,16-88-99 0 0,78-351 487 0 0,-12 82-29 0 0,-35 32-502 0 0,-16 104 212 0 0,8 64-176 0 0,-20 99 224 0 0,-8 19 29 0 0,-8 26-142 0 0,20-54-1 0 0,13-2 162 0 0,-35 90 40 0 0,-6 11 73 0 0,0 0-1 0 0,-1 1 1 0 0,1-1-1 0 0,-1 0 0 0 0,0 1 1 0 0,0-1-1 0 0,2-6 1 0 0,0 75-359 0 0,-7-21 500 0 0,-2 1 0 0 0,-1-1 1 0 0,-3 0-1 0 0,-21 62 1 0 0,6-21 38 0 0,-277 856 363 0 0,109-373-931 0 0,176-514 452 0 0,-11 47 55 0 0,27-93-782 0 0,1-11-290 0 0,5-25-1705 0 0,7-45-4450 0 0,6-42-3946 0 0,-13 79 8315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7:49.8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439 75 456 0 0,'3'-8'1515'0'0,"0"-4"-93"0"0,0 1-1 0 0,0-1 1 0 0,1-19 1232 0 0,-9 59-599 0 0,4-7-1519 0 0,-1-1 0 0 0,-1 1 1 0 0,0-1-1 0 0,-12 37 0 0 0,-36 78-64 0 0,17-52-293 0 0,-126 319 305 0 0,42-51-180 0 0,110-327-222 0 0,9-22-17 0 0,6-14-72 0 0,4-12-60 0 0,0 0 1 0 0,7-29 0 0 0,3-6-59 0 0,84-239-448 0 0,-44 118 373 0 0,-32 104 283 0 0,70-130 1 0 0,-86 189 323 0 0,-11 19 259 0 0,-5 11-324 0 0,-50 143 586 0 0,-213 453-6 0 0,251-571-896 0 0,-80 194 78 0 0,182-499-378 0 0,52-147-596 0 0,0 98 378 0 0,-132 300 514 0 0,0 1 0 0 0,-1-2 0 0 0,5-24-1 0 0,-11 41-20 0 0,0 0-1 0 0,0 0 0 0 0,0 0 1 0 0,0 0-1 0 0,0 0 0 0 0,0 0 1 0 0,0 0-1 0 0,0 0 0 0 0,0 0 1 0 0,0 0-1 0 0,0 0 0 0 0,0 0 1 0 0,0 1-1 0 0,0-1 0 0 0,0 0 1 0 0,0 0-1 0 0,-1 0 0 0 0,1 0 1 0 0,0 0-1 0 0,0-1 0 0 0,0 1 1 0 0,0 0-1 0 0,0 0 0 0 0,0 0 1 0 0,0 0-1 0 0,0 0 0 0 0,0 0 1 0 0,0 0-1 0 0,0 0 0 0 0,0 0 0 0 0,0 0 1 0 0,0 0-1 0 0,0 0 0 0 0,0 0 1 0 0,0 0-1 0 0,-1 0 0 0 0,1 0 1 0 0,0 0-1 0 0,0 0 0 0 0,0 0 1 0 0,0 0-1 0 0,0 0 0 0 0,0 0 1 0 0,0 0-1 0 0,0 0 0 0 0,0-1 1 0 0,0 1-1 0 0,0 0 0 0 0,0 0 1 0 0,0 0-1 0 0,0 0 0 0 0,0 0 1 0 0,0 0-1 0 0,0 0 0 0 0,0 0 1 0 0,0 0-1 0 0,0 0 0 0 0,0 0 1 0 0,0 0-1 0 0,0 0 0 0 0,0 0 1 0 0,0-1-1 0 0,-7 8-11 0 0,-7 12-36 0 0,-40 115 118 0 0,-65 248 0 0 0,68-200 179 0 0,43-156-281 0 0,-2 7-344 0 0,0 0 0 0 0,2 0 0 0 0,2 1 1 0 0,-3 48-1 0 0,8-81 271 0 0,1 0 0 0 0,0 0 0 0 0,0 1 0 0 0,0-1 0 0 0,1 0 1 0 0,-1 0-1 0 0,0 0 0 0 0,0 1 0 0 0,1-1 0 0 0,-1 0 0 0 0,0 0 1 0 0,1 0-1 0 0,-1 0 0 0 0,2 2 0 0 0,-2-3-14 0 0,1 0-1 0 0,-1 1 1 0 0,0-1 0 0 0,1 0-1 0 0,-1 0 1 0 0,1 0-1 0 0,-1 0 1 0 0,0 1-1 0 0,1-1 1 0 0,-1 0 0 0 0,0 0-1 0 0,1 0 1 0 0,-1 0-1 0 0,1 0 1 0 0,-1 0 0 0 0,0 0-1 0 0,1 0 1 0 0,-1 0-1 0 0,0 0 1 0 0,1 0 0 0 0,-1-1-1 0 0,1 1 1 0 0,-1 0-1 0 0,0 0 1 0 0,1 0 0 0 0,-1 0-1 0 0,0-1 1 0 0,1 1-1 0 0,24-25-6185 0 0,-16 13 4173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7:50.8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230 111 64 0 0,'0'0'201'0'0,"-1"-1"-1"0"0,1 0 1 0 0,0 1 0 0 0,-1-1 0 0 0,1 0-1 0 0,0 1 1 0 0,-1-1 0 0 0,1 0-1 0 0,0 0 1 0 0,0 1 0 0 0,0-1-1 0 0,0 0 1 0 0,0 1 0 0 0,0-1 0 0 0,0 0-1 0 0,0 0 1 0 0,0 1 0 0 0,0-1-1 0 0,0 0 1 0 0,0 0 0 0 0,0 1-1 0 0,0-1 1 0 0,1 0 0 0 0,-1 1 0 0 0,1-2-1 0 0,6-21 521 0 0,0 13-307 0 0,-5 8-78 0 0,0-1-1 0 0,0 1 0 0 0,0-1 0 0 0,0 0 0 0 0,0 1 0 0 0,-1-1 0 0 0,1 0 1 0 0,-1 0-1 0 0,1-4 4028 0 0,-17 35-3525 0 0,-120 364 275 0 0,108-324-1090 0 0,-25 78-22 0 0,72-196-243 0 0,29-123 19 0 0,-15 41 89 0 0,-9 51 70 0 0,48-145-200 0 0,-152 416 845 0 0,-28 73 289 0 0,91-219-870 0 0,10-32-27 0 0,1 1 1 0 0,0 0-1 0 0,1 0 0 0 0,1 0 1 0 0,0 0-1 0 0,-1 25 0 0 0,22-56-145 0 0,-6-1 135 0 0,-1-1 1 0 0,-1-1 0 0 0,0 1 0 0 0,-2-1-1 0 0,10-38 1 0 0,-13 42 21 0 0,75-300-420 0 0,-105 409-160 0 0,17-52 29 0 0,-2 29-2025 0 0,12-22-5170 0 0,-2-38 5605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7:52.0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169 96 540 0 0,'0'0'3068'0'0,"-6"7"488"0"0,-8 9-2789 0 0,-19 36 991 0 0,20-33-1272 0 0,2 0-1 0 0,-13 26 1 0 0,13-19-246 0 0,3-10-166 0 0,0 1 1 0 0,1 0-1 0 0,1 1 0 0 0,1-1 1 0 0,1 1-1 0 0,0 0 0 0 0,-2 27 0 0 0,6-45-74 0 0,0 0 0 0 0,0 0 0 0 0,0 1 0 0 0,0-1-1 0 0,0 0 1 0 0,0 0 0 0 0,0 0 0 0 0,0 0-1 0 0,0 1 1 0 0,0-1 0 0 0,0 0 0 0 0,0 0 0 0 0,0 0-1 0 0,1 0 1 0 0,-1 0 0 0 0,0 1 0 0 0,0-1 0 0 0,0 0-1 0 0,0 0 1 0 0,0 0 0 0 0,0 0 0 0 0,0 0-1 0 0,0 0 1 0 0,0 1 0 0 0,1-1 0 0 0,-1 0 0 0 0,0 0-1 0 0,0 0 1 0 0,0 0 0 0 0,0 0 0 0 0,0 0 0 0 0,0 0-1 0 0,1 0 1 0 0,-1 0 0 0 0,0 0 0 0 0,0 0-1 0 0,0 0 1 0 0,0 0 0 0 0,1 0 0 0 0,-1 0 0 0 0,0 0-1 0 0,0 0 1 0 0,0 0 0 0 0,0 0 0 0 0,0 0 0 0 0,1 0-1 0 0,-1 0 1 0 0,0 0 0 0 0,0 0 0 0 0,0 0-1 0 0,12-7-18 0 0,8-11-21 0 0,-10 3 20 0 0,0 0 0 0 0,-1 0 0 0 0,0-1 0 0 0,-2 0 0 0 0,0-1 0 0 0,6-18 0 0 0,22-107 36 0 0,-27 62 89 0 0,-7 46-73 0 0,-2 26-35 0 0,0 9-19 0 0,-12 46 433 0 0,-27 67-1 0 0,11-39-176 0 0,2-7-59 0 0,16-42-107 0 0,1-1 0 0 0,-12 51 1 0 0,21-61-55 0 0,5-17 17 0 0,11-22-15 0 0,-14 24-17 0 0,28-61-87 0 0,36-101 0 0 0,-33 75 57 0 0,-12 22 29 0 0,7-12-58 0 0,-50 130-40 0 0,-74 218 904 0 0,86-239-724 0 0,6-17-52 0 0,-1-1-1 0 0,2 0 1 0 0,0 1-1 0 0,1 0 1 0 0,-2 24-1 0 0,5-38-69 0 0,4-4-149 0 0,0 0 56 0 0,-1-1-1 0 0,1 1 1 0 0,-1-1 0 0 0,1 1 0 0 0,-1-1 0 0 0,-1 0 0 0 0,1 0 0 0 0,4-8 0 0 0,-6 9-20 0 0,8-13-808 0 0,-1 1-1 0 0,10-27 1 0 0,-5-8-6340 0 0,-11 41 5271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8:37.1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694 779 848 0 0,'42'-125'5247'0'0,"-28"94"-4678"0"0,1 1 0 0 0,1 0-1 0 0,37-49 1 0 0,-16 30 14 0 0,3 1 0 0 0,2 3 0 0 0,63-54 0 0 0,-73 74-346 0 0,1 0 0 0 0,0 3 0 0 0,2 1 0 0 0,1 1 0 0 0,0 2 0 0 0,43-15 0 0 0,-17 14-4 0 0,2 2 0 0 0,0 3 0 0 0,0 3 0 0 0,1 2 0 0 0,0 4-1 0 0,1 2 1 0 0,-1 3 0 0 0,1 3 0 0 0,-1 3 0 0 0,87 19 0 0 0,-68-6-90 0 0,-1 4 0 0 0,-2 3-1 0 0,0 4 1 0 0,-2 3 0 0 0,-1 4 0 0 0,-3 3 0 0 0,102 71-1 0 0,-123-71-95 0 0,-2 2 0 0 0,-2 2-1 0 0,-3 2 1 0 0,-1 3 0 0 0,-2 1-1 0 0,-2 2 1 0 0,-3 2 0 0 0,-2 2 0 0 0,-3 1-1 0 0,-2 2 1 0 0,-3 0 0 0 0,-2 3-1 0 0,-4 0 1 0 0,-1 1 0 0 0,-4 1-1 0 0,-2 1 1 0 0,-4 1 0 0 0,-2 0-1 0 0,-3 0 1 0 0,-2 102 0 0 0,-9-93-23 0 0,-3-1-1 0 0,-4 0 1 0 0,-2-1 0 0 0,-24 73 0 0 0,7-56 75 0 0,-3-2 0 0 0,-77 144-1 0 0,30-95 266 0 0,-7-5 0 0 0,-5-3 0 0 0,-181 194 0 0 0,198-244 2 0 0,-3-2 0 0 0,-139 103 1 0 0,163-142-185 0 0,-2-2 1 0 0,-1-3 0 0 0,-1-2 0 0 0,-2-3 0 0 0,-100 32 0 0 0,88-40-98 0 0,-2-3 0 0 0,0-3 1 0 0,-1-3-1 0 0,-1-3 1 0 0,-116-4-1 0 0,128-7-68 0 0,1-3 0 0 0,0-3-1 0 0,1-2 1 0 0,0-3 0 0 0,0-3 0 0 0,2-2 0 0 0,-58-28-1 0 0,71 24 52 0 0,1-1 0 0 0,1-3-1 0 0,2-2 1 0 0,1-2 0 0 0,1-1 0 0 0,-59-62-1 0 0,57 46 35 0 0,2-1 0 0 0,2-2 1 0 0,3-1-1 0 0,-59-114 0 0 0,59 87-49 0 0,4-2 1 0 0,3-1 0 0 0,3-1-1 0 0,5-1 1 0 0,3-1-1 0 0,4-1 1 0 0,3 0 0 0 0,1-119-1 0 0,13 63-150 0 0,5 1-1 0 0,40-213 0 0 0,-28 264-16 0 0,3 1-1 0 0,4 1 0 0 0,4 1 1 0 0,80-159-1 0 0,-79 192 80 0 0,2 1 0 0 0,3 1 1 0 0,2 2-1 0 0,70-71 0 0 0,-49 65 29 0 0,2 2 1 0 0,3 3-1 0 0,77-46 1 0 0,-39 37-277 0 0,3 4 1 0 0,1 5 0 0 0,3 5 0 0 0,2 5 0 0 0,119-27 0 0 0,-151 49-570 0 0,0 4 1 0 0,2 3 0 0 0,0 4 0 0 0,102 2 0 0 0,-125 8-967 0 0,0 3 0 0 0,-1 2 0 0 0,1 2 0 0 0,-2 4 0 0 0,1 1 0 0 0,89 37 0 0 0,-78-19-754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8:55.2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64 172 0 0,'3'-4'701'0'0,"0"1"0"0"0,0 0 0 0 0,1 0 0 0 0,-1 0-1 0 0,1 0 1 0 0,-1 1 0 0 0,1-1 0 0 0,6-2 0 0 0,-6-1 4768 0 0,-3-9-4693 0 0,-1 9 98 0 0,0 6-632 0 0,0-4 527 0 0,0 4-725 0 0,0 0-1 0 0,0 0 0 0 0,0 0 0 0 0,1 1 1 0 0,-1-1-1 0 0,0 0 0 0 0,0 0 0 0 0,0 0 1 0 0,0 0-1 0 0,0 0 0 0 0,0 0 0 0 0,1 0 1 0 0,-1 0-1 0 0,0 0 0 0 0,0 0 0 0 0,0 0 1 0 0,0 0-1 0 0,0 0 0 0 0,1 0 0 0 0,-1 0 1 0 0,0 0-1 0 0,0 0 0 0 0,0 0 0 0 0,0-1 1 0 0,0 1-1 0 0,0 0 0 0 0,1 0 0 0 0,-1 0 1 0 0,0 0-1 0 0,0 0 0 0 0,0 0 0 0 0,0 0 1 0 0,0 0-1 0 0,0 0 0 0 0,0 0 0 0 0,0-1 0 0 0,0 1 1 0 0,1 0-1 0 0,-1 0 0 0 0,0 0 0 0 0,0 0 1 0 0,0 0-1 0 0,0 0 0 0 0,0-1 0 0 0,0 1 1 0 0,0 0-1 0 0,0 0 0 0 0,0 0 0 0 0,0 0 1 0 0,0 0-1 0 0,0-1 0 0 0,0 1 0 0 0,0 0 1 0 0,0 0-1 0 0,62 39 1180 0 0,-39-18-980 0 0,-1 1 0 0 0,-1 1 0 0 0,-1 1-1 0 0,-1 1 1 0 0,-1 0 0 0 0,17 33 0 0 0,-5 3 37 0 0,-3 2 0 0 0,-2 1 1 0 0,17 70-1 0 0,36 206 685 0 0,-64-270-792 0 0,12 67 290 0 0,14 230 1 0 0,-37-275-527 0 0,-4 0-1 0 0,-5-1 1 0 0,-25 141 0 0 0,20-182-837 0 0,-3-1 0 0 0,-1 0 0 0 0,-33 69-1 0 0,46-113 525 0 0,-1 1 0 0 0,-1-1 0 0 0,1 0 0 0 0,-1 0-1 0 0,1 0 1 0 0,-9 8 0 0 0,-10 1-3480 0 0,20-13 3027 0 0,-1-1-1 0 0,1 1 1 0 0,0-1-1 0 0,-1 1 1 0 0,1-1-1 0 0,0 0 0 0 0,-1 0 1 0 0,1 0-1 0 0,-4-1 1 0 0,-2 1-1527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8:55.7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 19 2080 0 0,'-3'-10'4973'0'0,"0"2"2186"0"0,1 17-4955 0 0,-10 265 402 0 0,12-264-2568 0 0,-1 6-18 0 0,-1-4-29 0 0,1-1 1 0 0,0 1 0 0 0,1 0-1 0 0,1 0 1 0 0,0 0-1 0 0,0-1 1 0 0,6 22-1 0 0,-6-31 8 0 0,0 0-1 0 0,1 0 0 0 0,-1 0 0 0 0,1-1 1 0 0,-1 1-1 0 0,1 0 0 0 0,-1-1 0 0 0,1 1 0 0 0,0-1 1 0 0,0 0-1 0 0,0 0 0 0 0,0 1 0 0 0,0-1 0 0 0,0 0 1 0 0,0-1-1 0 0,0 1 0 0 0,0 0 0 0 0,0-1 1 0 0,1 1-1 0 0,-1-1 0 0 0,0 1 0 0 0,0-1 0 0 0,1 0 1 0 0,-1 0-1 0 0,0 0 0 0 0,0-1 0 0 0,4 0 1 0 0,9-1 19 0 0,-1-1 1 0 0,0 0 0 0 0,18-8-1 0 0,-7 3 3 0 0,25-7-96 0 0,39-10-666 0 0,-30 19-2741 0 0,-58 6 3239 0 0,0-1-1 0 0,-1 1 1 0 0,1 0-1 0 0,0 0 1 0 0,-1 0-1 0 0,1 0 1 0 0,0 0-1 0 0,0 0 1 0 0,-1 0-1 0 0,1 0 1 0 0,0 1-1 0 0,-1-1 1 0 0,1 0-1 0 0,0 0 1 0 0,-1 0-1 0 0,1 1 1 0 0,0-1-1 0 0,-1 0 1 0 0,1 1-1 0 0,-1-1 1 0 0,1 1-1 0 0,-1-1 1 0 0,1 1-1 0 0,-1-1 1 0 0,1 1-1 0 0,-1-1 1 0 0,1 1 0 0 0,-1-1-1 0 0,1 1 1 0 0,-1-1-1 0 0,0 1 1 0 0,1 0-1 0 0,-1-1 1 0 0,0 1-1 0 0,0 0 1 0 0,0-1-1 0 0,1 1 1 0 0,-1 0-1 0 0,0-1 1 0 0,0 1-1 0 0,0 1 1 0 0,-2 5-2255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8:56.2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158 38 1128 0 0,'7'-22'4536'0'0,"-3"7"1509"0"0,-21 26-3910 0 0,4 2-1827 0 0,1 0 0 0 0,0 0 0 0 0,1 2 0 0 0,0-1 0 0 0,1 1 0 0 0,-8 18 0 0 0,13-23-233 0 0,0 1 0 0 0,0 0 1 0 0,1 0-1 0 0,0 0 0 0 0,1 0 1 0 0,1 0-1 0 0,0 1 0 0 0,0-1 1 0 0,1 1-1 0 0,0 17 0 0 0,5-10 24 0 0,0-1 1 0 0,1 1-1 0 0,0-1 0 0 0,2 0 1 0 0,0-1-1 0 0,1 1 0 0 0,13 21 0 0 0,-6-12 419 0 0,17 47-1 0 0,-26-58-330 0 0,-2 0 0 0 0,0-1 0 0 0,3 31 0 0 0,-6-38-215 0 0,-1 0 1 0 0,0 0-1 0 0,-1 0 0 0 0,1 0 1 0 0,-2 0-1 0 0,1 0 1 0 0,-1 0-1 0 0,0 0 1 0 0,-6 13-1 0 0,1-6-807 0 0,0-1 1 0 0,-1 1-1 0 0,-12 15 1 0 0,16-25-38 0 0,-1 0 0 0 0,1 1 0 0 0,-1-2 1 0 0,-1 1-1 0 0,1-1 0 0 0,-1 1 0 0 0,0-1 1 0 0,0-1-1 0 0,0 1 0 0 0,-8 2 0 0 0,-4 1-1584 0 0,0 0-5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8:56.9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1 472 1072 0 0,'157'-86'7914'0'0,"-33"16"-4082"0"0,-122 69-3747 0 0,7-4 170 0 0,1 0 0 0 0,-1 0 0 0 0,0 1 1 0 0,1 1-1 0 0,0-1 0 0 0,0 2 0 0 0,0-1 0 0 0,0 1 0 0 0,1 1 0 0 0,13-1 0 0 0,-11 2-98 0 0,0 1-1 0 0,0 0 1 0 0,-1 0-1 0 0,1 1 0 0 0,0 1 1 0 0,-1 0-1 0 0,1 1 1 0 0,14 7-1 0 0,-24-10-93 0 0,0 1 0 0 0,0-1 0 0 0,0 1 0 0 0,0 0 0 0 0,0 0 0 0 0,-1 0 0 0 0,1 1 0 0 0,-1-1 0 0 0,1 1 0 0 0,-1-1 1 0 0,0 1-1 0 0,0 0 0 0 0,0 0 0 0 0,0 0 0 0 0,0 0 0 0 0,-1 0 0 0 0,1 0 0 0 0,-1 1 0 0 0,0-1 0 0 0,0 0 0 0 0,0 1 0 0 0,-1-1 0 0 0,1 1 0 0 0,-1-1 0 0 0,0 1 0 0 0,0-1 0 0 0,0 1 0 0 0,0-1 0 0 0,-1 1 0 0 0,1-1 1 0 0,-1 0-1 0 0,0 1 0 0 0,0-1 0 0 0,-2 6 0 0 0,-1 1-32 0 0,0 0 0 0 0,-1 0 0 0 0,0-1 0 0 0,-1 0 0 0 0,0 0 0 0 0,0 0 0 0 0,-1 0 0 0 0,0-1 0 0 0,0 0 0 0 0,-1-1 0 0 0,0 0 0 0 0,0 0 0 0 0,-1 0 0 0 0,0-1 0 0 0,0-1 0 0 0,-1 1 0 0 0,1-1 0 0 0,-14 4-1 0 0,22-9-42 0 0,-1 1 0 0 0,0-1 0 0 0,1 1-1 0 0,-1-1 1 0 0,0 0 0 0 0,0 1-1 0 0,1-1 1 0 0,-1 0 0 0 0,0 0 0 0 0,0-1-1 0 0,1 1 1 0 0,-1 0 0 0 0,0-1-1 0 0,0 1 1 0 0,1-1 0 0 0,-1 1 0 0 0,0-1-1 0 0,1 0 1 0 0,-1 1 0 0 0,1-1-1 0 0,-1 0 1 0 0,1 0 0 0 0,-1 0-1 0 0,0-2 1 0 0,0 1-17 0 0,0-1 0 0 0,1 1 0 0 0,-1-1-1 0 0,1 0 1 0 0,0 1 0 0 0,-1-1 0 0 0,1 0-1 0 0,0 0 1 0 0,1 0 0 0 0,-1 0 0 0 0,1 0 0 0 0,-1-5-1 0 0,1-5-91 0 0,0 0-1 0 0,1 1 0 0 0,0-1 0 0 0,1 0 0 0 0,5-18 0 0 0,-2 17 13 0 0,0 1 0 0 0,1 0 0 0 0,1 0 0 0 0,0 0-1 0 0,0 1 1 0 0,1 0 0 0 0,1 0 0 0 0,0 1 0 0 0,12-11-1 0 0,-3 5-23 0 0,0 1-1 0 0,1 1 1 0 0,1 0-1 0 0,32-18 1 0 0,-38 26 97 0 0,1 0-1 0 0,-1 1 1 0 0,1 1 0 0 0,0 0-1 0 0,0 1 1 0 0,16-2 0 0 0,-24 5 55 0 0,0 0 1 0 0,0 0-1 0 0,0 1 1 0 0,0 0-1 0 0,0 0 0 0 0,0 0 1 0 0,0 1-1 0 0,0 0 1 0 0,-1 1-1 0 0,1 0 0 0 0,0 0 1 0 0,-1 0-1 0 0,1 1 1 0 0,-1 0-1 0 0,11 6 1 0 0,-15-7 18 0 0,1 0 1 0 0,-1 1 0 0 0,0-1 0 0 0,-1 0 0 0 0,1 1 0 0 0,0-1 0 0 0,-1 1 0 0 0,0 0 0 0 0,1-1 0 0 0,-1 1 0 0 0,0 0-1 0 0,0 0 1 0 0,0 0 0 0 0,-1 0 0 0 0,1 0 0 0 0,-1 0 0 0 0,0 0 0 0 0,0 0 0 0 0,0 0 0 0 0,0 0 0 0 0,0 0-1 0 0,0 0 1 0 0,-1 0 0 0 0,0 0 0 0 0,1-1 0 0 0,-4 7 0 0 0,0 5 68 0 0,-2 0 0 0 0,0-1 0 0 0,-1 0 0 0 0,-8 13 0 0 0,12-22-95 0 0,-1 1 0 0 0,1 0 0 0 0,-1-1 0 0 0,0 0 0 0 0,-1 0 0 0 0,1 0 0 0 0,0-1 0 0 0,-1 1 0 0 0,0-1 0 0 0,0 0 0 0 0,0-1 0 0 0,0 1 0 0 0,-1-1 0 0 0,1 0 0 0 0,-1 0 0 0 0,1-1 0 0 0,-1 1 0 0 0,-11 0 0 0 0,14-2-21 0 0,0 1 1 0 0,0-1 0 0 0,0 0 0 0 0,-1-1 0 0 0,1 1-1 0 0,0-1 1 0 0,0 1 0 0 0,0-1 0 0 0,0 0 0 0 0,0 0-1 0 0,0 0 1 0 0,0-1 0 0 0,0 1 0 0 0,0-1 0 0 0,0 1-1 0 0,1-1 1 0 0,-1 0 0 0 0,1 0 0 0 0,-1 0 0 0 0,1-1-1 0 0,0 1 1 0 0,0 0 0 0 0,0-1 0 0 0,0 1 0 0 0,0-1-1 0 0,1 0 1 0 0,-1 0 0 0 0,1 0 0 0 0,-1 0 0 0 0,1 0-1 0 0,0 0 1 0 0,0 0 0 0 0,1 0 0 0 0,-2-5 0 0 0,1-2-27 0 0,1 0 0 0 0,0 0 0 0 0,0 0 0 0 0,0 1 0 0 0,2-1 0 0 0,-1 0 0 0 0,1 0 0 0 0,0 1 0 0 0,1-1 0 0 0,0 1 0 0 0,9-17 0 0 0,-3 8-230 0 0,1 0-1 0 0,1 1 1 0 0,1 0-1 0 0,23-26 1 0 0,-28 36-227 0 0,0 0 1 0 0,1 0-1 0 0,0 0 1 0 0,0 1-1 0 0,0 0 1 0 0,14-6-1 0 0,32-8-8958 0 0,-44 18 7186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8:57.2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2 2052 0 0,'-8'-1'8324'0'0,"10"10"-3475"0"0,1 2-4883 0 0,3 23 1689 0 0,-1 0 0 0 0,0 58-1 0 0,-3-46-862 0 0,0 12-887 0 0,3 1 0 0 0,2-1 1 0 0,17 64-1 0 0,-3-55-6334 0 0,-20-64 6035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8:57.7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0 245 28 0 0,'6'-11'6444'0'0,"7"1"-3806"0"0,24-3-2343 0 0,-20 7 404 0 0,152-53 260 0 0,-141 51-1078 0 0,1 2 0 0 0,-1 1-1 0 0,1 2 1 0 0,34-1 0 0 0,-62 4 258 0 0,0 1 0 0 0,0-1 1 0 0,0 1-1 0 0,0-1 0 0 0,0 1 0 0 0,0 0 1 0 0,0-1-1 0 0,0 1 0 0 0,0 0 0 0 0,0 0 1 0 0,0-1-1 0 0,-1 1 0 0 0,1 0 0 0 0,0 0 0 0 0,-1 0 1 0 0,1 0-1 0 0,0 0 0 0 0,-1 0 0 0 0,1 0 1 0 0,-1 1-1 0 0,1-1 0 0 0,-1 0 0 0 0,0 0 1 0 0,1 1-1 0 0,9 40 2070 0 0,-6-25-1713 0 0,6 31 475 0 0,-2-1 0 0 0,-2 2 1 0 0,0 70-1 0 0,1 13-397 0 0,3-70-513 0 0,-10-61-50 0 0,-3-39-236 0 0,-3 4-158 0 0,1 0 0 0 0,1-41 0 0 0,3 65 302 0 0,-2-42-302 0 0,-1-142-634 0 0,6 172 909 0 0,0 0 1 0 0,1 0 0 0 0,1 0 0 0 0,1 1 0 0 0,1 0-1 0 0,13-34 1 0 0,-18 52 90 0 0,1 1-1 0 0,-1-1 1 0 0,0 1-1 0 0,0 0 0 0 0,1-1 1 0 0,0 1-1 0 0,-1 0 1 0 0,1 0-1 0 0,0 0 1 0 0,0 0-1 0 0,0 0 1 0 0,0 1-1 0 0,0-1 0 0 0,1 0 1 0 0,-1 1-1 0 0,5-2 1 0 0,-6 2 13 0 0,1 1 0 0 0,-1 0 1 0 0,1 0-1 0 0,-1 0 0 0 0,1 0 0 0 0,-1 0 0 0 0,0 1 1 0 0,1-1-1 0 0,-1 0 0 0 0,1 1 0 0 0,-1-1 1 0 0,0 1-1 0 0,1-1 0 0 0,-1 1 0 0 0,0 0 1 0 0,0 0-1 0 0,1-1 0 0 0,-1 1 0 0 0,0 0 1 0 0,0 0-1 0 0,0 0 0 0 0,0 0 0 0 0,0 0 1 0 0,0 0-1 0 0,0 1 0 0 0,-1-1 0 0 0,1 0 1 0 0,0 0-1 0 0,-1 1 0 0 0,1-1 0 0 0,0 3 1 0 0,3 5 29 0 0,-1 0 1 0 0,0 0-1 0 0,-1 1 1 0 0,0-1 0 0 0,-1 1-1 0 0,1-1 1 0 0,-2 1 0 0 0,1 0-1 0 0,-2-1 1 0 0,-1 13 0 0 0,0-3 49 0 0,-1-1 0 0 0,-1 1 0 0 0,-1-1 0 0 0,-9 24 1 0 0,12-37-51 0 0,0 0 1 0 0,-1 0 0 0 0,0-1 0 0 0,0 1 0 0 0,-1 0-1 0 0,1-1 1 0 0,-1 0 0 0 0,0 0 0 0 0,0 0-1 0 0,-8 6 1 0 0,11-9-40 0 0,0 0-1 0 0,-1 0 0 0 0,1-1 0 0 0,0 1 1 0 0,-1-1-1 0 0,1 1 0 0 0,0-1 0 0 0,-1 1 1 0 0,1-1-1 0 0,-1 0 0 0 0,1 0 1 0 0,0 1-1 0 0,-1-1 0 0 0,1 0 0 0 0,-1 0 1 0 0,1-1-1 0 0,-1 1 0 0 0,-1 0 1 0 0,1-1-48 0 0,0 0 0 0 0,1 0 0 0 0,-1 0 0 0 0,1 0 0 0 0,-1 0 0 0 0,1-1 0 0 0,0 1 0 0 0,-1 0 0 0 0,1-1 0 0 0,0 1 0 0 0,0-1 0 0 0,0 1 0 0 0,0-1 0 0 0,0 0 0 0 0,0 1 0 0 0,0-1 0 0 0,1 0 0 0 0,-2-2 1 0 0,0-3-431 0 0,-1 0 0 0 0,1 0 0 0 0,0-1 0 0 0,0 1 0 0 0,1 0-1 0 0,0-1 1 0 0,0-10 0 0 0,2 14-212 0 0,-1 0-1 0 0,1 0 0 0 0,0 0 1 0 0,0 0-1 0 0,1-1 0 0 0,-1 2 0 0 0,1-1 1 0 0,0 0-1 0 0,0 0 0 0 0,0 0 0 0 0,0 1 1 0 0,1 0-1 0 0,-1-1 0 0 0,6-5 1 0 0,0 2-1495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8:58.1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202 1 64 0 0,'-4'9'8457'0'0,"-6"10"-5210"0"0,-52 65 187 0 0,-9 13-2130 0 0,64-87-1201 0 0,1-2-33 0 0,0 0-1 0 0,1 1 1 0 0,0-1-1 0 0,0 1 0 0 0,1 0 1 0 0,1 1-1 0 0,-1-1 1 0 0,1 1-1 0 0,1-1 1 0 0,-3 16-1 0 0,5-24-69 0 0,0-1 0 0 0,0 1 1 0 0,0-1-1 0 0,0 1 0 0 0,0 0 0 0 0,0-1 0 0 0,0 1 1 0 0,0-1-1 0 0,0 1 0 0 0,0-1 0 0 0,1 1 1 0 0,-1-1-1 0 0,0 1 0 0 0,0-1 0 0 0,0 1 0 0 0,1-1 1 0 0,-1 1-1 0 0,0-1 0 0 0,1 0 0 0 0,-1 1 1 0 0,0-1-1 0 0,1 1 0 0 0,-1-1 0 0 0,0 0 0 0 0,1 1 1 0 0,-1-1-1 0 0,1 0 0 0 0,-1 1 0 0 0,1-1 1 0 0,-1 0-1 0 0,1 0 0 0 0,0 1 0 0 0,19-6-60 0 0,18-20-182 0 0,-38 24 226 0 0,9-6-113 0 0,0-1 1 0 0,0 0-1 0 0,-2-1 0 0 0,1 0 0 0 0,-1 0 0 0 0,0 0 0 0 0,-1-1 1 0 0,0 0-1 0 0,0-1 0 0 0,-1 1 0 0 0,6-19 0 0 0,-5 8-49 0 0,-1-1 0 0 0,-1 1-1 0 0,-1-1 1 0 0,-1 1 0 0 0,-1-30 0 0 0,1 35 356 0 0,1 32 212 0 0,2 12-200 0 0,1-8-340 0 0,1 0 1 0 0,0-1 0 0 0,1 0-1 0 0,1-1 1 0 0,1 0 0 0 0,0 0-1 0 0,2-1 1 0 0,16 20 0 0 0,-26-36-142 0 0,0 1 1 0 0,0 0 0 0 0,0 0 0 0 0,0-1 0 0 0,1 1 0 0 0,-1-1-1 0 0,1 0 1 0 0,-1 0 0 0 0,1 0 0 0 0,5 1 0 0 0,-6-1-269 0 0,1 0 1 0 0,-1-1 0 0 0,1 0-1 0 0,0 0 1 0 0,-1 1 0 0 0,1-2-1 0 0,0 1 1 0 0,-1 0-1 0 0,1 0 1 0 0,0-1 0 0 0,3-1-1 0 0,2-2-1617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8:58.4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 31 1608 0 0,'-5'-29'6760'0'0,"5"28"-5829"0"0,10 29 2270 0 0,-2 2-2147 0 0,-2 0 1 0 0,-1 0-1 0 0,2 33 1 0 0,6 37 661 0 0,31 104-645 0 0,-26-160-2272 0 0,-3-24-1078 0 0,-14-20 2051 0 0,-1 1 0 0 0,1-1 1 0 0,0 1-1 0 0,-1-1 0 0 0,1 0 1 0 0,0 1-1 0 0,-1-1 0 0 0,1 0 1 0 0,0 0-1 0 0,-1 1 0 0 0,1-1 1 0 0,0 0-1 0 0,0 0 0 0 0,-1 0 1 0 0,1 0-1 0 0,0 0 0 0 0,0 0 1 0 0,-1 0-1 0 0,1 0 0 0 0,0 0 1 0 0,-1 0-1 0 0,1 0 0 0 0,0-1 1 0 0,0 1-1 0 0,0-1-227 0 0,0 0 0 0 0,0 1-1 0 0,0-1 1 0 0,0 0 0 0 0,-1 0 0 0 0,1 0 0 0 0,0 0 0 0 0,-1 0 0 0 0,1 0-1 0 0,0 0 1 0 0,-1 0 0 0 0,1 0 0 0 0,-1 0 0 0 0,1-2 0 0 0,1-4-1919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8:58.8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3 288 184 0 0,'-1'-1'332'0'0,"1"0"0"0"0,0 1 0 0 0,-1-1 0 0 0,1 0 1 0 0,0 0-1 0 0,0 1 0 0 0,0-1 0 0 0,0 0 0 0 0,-1 0 0 0 0,1 0 0 0 0,0 1 0 0 0,0-1 0 0 0,0 0 1 0 0,1 0-1 0 0,-1 0 0 0 0,0 1 0 0 0,0-1 0 0 0,0 0 0 0 0,0 0 0 0 0,1 1 0 0 0,0-2 0 0 0,14-15 2174 0 0,34-12-3322 0 0,-28 19 1399 0 0,12-9-780 0 0,-1-2 0 0 0,-1 0 0 0 0,-1-2 0 0 0,40-40 0 0 0,-69 62 183 0 0,0-1 0 0 0,0 0 0 0 0,0 0 0 0 0,0 0 0 0 0,-1 0 0 0 0,1 0 0 0 0,0 0 0 0 0,-1 0 0 0 0,1 0 0 0 0,-1 0 1 0 0,0 0-1 0 0,0 0 0 0 0,0 0 0 0 0,0 0 0 0 0,0 0 0 0 0,0 0 0 0 0,-1 0 0 0 0,1 0 0 0 0,0 0 0 0 0,-1 0 0 0 0,0 0 0 0 0,1 0 0 0 0,-3-4 0 0 0,-8-9 1584 0 0,10 15-1497 0 0,1 0 1 0 0,0-1-1 0 0,0 1 0 0 0,0 0 1 0 0,0 0-1 0 0,-1 0 0 0 0,1 0 1 0 0,0 0-1 0 0,0 0 1 0 0,0 0-1 0 0,-1 0 0 0 0,1 0 1 0 0,0 0-1 0 0,0 0 1 0 0,0 0-1 0 0,-1 0 0 0 0,1 0 1 0 0,0 0-1 0 0,0 0 1 0 0,0 0-1 0 0,-1 1 0 0 0,1-1 1 0 0,0 0-1 0 0,0 0 0 0 0,0 0 1 0 0,0 0-1 0 0,-1 0 1 0 0,1 0-1 0 0,0 0 0 0 0,0 1 1 0 0,0-1-1 0 0,0 0 1 0 0,0 0-1 0 0,0 0 0 0 0,-1 0 1 0 0,1 0-1 0 0,0 1 0 0 0,0-1 1 0 0,0 0-1 0 0,0 0 1 0 0,0 0-1 0 0,0 1 0 0 0,0-1 1 0 0,0 0-1 0 0,0 0 1 0 0,0 0-1 0 0,0 1 0 0 0,0-1 1 0 0,0 0-1 0 0,0 0 0 0 0,0 0 1 0 0,0 1-1 0 0,0-1 1 0 0,0 0-1 0 0,0 0 0 0 0,0 0 1 0 0,0 0-1 0 0,0 1 1 0 0,0-1-1 0 0,1 0 0 0 0,1 36 935 0 0,2 0 0 0 0,2 0 0 0 0,10 35 0 0 0,-8-35-675 0 0,-4-18-249 0 0,1 0 1 0 0,1-1 0 0 0,10 24-1 0 0,-14-36-84 0 0,1 0-1 0 0,-1-1 0 0 0,1 1 1 0 0,0-1-1 0 0,0 0 1 0 0,0 0-1 0 0,0 0 0 0 0,1 0 1 0 0,0 0-1 0 0,0-1 0 0 0,0 1 1 0 0,0-1-1 0 0,0 0 1 0 0,0-1-1 0 0,1 1 0 0 0,7 2 1 0 0,-8-4-11 0 0,0-1-1 0 0,0 1 1 0 0,-1-1 0 0 0,1 0 0 0 0,0 0 0 0 0,0-1 0 0 0,0 1-1 0 0,0-1 1 0 0,0 0 0 0 0,0 0 0 0 0,-1 0 0 0 0,1-1 0 0 0,0 1-1 0 0,-1-1 1 0 0,1 0 0 0 0,5-4 0 0 0,3-2-28 0 0,0-1-1 0 0,-1 0 1 0 0,12-13-1 0 0,83-98-316 0 0,-105 119 339 0 0,0 0-1 0 0,0 0 0 0 0,-1 0 0 0 0,1-1 1 0 0,0 1-1 0 0,0 0 0 0 0,0 1 0 0 0,0-1 0 0 0,0 0 1 0 0,1 0-1 0 0,-1 0 0 0 0,0 1 0 0 0,0-1 1 0 0,1 0-1 0 0,-1 1 0 0 0,0-1 0 0 0,1 1 0 0 0,-1 0 1 0 0,0-1-1 0 0,1 1 0 0 0,-1 0 0 0 0,0 0 1 0 0,1 0-1 0 0,-1 0 0 0 0,1 0 0 0 0,-1 0 1 0 0,0 0-1 0 0,1 1 0 0 0,-1-1 0 0 0,0 0 0 0 0,1 1 1 0 0,-1-1-1 0 0,3 2 0 0 0,0 2-242 0 0,1 0-1 0 0,-1 0 0 0 0,0 1 1 0 0,-1-1-1 0 0,1 1 0 0 0,5 10 1 0 0,-6-11-434 0 0,-1 0 0 0 0,0 0 0 0 0,1 0 0 0 0,-1-1 1 0 0,1 1-1 0 0,0-1 0 0 0,1 1 0 0 0,-1-1 1 0 0,0 0-1 0 0,1 0 0 0 0,0-1 0 0 0,5 4 1 0 0,6-4-3576 0 0,-7-2 2071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8:59.2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50 235 452 0 0,'10'18'9133'0'0,"-4"8"-5163"0"0,-4 26-1395 0 0,-2-50-2287 0 0,-1 35 796 0 0,1 35-299 0 0,9-28-3754 0 0,0-48-6942 0 0,-8 3 9299 0 0,2-3-1795 0 0</inkml:trace>
  <inkml:trace contextRef="#ctx0" brushRef="#br0" timeOffset="1">58 61 364 0 0,'-55'-51'11900'0'0,"55"51"-11893"0"0,0 0-1 0 0,0 0 0 0 0,0 0 0 0 0,-1 0 0 0 0,1-1 0 0 0,0 1 0 0 0,0 0 0 0 0,0 0 0 0 0,0 0 0 0 0,-1 0 0 0 0,1 0 0 0 0,0-1 0 0 0,0 1 0 0 0,0 0 0 0 0,0 0 1 0 0,0 0-1 0 0,0 0 0 0 0,0-1 0 0 0,0 1 0 0 0,-1 0 0 0 0,1 0 0 0 0,0 0 0 0 0,0-1 0 0 0,0 1 0 0 0,0 0 0 0 0,0 0 0 0 0,0-1 0 0 0,0 1 0 0 0,0 0 1 0 0,0 0-1 0 0,0 0 0 0 0,0-1 0 0 0,0 1 0 0 0,0 0 0 0 0,1 0 0 0 0,-1 0 0 0 0,0-1 0 0 0,0 1 0 0 0,9-3-515 0 0,13 6-1033 0 0,-18-1 937 0 0,0 0 0 0 0,-1 1 0 0 0,1 0 0 0 0,-1 0 0 0 0,0 0 0 0 0,0 0 0 0 0,0 1 0 0 0,0-1 0 0 0,-1 1 0 0 0,1-1 0 0 0,-1 1 0 0 0,2 5 1 0 0,4 3-1366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8:59.5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176 38 484 0 0,'1'-1'609'0'0,"0"0"-1"0"0,0 0 1 0 0,0 1 0 0 0,0-1-1 0 0,0-1 1 0 0,0 1 0 0 0,0 0-1 0 0,0 0 1 0 0,0 0-1 0 0,0 0 1 0 0,-1-1 0 0 0,1 1-1 0 0,-1 0 1 0 0,1-1 0 0 0,-1 1-1 0 0,1 0 1 0 0,-1-3 0 0 0,0 4-444 0 0,0-1 0 0 0,0 0 1 0 0,0 1-1 0 0,-1-1 0 0 0,1 1 0 0 0,0-1 1 0 0,-1 0-1 0 0,1 1 0 0 0,0-1 1 0 0,-1 1-1 0 0,1-1 0 0 0,-1 1 1 0 0,1-1-1 0 0,0 1 0 0 0,-1 0 0 0 0,1-1 1 0 0,-1 1-1 0 0,0-1 0 0 0,1 1 1 0 0,-1 0-1 0 0,1 0 0 0 0,-1-1 1 0 0,0 1-1 0 0,1 0 0 0 0,-2 0 1 0 0,-2-1-15 0 0,0 0 1 0 0,0 0 0 0 0,-1 1 0 0 0,1 0 0 0 0,0 0-1 0 0,0 0 1 0 0,0 0 0 0 0,-1 1 0 0 0,1 0 0 0 0,-5 1 0 0 0,-18 8 250 0 0,1 0 1 0 0,-45 26 0 0 0,75-35-659 0 0,22 1 132 0 0,-1 1 0 0 0,31 8 0 0 0,-53-9 174 0 0,1-1-1 0 0,0 1 1 0 0,0 0 0 0 0,-1 1-1 0 0,1-1 1 0 0,-1 0-1 0 0,0 1 1 0 0,1 0-1 0 0,-1 0 1 0 0,0 0 0 0 0,-1 0-1 0 0,1 1 1 0 0,-1-1-1 0 0,1 1 1 0 0,-1-1-1 0 0,0 1 1 0 0,0 0 0 0 0,-1 0-1 0 0,1 0 1 0 0,-1 0-1 0 0,0 0 1 0 0,0 0-1 0 0,0 0 1 0 0,-1 0 0 0 0,1 0-1 0 0,-1 1 1 0 0,0 5-1 0 0,-1-4 7 0 0,1 0 0 0 0,-1 0-1 0 0,0-1 1 0 0,0 1 0 0 0,-1 0-1 0 0,1-1 1 0 0,-1 0-1 0 0,0 1 1 0 0,-1-1 0 0 0,0 0-1 0 0,1 0 1 0 0,-2 0 0 0 0,1 0-1 0 0,0-1 1 0 0,-1 1 0 0 0,0-1-1 0 0,0 0 1 0 0,0 0 0 0 0,-7 5-1 0 0,2-4-243 0 0,0 0 0 0 0,-1-1 0 0 0,1 0 0 0 0,-1 0 0 0 0,-11 2 1 0 0,-25 1-4492 0 0,41-12-1535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9:00.3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55 1236 0 0,'0'0'175'0'0,"-1"0"0"0"0,1-1 1 0 0,0 1-1 0 0,0 0 0 0 0,0 0 0 0 0,0 0 0 0 0,-1 0 1 0 0,1-1-1 0 0,0 1 0 0 0,0 0 0 0 0,0 0 0 0 0,0 0 1 0 0,0 0-1 0 0,0-1 0 0 0,0 1 0 0 0,0 0 0 0 0,0 0 0 0 0,-1-1 1 0 0,1 1-1 0 0,0 0 0 0 0,0 0 0 0 0,0 0 0 0 0,0-1 1 0 0,0 1-1 0 0,0 0 0 0 0,0 0 0 0 0,0 0 0 0 0,0-1 0 0 0,1 1 1 0 0,-1 0-1 0 0,0 0 0 0 0,0-1 0 0 0,0 1 0 0 0,0 0 1 0 0,0 0-1 0 0,0 0 0 0 0,0 0 0 0 0,0-1 0 0 0,1 1 1 0 0,-1 0-1 0 0,0 0 0 0 0,0 0 0 0 0,0 0 0 0 0,1-1 0 0 0,13-5 2596 0 0,16 0-1294 0 0,-21 6-1230 0 0,0 1 0 0 0,0 0 0 0 0,0 0 0 0 0,0 1 0 0 0,-1 1 0 0 0,1-1 0 0 0,0 1 0 0 0,-1 1 0 0 0,0-1 0 0 0,0 1 0 0 0,0 1 0 0 0,0 0 0 0 0,0 0-1 0 0,-1 0 1 0 0,0 1 0 0 0,0 0 0 0 0,-1 0 0 0 0,8 10 0 0 0,-7-7-152 0 0,0 0 0 0 0,-1 1 1 0 0,0 0-1 0 0,0 0 0 0 0,-1 0 0 0 0,0 1 0 0 0,-1 0 0 0 0,-1 0 0 0 0,1 0 1 0 0,-2 0-1 0 0,1 1 0 0 0,-2-1 0 0 0,2 21 0 0 0,-3-17-181 0 0,0 0 0 0 0,-1 0 0 0 0,-1 0 1 0 0,0 0-1 0 0,-8 26 0 0 0,10-41 77 0 0,0 0 1 0 0,0 0 0 0 0,0 0-1 0 0,0 0 1 0 0,0 0 0 0 0,0 1-1 0 0,0-1 1 0 0,0 0-1 0 0,-1 0 1 0 0,1 0 0 0 0,0 0-1 0 0,0 0 1 0 0,0 0 0 0 0,0 0-1 0 0,0 0 1 0 0,0 1 0 0 0,0-1-1 0 0,0 0 1 0 0,0 0 0 0 0,0 0-1 0 0,0 0 1 0 0,0 0-1 0 0,0 0 1 0 0,0 0 0 0 0,0 0-1 0 0,-1 0 1 0 0,1 0 0 0 0,0 0-1 0 0,0 1 1 0 0,0-1 0 0 0,0 0-1 0 0,0 0 1 0 0,0 0 0 0 0,0 0-1 0 0,0 0 1 0 0,-1 0-1 0 0,1 0 1 0 0,0 0 0 0 0,0 0-1 0 0,0 0 1 0 0,0 0 0 0 0,0 0-1 0 0,0 0 1 0 0,0 0 0 0 0,-1 0-1 0 0,1 0 1 0 0,0 0-1 0 0,0 0 1 0 0,0 0 0 0 0,0-1-1 0 0,0 1 1 0 0,0 0 0 0 0,0 0-1 0 0,0 0 1 0 0,-1 0 0 0 0,1 0-1 0 0,0 0 1 0 0,0 0 0 0 0,0 0-1 0 0,0 0 1 0 0,-5-10-167 0 0,-1-12 34 0 0,5 5 87 0 0,0 1 1 0 0,1 0 0 0 0,1 0 0 0 0,0-1-1 0 0,2 1 1 0 0,0 0 0 0 0,0 0 0 0 0,1 1 0 0 0,1-1-1 0 0,12-24 1 0 0,-11 27 45 0 0,1 0 0 0 0,0 0 0 0 0,1 1 0 0 0,1 0 0 0 0,0 0 0 0 0,0 1 0 0 0,1 0 0 0 0,1 1 0 0 0,0 0 0 0 0,0 1 0 0 0,1 0 0 0 0,13-8 0 0 0,-21 15-121 0 0,0 0 1 0 0,0 1-1 0 0,0-1 1 0 0,0 1-1 0 0,1-1 1 0 0,-1 1-1 0 0,0 0 1 0 0,1 1-1 0 0,-1-1 1 0 0,1 1-1 0 0,-1 0 0 0 0,1 0 1 0 0,-1 1-1 0 0,8 0 1 0 0,24 11-4012 0 0,-3 6-3480 0 0,-27-14 5488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9:00.7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1 186 2052 0 0,'0'0'4281'0'0,"6"-2"2709"0"0,22-6-5056 0 0,4-5-1269 0 0,1-1 0 0 0,-2-2-1 0 0,43-29 1 0 0,-74 45-660 0 0,41-31 199 0 0,-39 29-194 0 0,0 0 0 0 0,0 0 0 0 0,0 0-1 0 0,0 0 1 0 0,-1 0 0 0 0,1-1 0 0 0,-1 1 0 0 0,1 0 0 0 0,-1-1-1 0 0,0 1 1 0 0,0-1 0 0 0,0 0 0 0 0,0 1 0 0 0,0-1 0 0 0,0-5-1 0 0,-1 8-8 0 0,0-1-1 0 0,0 0 0 0 0,-1 0 1 0 0,1 1-1 0 0,0-1 1 0 0,0 0-1 0 0,-1 1 0 0 0,1-1 1 0 0,0 1-1 0 0,-1-1 0 0 0,1 0 1 0 0,-1 1-1 0 0,1-1 1 0 0,-1 1-1 0 0,1-1 0 0 0,-1 1 1 0 0,1 0-1 0 0,-1-1 0 0 0,0 1 1 0 0,1-1-1 0 0,-1 1 1 0 0,0 0-1 0 0,1 0 0 0 0,-1-1 1 0 0,0 1-1 0 0,1 0 0 0 0,-1 0 1 0 0,0 0-1 0 0,1 0 1 0 0,-1-1-1 0 0,0 1 0 0 0,0 0 1 0 0,1 0-1 0 0,-1 1 0 0 0,0-1 1 0 0,1 0-1 0 0,-1 0 1 0 0,0 0-1 0 0,1 0 0 0 0,-1 1 1 0 0,0-1-1 0 0,0 1 0 0 0,-33 9-61 0 0,32-9 58 0 0,-13 5-26 0 0,1 2 0 0 0,-1 0 0 0 0,1 0 0 0 0,1 1 0 0 0,-1 1 0 0 0,2 0 0 0 0,-17 16 0 0 0,22-18 23 0 0,0-1 0 0 0,1 1 0 0 0,-1 0 0 0 0,2 0 0 0 0,-1 1 0 0 0,1-1 0 0 0,0 1 0 0 0,1 0 0 0 0,0 1 0 0 0,1-1 0 0 0,0 1 0 0 0,0 0 0 0 0,-1 11 0 0 0,4-19 4 0 0,-1 0 1 0 0,1 1-1 0 0,0-1 0 0 0,0 1 0 0 0,0-1 0 0 0,1 0 0 0 0,-1 1 1 0 0,0-1-1 0 0,1 1 0 0 0,0-1 0 0 0,-1 0 0 0 0,1 1 0 0 0,0-1 1 0 0,0 0-1 0 0,0 0 0 0 0,1 0 0 0 0,-1 0 0 0 0,0 0 1 0 0,1 0-1 0 0,-1 0 0 0 0,4 3 0 0 0,-1-3-20 0 0,-1 0-1 0 0,1 0 1 0 0,0 0-1 0 0,0 0 1 0 0,0 0-1 0 0,0-1 1 0 0,0 0-1 0 0,0 0 1 0 0,0 0-1 0 0,0 0 1 0 0,7 0-1 0 0,6-1-467 0 0,1 0-1 0 0,-1-1 1 0 0,1-1-1 0 0,30-8 0 0 0,-25 3-1384 0 0,0-1 0 0 0,-1-1 1 0 0,0-2-1 0 0,20-12 0 0 0,-22 12-451 0 0,-1 1 103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9:01.1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257 30 1828 0 0,'-2'-3'950'0'0,"0"0"1"0"0,-1 1-1 0 0,1-1 0 0 0,-1 1 0 0 0,1-1 0 0 0,-1 1 1 0 0,-3-2-1 0 0,4 3-552 0 0,0 0 0 0 0,0 0 0 0 0,0 0 0 0 0,0 0 0 0 0,0 1 0 0 0,-1-1 0 0 0,1 1 0 0 0,0-1 0 0 0,-4 1 0 0 0,1 0-188 0 0,0 1 1 0 0,0 0-1 0 0,1 0 1 0 0,-1 0-1 0 0,1 0 1 0 0,-1 1-1 0 0,1 0 1 0 0,-1 0-1 0 0,1 0 1 0 0,-6 4-1 0 0,-12 9-52 0 0,1 0 0 0 0,0 2 0 0 0,1 0 1 0 0,1 1-1 0 0,-27 33 0 0 0,46-51-164 0 0,0 1 1 0 0,-1-1 0 0 0,1 0 0 0 0,0 1 0 0 0,-1-1-1 0 0,1 1 1 0 0,0-1 0 0 0,-1 1 0 0 0,1-1 0 0 0,0 1-1 0 0,0-1 1 0 0,0 1 0 0 0,0-1 0 0 0,0 1 0 0 0,-1 0 0 0 0,1-1-1 0 0,0 1 1 0 0,0-1 0 0 0,0 1 0 0 0,0-1 0 0 0,0 1-1 0 0,1-1 1 0 0,-1 1 0 0 0,0-1 0 0 0,0 1 0 0 0,0 0-1 0 0,0-1 1 0 0,1 1 0 0 0,-1-1 0 0 0,0 1 0 0 0,0-1 0 0 0,1 0-1 0 0,-1 1 1 0 0,0-1 0 0 0,1 1 0 0 0,-1-1 0 0 0,1 1-1 0 0,-1-1 1 0 0,1 0 0 0 0,-1 1 0 0 0,0-1 0 0 0,1 0-1 0 0,-1 0 1 0 0,1 1 0 0 0,-1-1 0 0 0,1 0 0 0 0,-1 0 0 0 0,1 0-1 0 0,0 0 1 0 0,-1 1 0 0 0,1-1 0 0 0,-1 0 0 0 0,1 0-1 0 0,0 0 1 0 0,43 6-12 0 0,-31-4 28 0 0,12 2 130 0 0,-1 2 0 0 0,28 9 0 0 0,-46-12-35 0 0,1-1 0 0 0,0 1-1 0 0,-1 0 1 0 0,1 1 0 0 0,-1 0 0 0 0,0 0-1 0 0,0 0 1 0 0,-1 1 0 0 0,1 0-1 0 0,-1 0 1 0 0,0 0 0 0 0,5 7 0 0 0,-9-10-65 0 0,0 1 1 0 0,-1-1 0 0 0,1 1-1 0 0,0-1 1 0 0,-1 1 0 0 0,1-1-1 0 0,-1 1 1 0 0,0 0-1 0 0,0-1 1 0 0,0 1 0 0 0,0-1-1 0 0,-1 6 1 0 0,1-7-194 0 0,0 0 0 0 0,-1 0 0 0 0,1 0 1 0 0,0 1-1 0 0,0-1 0 0 0,-1 0 0 0 0,1 0 0 0 0,0 0 0 0 0,-1 0 0 0 0,1 0 1 0 0,-1 0-1 0 0,1 0 0 0 0,-1 0 0 0 0,0 0 0 0 0,1 0 0 0 0,-1 0 0 0 0,0 0 1 0 0,0 0-1 0 0,0 0 0 0 0,0-1 0 0 0,0 1 0 0 0,0 0 0 0 0,0-1 0 0 0,0 1 1 0 0,0-1-1 0 0,0 1 0 0 0,0-1 0 0 0,0 1 0 0 0,-2 0 0 0 0,2-3-707 0 0,-1 1-1 0 0,1-1 1 0 0,0 0-1 0 0,0 1 1 0 0,0-1-1 0 0,0 0 1 0 0,0 1-1 0 0,0-1 1 0 0,1 0-1 0 0,-1 0 1 0 0,1 0-1 0 0,-1-3 1 0 0,0-4-1433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9:01.4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27 1604 0 0,'1'-1'627'0'0,"0"-1"1"0"0,-1 1-1 0 0,1-1 0 0 0,0 1 1 0 0,0-1-1 0 0,0 1 0 0 0,0-1 0 0 0,0 1 1 0 0,0 0-1 0 0,0 0 0 0 0,0-1 0 0 0,0 1 1 0 0,1 0-1 0 0,-1 0 0 0 0,0 0 1 0 0,1 0-1 0 0,-1 1 0 0 0,1-1 0 0 0,-1 0 1 0 0,1 1-1 0 0,-1-1 0 0 0,1 1 1 0 0,0-1-1 0 0,2 0 0 0 0,14 7 4285 0 0,4 9-3799 0 0,-9-5-619 0 0,0 1 1 0 0,-1 0 0 0 0,-1 1-1 0 0,0 0 1 0 0,0 1 0 0 0,-1 0-1 0 0,-1 1 1 0 0,-1 0 0 0 0,9 18-1 0 0,-1 2-62 0 0,-2 1 0 0 0,19 71 0 0 0,-25-71-457 0 0,-2 0 1 0 0,2 38 0 0 0,-4 24-5539 0 0,-4-97 5361 0 0,0 0 0 0 0,0 0-1 0 0,0 0 1 0 0,-1 1 0 0 0,1-1 0 0 0,0 0 0 0 0,0 0 0 0 0,0 0-1 0 0,0 1 1 0 0,0-1 0 0 0,0 0 0 0 0,0 0 0 0 0,0 0 0 0 0,0 0-1 0 0,0 1 1 0 0,-3 0-2426 0 0,3-1 2426 0 0,0 0 0 0 0,0 0 0 0 0,0 0-1 0 0,-1 0 1 0 0,1 0 0 0 0,0 0 0 0 0,0 0 0 0 0,0 0 0 0 0,-1 0-1 0 0,1 0 1 0 0,0 0 0 0 0,0 0 0 0 0,0 0 0 0 0,-1 0 0 0 0,1 0-1 0 0,0 0 1 0 0,0 0 0 0 0,0 0 0 0 0,0 0 0 0 0,-1 0 0 0 0,1 0 0 0 0,-2-3-2629 0 0,-13-11-2924 0 0,11 10 3581 0 0,-4-3-473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9:01.8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10 211 1344 0 0,'-1'0'230'0'0,"1"0"-1"0"0,-1 0 1 0 0,1 0-1 0 0,-1 0 1 0 0,1-1-1 0 0,-1 1 1 0 0,1 0 0 0 0,0 0-1 0 0,-1-1 1 0 0,1 1-1 0 0,-1 0 1 0 0,1-1-1 0 0,0 1 1 0 0,-1 0-1 0 0,1-1 1 0 0,0 1-1 0 0,-1 0 1 0 0,1-1 0 0 0,0 1-1 0 0,-1-1 1 0 0,1 1-1 0 0,0-1 1 0 0,0 1-1 0 0,0-1 1 0 0,0 1-1 0 0,-1-1 1 0 0,1 1 0 0 0,0-1-1 0 0,0 1 1 0 0,0-2-1 0 0,11-11 2614 0 0,26-6-1882 0 0,-34 17-663 0 0,232-88 2935 0 0,-229 88-3164 0 0,0 0 1 0 0,-1 1 0 0 0,2-1-1 0 0,-1 1 1 0 0,0 1-1 0 0,0-1 1 0 0,0 1-1 0 0,0 0 1 0 0,0 1 0 0 0,0-1-1 0 0,0 1 1 0 0,0 0-1 0 0,8 3 1 0 0,0 2 394 0 0,-1 0 0 0 0,1 1 0 0 0,-1 0 1 0 0,16 12-1 0 0,-21-13-251 0 0,-1-1 0 0 0,0 1 1 0 0,-1 0-1 0 0,1 0 0 0 0,-1 1 1 0 0,0 0-1 0 0,-1 0 0 0 0,0 0 0 0 0,0 0 1 0 0,0 1-1 0 0,-1 0 0 0 0,5 13 1 0 0,-8-17-151 0 0,1 0 0 0 0,-1 0 0 0 0,-1 0 0 0 0,1 0 0 0 0,0 0 0 0 0,-1 0 0 0 0,0 0 0 0 0,0 1 0 0 0,0-1 0 0 0,-1 0 0 0 0,0 0 0 0 0,1 0 0 0 0,-1 0 0 0 0,0 0 0 0 0,-1 0 0 0 0,1 0 0 0 0,-1 0 0 0 0,0-1 0 0 0,0 1 0 0 0,0-1 0 0 0,0 1 0 0 0,-1-1 0 0 0,1 0 0 0 0,-1 1 0 0 0,0-1 0 0 0,0-1 0 0 0,0 1 0 0 0,0 0 0 0 0,-5 2 0 0 0,7-4-55 0 0,0 0 1 0 0,0 0-1 0 0,0 0 1 0 0,-1-1-1 0 0,1 1 1 0 0,0 0-1 0 0,-1-1 1 0 0,1 1-1 0 0,0-1 0 0 0,-1 1 1 0 0,1-1-1 0 0,0 0 1 0 0,-1 1-1 0 0,1-1 1 0 0,-1 0-1 0 0,1 0 1 0 0,-1 0-1 0 0,-1 0 1 0 0,2-1-18 0 0,0 1 0 0 0,1-1 0 0 0,-1 1 1 0 0,0-1-1 0 0,0 1 0 0 0,0-1 0 0 0,0 1 1 0 0,1-1-1 0 0,-1 0 0 0 0,0 1 1 0 0,1-1-1 0 0,-1 0 0 0 0,0 1 0 0 0,1-1 1 0 0,-1 0-1 0 0,1 0 0 0 0,-1 0 0 0 0,1 0 1 0 0,-1 0-1 0 0,1-1 0 0 0,-1-1-64 0 0,0 0 0 0 0,0 0-1 0 0,1 0 1 0 0,0-1 0 0 0,-1 1-1 0 0,1 0 1 0 0,0 0 0 0 0,1-1 0 0 0,-1 1-1 0 0,0 0 1 0 0,1 0 0 0 0,0 0-1 0 0,0-1 1 0 0,2-4 0 0 0,2-2-587 0 0,1 0 1 0 0,0 0 0 0 0,1 0 0 0 0,0 1-1 0 0,0 0 1 0 0,1 1 0 0 0,0-1-1 0 0,1 2 1 0 0,0-1 0 0 0,0 1-1 0 0,1 0 1 0 0,-1 1 0 0 0,22-10 0 0 0,24-14-8447 0 0,-42 23 6847 0 0</inkml:trace>
  <inkml:trace contextRef="#ctx0" brushRef="#br0" timeOffset="1">732 0 1944 0 0,'-8'3'11698'0'0,"11"10"-8963"0"0,2 3-2214 0 0,-2-1-1 0 0,1 1 1 0 0,-2-1 0 0 0,1 22-1 0 0,-2-18-1890 0 0,2 0 1 0 0,5 25-1 0 0,-5-39 488 0 0,-3-4 401 0 0,1-1-1 0 0,-1 0 1 0 0,1 1 0 0 0,-1-1 0 0 0,1 0 0 0 0,-1 0 0 0 0,0 0 0 0 0,1 1 0 0 0,-1-1-1 0 0,1 0 1 0 0,-1 0 0 0 0,1 0 0 0 0,-1 0 0 0 0,1 0 0 0 0,-1 0 0 0 0,1 0-1 0 0,-1 0 1 0 0,1 0 0 0 0,-1 0 0 0 0,1 0 0 0 0,-1 0 0 0 0,1 0 0 0 0,0-1 0 0 0,4-1-1953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9:02.1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35 992 0 0,'-5'-9'1816'0'0,"3"2"-36"0"0,-1 0-371 0 0,0 0-537 0 0,1 2-336 0 0,4 8-3677 0 0,4 1 1561 0 0,-1 1-140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9:02.5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51 537 1028 0 0,'4'3'1024'0'0,"0"0"1"0"0,0 0-1 0 0,-1-1 1 0 0,2 0-1 0 0,-1 1 0 0 0,0-1 1 0 0,0-1-1 0 0,8 3 1 0 0,-6-2-675 0 0,-1-1 1 0 0,1 0-1 0 0,0-1 1 0 0,-1 1 0 0 0,1-1-1 0 0,0 0 1 0 0,6-2 0 0 0,-8 2-256 0 0,1-1 0 0 0,-1 0 0 0 0,1 0 0 0 0,-1 0 0 0 0,0-1 0 0 0,0 0 0 0 0,1 0 0 0 0,-1 0 0 0 0,0 0 0 0 0,-1 0 0 0 0,1-1 0 0 0,0 0 0 0 0,-1 0 0 0 0,1 0 0 0 0,-1 0 0 0 0,0 0 1 0 0,0-1-1 0 0,0 1 0 0 0,-1-1 0 0 0,5-7 0 0 0,-6 8-32 0 0,0 0-1 0 0,0-1 1 0 0,0 1 0 0 0,0 0 0 0 0,-1 0-1 0 0,1 0 1 0 0,-1 0 0 0 0,0-1 0 0 0,0 1 0 0 0,0 0-1 0 0,0 0 1 0 0,-1 0 0 0 0,1 0 0 0 0,-1-1 0 0 0,0 1-1 0 0,0 0 1 0 0,0 0 0 0 0,0 0 0 0 0,0 0 0 0 0,-1 0-1 0 0,0 1 1 0 0,1-1 0 0 0,-1 0 0 0 0,0 1 0 0 0,0-1-1 0 0,0 1 1 0 0,-1 0 0 0 0,1 0 0 0 0,-5-4 0 0 0,4 4-47 0 0,1 0 0 0 0,-1 0 1 0 0,0 0-1 0 0,0 1 1 0 0,0-1-1 0 0,0 1 0 0 0,0 0 1 0 0,0-1-1 0 0,0 1 1 0 0,0 1-1 0 0,-1-1 0 0 0,1 0 1 0 0,0 1-1 0 0,0 0 1 0 0,-1 0-1 0 0,1 0 0 0 0,0 0 1 0 0,-1 0-1 0 0,1 0 1 0 0,0 1-1 0 0,-1 0 0 0 0,1 0 1 0 0,0 0-1 0 0,0 0 1 0 0,0 0-1 0 0,0 1 0 0 0,0-1 1 0 0,-5 4-1 0 0,-2 4 83 0 0,0 1-1 0 0,0 0 1 0 0,1 0-1 0 0,0 1 0 0 0,1 0 1 0 0,0 0-1 0 0,1 1 1 0 0,-6 13-1 0 0,9-18-56 0 0,0 1 0 0 0,1 0 0 0 0,0 0 0 0 0,1-1 0 0 0,0 2 0 0 0,0-1 0 0 0,1 0 0 0 0,0 0 0 0 0,0 1 0 0 0,1-1 0 0 0,0 0 0 0 0,0 1 0 0 0,1-1 0 0 0,2 13 0 0 0,-2-18-63 0 0,0 0-1 0 0,0-1 0 0 0,0 1 0 0 0,0-1 1 0 0,1 1-1 0 0,-1-1 0 0 0,1 0 0 0 0,-1 1 1 0 0,1-1-1 0 0,0 0 0 0 0,0 0 1 0 0,0 0-1 0 0,0 0 0 0 0,0 0 0 0 0,0-1 1 0 0,1 1-1 0 0,2 1 0 0 0,-1-1-65 0 0,1-1-1 0 0,-1 1 0 0 0,1-1 1 0 0,-1 0-1 0 0,1 0 1 0 0,-1 0-1 0 0,1-1 0 0 0,0 0 1 0 0,7 0-1 0 0,7-2-832 0 0,1-1 0 0 0,-1-1 0 0 0,36-13 0 0 0,-40 12-31 0 0,57-25-6166 0 0,-51 21 4117 0 0,-5 2 651 0 0</inkml:trace>
  <inkml:trace contextRef="#ctx0" brushRef="#br0" timeOffset="1">297 33 2008 0 0,'-1'-10'3941'0'0,"0"-10"6651"0"0,5 18-6790 0 0,6 11-3104 0 0,-2 2-99 0 0,0 0 1 0 0,0 1 0 0 0,-2 0 0 0 0,1 0 0 0 0,-2 1 0 0 0,8 20 0 0 0,16 85 545 0 0,-19-73-782 0 0,17 98-811 0 0,-8-40-3553 0 0,-19-101 3573 0 0,1 1 1 0 0,0 0-1 0 0,0-1 0 0 0,0 0 0 0 0,0 1 0 0 0,0-1 0 0 0,0 1 0 0 0,1-1 0 0 0,2 3 0 0 0,-4-4 34 0 0,1 0 0 0 0,-1-1-1 0 0,1 1 1 0 0,0 0 0 0 0,-1-1-1 0 0,1 1 1 0 0,0-1 0 0 0,0 1-1 0 0,-1-1 1 0 0,1 0 0 0 0,0 1-1 0 0,0-1 1 0 0,0 0 0 0 0,-1 1-1 0 0,1-1 1 0 0,0 0 0 0 0,0 0-1 0 0,0 0 1 0 0,0 0 0 0 0,0 0-1 0 0,-1 0 1 0 0,1 0 0 0 0,0 0-1 0 0,0 0 1 0 0,0 0 0 0 0,0 0-1 0 0,0-1 1 0 0,-1 1 0 0 0,1 0-1 0 0,0-1 1 0 0,1 0 0 0 0,5-3-2376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9:02.8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2 179 1028 0 0,'-1'-1'1627'0'0,"1"1"-1446"0"0,0 0 0 0 0,0 0 0 0 0,0 0-1 0 0,0 0 1 0 0,0-1 0 0 0,0 1 0 0 0,0 0-1 0 0,0 0 1 0 0,0 0 0 0 0,0 0 0 0 0,0-1 0 0 0,0 1-1 0 0,0 0 1 0 0,1-3 3797 0 0,0 3-3798 0 0,-1 0 1 0 0,0 0 0 0 0,0-1 0 0 0,0 1-1 0 0,0 0 1 0 0,1 0 0 0 0,-1 0 0 0 0,0 0 0 0 0,18-5 3326 0 0,35-2-4043 0 0,-35 6 1691 0 0,-11 0-1052 0 0,130-23 1810 0 0,-118 19-1673 0 0,0 0-1 0 0,0-1 0 0 0,0-1 0 0 0,-1-1 0 0 0,18-11 0 0 0,3-14-200 0 0,-37 33-65 0 0,-1-1 0 0 0,0-1 0 0 0,0 1 0 0 0,0 0-1 0 0,1 0 1 0 0,-1 0 0 0 0,0-1 0 0 0,0 1 0 0 0,-1 0 0 0 0,1-1 0 0 0,0 1-1 0 0,0-1 1 0 0,-1 1 0 0 0,1-1 0 0 0,-1 1 0 0 0,1-1 0 0 0,-1 1 0 0 0,0-1-1 0 0,0 1 1 0 0,1-1 0 0 0,-1 0 0 0 0,0 1 0 0 0,0-1 0 0 0,-1 1 0 0 0,1-1-1 0 0,0 0 1 0 0,0 1 0 0 0,-2-3 0 0 0,1 3 1 0 0,0 0 0 0 0,0 0 0 0 0,0 1 0 0 0,0-1 1 0 0,0 0-1 0 0,0 1 0 0 0,-1-1 0 0 0,1 1 0 0 0,0 0 0 0 0,0-1 0 0 0,-1 1 1 0 0,1 0-1 0 0,0-1 0 0 0,-1 1 0 0 0,1 0 0 0 0,0 0 0 0 0,-1 0 0 0 0,1 0 1 0 0,0 1-1 0 0,-1-1 0 0 0,1 0 0 0 0,0 0 0 0 0,-1 1 0 0 0,1-1 0 0 0,0 1 0 0 0,0-1 1 0 0,-2 2-1 0 0,-34 17 37 0 0,35-18-15 0 0,-15 10 117 0 0,0 1 1 0 0,0 1 0 0 0,-27 27 0 0 0,36-31-28 0 0,-1 0 1 0 0,1 1-1 0 0,1 0 1 0 0,0 0-1 0 0,0 1 0 0 0,1 0 1 0 0,-9 21-1 0 0,14-29-77 0 0,0 0 0 0 0,0 0 0 0 0,1 0-1 0 0,-1 0 1 0 0,1 0 0 0 0,-1 1 0 0 0,1-1 0 0 0,0 0-1 0 0,0 0 1 0 0,0 1 0 0 0,1-1 0 0 0,-1 0-1 0 0,1 0 1 0 0,0 0 0 0 0,-1 0 0 0 0,1 0 0 0 0,1 0-1 0 0,-1 0 1 0 0,3 6 0 0 0,0-6-36 0 0,-1 1 1 0 0,0 0-1 0 0,1-1 1 0 0,0 1 0 0 0,-1-1-1 0 0,1 0 1 0 0,1 0-1 0 0,-1-1 1 0 0,0 1-1 0 0,1-1 1 0 0,7 3-1 0 0,2 0-494 0 0,1-1 0 0 0,-1-1 1 0 0,0-1-1 0 0,1 1 0 0 0,-1-2 0 0 0,1 0 0 0 0,28-3 0 0 0,-17-2-4203 0 0,50-15 0 0 0,-58 13 2398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39:03.2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 66 540 0 0,'-2'-7'1398'0'0,"-1"1"-1"0"0,0 0 1 0 0,0 0-1 0 0,-1 0 1 0 0,0 1-1 0 0,0-1 1 0 0,0 1-1 0 0,-1 0 1 0 0,-9-8 663 0 0,14 14-1815 0 0,0 1 1 0 0,1 0-1 0 0,-1 0 1 0 0,1 0 0 0 0,-1 0-1 0 0,1-1 1 0 0,0 1-1 0 0,-1 0 1 0 0,1-1-1 0 0,2 3 1 0 0,25 36 2175 0 0,68 73 0 0 0,-60-74-1149 0 0,46 66 1 0 0,-61-75-857 0 0,-2 2 1 0 0,19 42 0 0 0,-33-63-353 0 0,-1-1 0 0 0,0 1 0 0 0,-1 0 0 0 0,0 0 0 0 0,-1 0 0 0 0,0 0 0 0 0,-1 0 0 0 0,0 1 0 0 0,-1-1 0 0 0,0 0 0 0 0,-3 22 0 0 0,2-30-56 0 0,0 0-1 0 0,0 1 0 0 0,0-1 1 0 0,0 0-1 0 0,-1 1 0 0 0,1-1 1 0 0,-1 0-1 0 0,0 0 0 0 0,0 0 1 0 0,0-1-1 0 0,-1 1 0 0 0,1 0 1 0 0,0-1-1 0 0,-1 0 1 0 0,0 1-1 0 0,0-1 0 0 0,1 0 1 0 0,-1 0-1 0 0,-6 2 0 0 0,4-1-29 0 0,-1-1 0 0 0,0 0-1 0 0,0-1 1 0 0,0 1 0 0 0,0-1 0 0 0,0 0-1 0 0,0-1 1 0 0,0 1 0 0 0,0-1 0 0 0,0-1-1 0 0,-7 0 1 0 0,7 0-16 0 0,0 0 0 0 0,1 0 0 0 0,-1-1 0 0 0,0 1 0 0 0,1-1 0 0 0,-1-1 0 0 0,1 1 0 0 0,0-1 0 0 0,0 0 0 0 0,0 0 0 0 0,-7-6 0 0 0,9 7 18 0 0,1 0 0 0 0,0-1 0 0 0,-1 0 0 0 0,1 1 0 0 0,0-1 0 0 0,0 0 0 0 0,1 0 0 0 0,-1 0-1 0 0,0 0 1 0 0,1 0 0 0 0,0 0 0 0 0,0-1 0 0 0,0 1 0 0 0,0 0 0 0 0,0-1 0 0 0,1 1 0 0 0,0-1 0 0 0,-1 1 0 0 0,1 0 0 0 0,1-5 0 0 0,1-5-69 0 0,1 0-1 0 0,1 1 1 0 0,0-1 0 0 0,0 1 0 0 0,2 0-1 0 0,-1 0 1 0 0,2 0 0 0 0,-1 1-1 0 0,1 0 1 0 0,1 0 0 0 0,0 1-1 0 0,1-1 1 0 0,0 2 0 0 0,0 0-1 0 0,1 0 1 0 0,0 0 0 0 0,1 2 0 0 0,0-1-1 0 0,20-10 1 0 0,-27 17-331 0 0,1-1-1 0 0,-1 1 1 0 0,1 0 0 0 0,0 0 0 0 0,-1 1-1 0 0,1-1 1 0 0,0 1 0 0 0,0 0 0 0 0,-1 0 0 0 0,1 1-1 0 0,0-1 1 0 0,-1 1 0 0 0,1 0 0 0 0,-1 0-1 0 0,6 3 1 0 0,-3-1-1032 0 0,0 0 0 0 0,-1 0-1 0 0,1 1 1 0 0,-1 0 0 0 0,0 0-1 0 0,0 0 1 0 0,-1 1 0 0 0,1 0 0 0 0,4 5-1 0 0,0 2-1476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07.4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1191 19 260 0 0,'-4'0'1144'0'0,"-46"-2"4477"0"0,46 1-5157 0 0,1 1 0 0 0,-1-1-1 0 0,1 0 1 0 0,-1 0 0 0 0,1 0-1 0 0,0 0 1 0 0,-1 0 0 0 0,1-1-1 0 0,0 1 1 0 0,0-1 0 0 0,-4-3 1985 0 0,10 7-2135 0 0,0 1 0 0 0,-1-1 0 0 0,1 1 0 0 0,-1-1 0 0 0,1 1 0 0 0,-1 0 0 0 0,4 6 0 0 0,4 4 307 0 0,17 12 510 0 0,1 0 1 0 0,60 40 0 0 0,73 31 622 0 0,-68-43-944 0 0,132 87 505 0 0,97 94-239 0 0,-187-119-711 0 0,176 139 590 0 0,-130-122-587 0 0,4-8-1 0 0,325 159 1 0 0,95-36-468 0 0,-325-171 277 0 0,7-24 138 0 0,-68-13-181 0 0,229 26 470 0 0,-92-17-401 0 0,167 43-96 0 0,-287-49 51 0 0,-24-6 49 0 0,512 99 296 0 0,-543-92-528 0 0,-3 7 0 0 0,235 99 1 0 0,-344-118 142 0 0,0 4 0 0 0,-3 2 0 0 0,117 86 1 0 0,-108-63 50 0 0,-4 4 1 0 0,-2 3 0 0 0,-3 3 0 0 0,-3 2 0 0 0,-4 3-1 0 0,62 102 1 0 0,-106-150-135 0 0,0 0-1 0 0,-2 2 0 0 0,-1-1 1 0 0,-2 2-1 0 0,12 46 1 0 0,-18-54-15 0 0,-1 0 1 0 0,0 0-1 0 0,-2 1 1 0 0,0-1-1 0 0,-2 1 1 0 0,0 0-1 0 0,-2-1 1 0 0,-7 30-1 0 0,-2-9-20 0 0,-2 0 0 0 0,-2-2 0 0 0,-2 0 0 0 0,-40 66 0 0 0,-114 141 0 0 0,125-191 0 0 0,-2-1 0 0 0,-3-3 0 0 0,-2-1 0 0 0,-89 64 0 0 0,57-56 0 0 0,-3-5 0 0 0,-153 72 0 0 0,81-56 0 0 0,-2-7 0 0 0,-4-7 0 0 0,-2-7 0 0 0,-306 49 0 0 0,-111-61 0 0 0,-2-48 0 0 0,-49-28 0 0 0,7-61 0 0 0,260 19 0 0 0,-409-100 0 0 0,530 115 0 0 0,-379-117 0 0 0,534 144 0 0 0,1-3 0 0 0,-138-86 0 0 0,55 15 0 0 0,5-8 0 0 0,-178-161 0 0 0,184 119 0 0 0,69 65 0 0 0,-160-141 0 0 0,239 218 0 0 0,0-1 0 0 0,1 0 0 0 0,1-2 0 0 0,-15-30 0 0 0,-21-32 0 0 0,-58-57 0 0 0,0 0 0 0 0,81 100 0 0 0,1-2 0 0 0,3-1 0 0 0,1-1 0 0 0,-27-83 0 0 0,-32-97 0 0 0,45 129 0 0 0,21 51 0 0 0,2 0 0 0 0,-15-82 0 0 0,9 21 0 0 0,-4-32 0 0 0,17 72 0 0 0,-12-189 0 0 0,19 230 0 0 0,-1-11 0 0 0,2 0 0 0 0,1-1 0 0 0,1 1 0 0 0,18-72 0 0 0,51-151 0 0 0,-41 158 0 0 0,6-26 0 0 0,-33 108-11 0 0,2 0 0 0 0,1 0 0 0 0,1 1 0 0 0,0 0 0 0 0,15-25 0 0 0,64-87-107 0 0,-16 27 67 0 0,-50 74 28 0 0,2 1 1 0 0,0 1-1 0 0,2 1 1 0 0,45-37-1 0 0,-46 41 3 0 0,2 1 0 0 0,0 2 1 0 0,1 1-1 0 0,32-18 0 0 0,84-37 11 0 0,-113 62 27 0 0,0 2 1 0 0,1 0-1 0 0,0 3 0 0 0,58-8 0 0 0,-30 8-25 0 0,-30 22-632 0 0,-25-13 361 0 0,1 0 0 0 0,-1 1 0 0 0,0-1 1 0 0,0 1-1 0 0,0 0 0 0 0,-1 0 1 0 0,1 0-1 0 0,5 6 0 0 0,-8-7-244 0 0,0-1 0 0 0,0 1 0 0 0,0 0-1 0 0,0 0 1 0 0,0-1 0 0 0,0 1 0 0 0,0 0-1 0 0,0 0 1 0 0,-1 0 0 0 0,1 0-1 0 0,-1 0 1 0 0,0 0 0 0 0,1 3 0 0 0,0 5-4944 0 0,0 4-7590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09.8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960 0 1656 0 0,'-104'91'11631'0'0,"-6"-1"-5512"0"0,-26 16-3838 0 0,-73 50-3825 0 0,-11 9 2084 0 0,187-137-810 0 0,22-18-269 0 0,-1 0-1 0 0,0-1 0 0 0,-1 0 0 0 0,1-1 1 0 0,-26 12-1 0 0,37-20 332 0 0,0 0 0 0 0,0 1-1 0 0,0-1 1 0 0,-1 0 0 0 0,1 0 0 0 0,0 0 0 0 0,0 0 0 0 0,0 0 0 0 0,0 0-1 0 0,0 0 1 0 0,0 0 0 0 0,0-1 0 0 0,-1 1 0 0 0,1 0 0 0 0,0-1 0 0 0,0 1-1 0 0,0 0 1 0 0,0-1 0 0 0,0 0 0 0 0,0 1 0 0 0,0-1 0 0 0,1 1 0 0 0,-1-1-1 0 0,0 0 1 0 0,0 0 0 0 0,0 0 0 0 0,-1-1 0 0 0,-14-28-7395 0 0,13 21 5307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0.2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334 0 1864 0 0,'0'0'9165'0'0,"-15"22"-4547"0"0,-101 138-1575 0 0,64-94-2741 0 0,15-20-251 0 0,-54 87-1 0 0,87-127-59 0 0,2-1-1 0 0,-1 1 0 0 0,0-1 1 0 0,1 1-1 0 0,0 0 1 0 0,0 0-1 0 0,1 0 1 0 0,0 0-1 0 0,0 0 1 0 0,0 0-1 0 0,0 7 1 0 0,2-10 4 0 0,0 1 1 0 0,-1-1 0 0 0,1 0 0 0 0,0 1-1 0 0,0-1 1 0 0,1 0 0 0 0,-1 0 0 0 0,1 0 0 0 0,0 0-1 0 0,-1 0 1 0 0,1 0 0 0 0,1-1 0 0 0,-1 1 0 0 0,0 0-1 0 0,1-1 1 0 0,-1 0 0 0 0,1 1 0 0 0,-1-1-1 0 0,1 0 1 0 0,0-1 0 0 0,5 3 0 0 0,101 52-441 0 0,-63-34-1704 0 0,51 32 0 0 0,-83-44 726 0 0,0 0 1 0 0,0 0 0 0 0,-1 2-1 0 0,-1-1 1 0 0,0 2-1 0 0,-1 0 1 0 0,15 21 0 0 0,-10-9-1154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0.8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9 130 2000 0 0,'-1'-4'1324'0'0,"-7"-28"6450"0"0,9 15-3560 0 0,0 17-4115 0 0,0 0 0 0 0,0-1 1 0 0,-1 1-1 0 0,1 0 0 0 0,0 0 0 0 0,-1-1 0 0 0,1 1 0 0 0,0 0 1 0 0,0 0-1 0 0,-1 0 0 0 0,1 0 0 0 0,0 0 0 0 0,0 0 0 0 0,-1 0 0 0 0,1 0 1 0 0,0 1-1 0 0,0-1 0 0 0,-1 0 0 0 0,1 0 0 0 0,0 1 0 0 0,-1-1 1 0 0,1 0-1 0 0,0 1 0 0 0,-1-1 0 0 0,2 1 0 0 0,17 11 797 0 0,-7 3-553 0 0,0 1 0 0 0,0 0 0 0 0,-2 1 0 0 0,0 0 0 0 0,-1 1 0 0 0,0 0 0 0 0,-2 1 0 0 0,0-1 0 0 0,-1 1-1 0 0,-1 1 1 0 0,-1-1 0 0 0,2 23 0 0 0,-1 2-91 0 0,-3 1 0 0 0,-1-1 1 0 0,-2 1-1 0 0,-10 58 0 0 0,5-62-193 0 0,-2 0 1 0 0,-22 66-1 0 0,30-107-63 0 0,0 0 0 0 0,0 0-1 0 0,0 0 1 0 0,0 0 0 0 0,0 0 0 0 0,0 0 0 0 0,0 0 0 0 0,0 0-1 0 0,0 0 1 0 0,0 1 0 0 0,0-1 0 0 0,0 0 0 0 0,0 0-1 0 0,0 0 1 0 0,0 0 0 0 0,0 0 0 0 0,0 0 0 0 0,0 0 0 0 0,0 0-1 0 0,0 0 1 0 0,-1 0 0 0 0,1 0 0 0 0,0 0 0 0 0,0 0 0 0 0,0 1-1 0 0,0-1 1 0 0,0 0 0 0 0,0 0 0 0 0,0 0 0 0 0,0 0-1 0 0,0 0 1 0 0,0 0 0 0 0,-1 0 0 0 0,1 0 0 0 0,0 0 0 0 0,0 0-1 0 0,0 0 1 0 0,0 0 0 0 0,0 0 0 0 0,0 0 0 0 0,0 0 0 0 0,0 0-1 0 0,0 0 1 0 0,-1 0 0 0 0,1 0 0 0 0,0 0 0 0 0,0 0-1 0 0,0-1 1 0 0,0 1 0 0 0,0 0 0 0 0,0 0 0 0 0,0 0 0 0 0,0 0-1 0 0,0 0 1 0 0,0 0 0 0 0,0 0 0 0 0,0 0 0 0 0,-1 0 0 0 0,1 0-1 0 0,0 0 1 0 0,0 0 0 0 0,0 0 0 0 0,0-1 0 0 0,0 1-1 0 0,-5-10-158 0 0,-1-11-48 0 0,-2-18-103 0 0,2 0-1 0 0,-2-64 1 0 0,10-80-113 0 0,12 0 129 0 0,-10 159 218 0 0,0 0 0 0 0,2 1 0 0 0,1-1 1 0 0,1 1-1 0 0,16-33 0 0 0,-22 51 57 0 0,0 1 1 0 0,1 0-1 0 0,0-1 1 0 0,0 1-1 0 0,0 0 0 0 0,0 1 1 0 0,1-1-1 0 0,-1 0 1 0 0,1 1-1 0 0,0 0 0 0 0,0 0 1 0 0,0 0-1 0 0,1 1 1 0 0,-1-1-1 0 0,1 1 0 0 0,6-3 1 0 0,-8 5 20 0 0,-1-1 0 0 0,1 1 0 0 0,0 0 0 0 0,0 0 0 0 0,0 0 1 0 0,-1 0-1 0 0,1 0 0 0 0,0 1 0 0 0,0-1 0 0 0,-1 1 0 0 0,1 0 0 0 0,0 0 1 0 0,-1 0-1 0 0,1 0 0 0 0,0 0 0 0 0,-1 0 0 0 0,0 1 0 0 0,1-1 0 0 0,-1 1 0 0 0,0 0 1 0 0,0 0-1 0 0,0 0 0 0 0,0 0 0 0 0,0 0 0 0 0,0 0 0 0 0,0 0 0 0 0,-1 1 1 0 0,1-1-1 0 0,-1 0 0 0 0,2 5 0 0 0,2 3 23 0 0,-2 0 0 0 0,1 0 1 0 0,-1 0-1 0 0,0 0 0 0 0,-1 0 1 0 0,0 1-1 0 0,-1-1 0 0 0,0 1 0 0 0,-1-1 1 0 0,0 1-1 0 0,0-1 0 0 0,-3 12 0 0 0,-4 19 79 0 0,-19 67 0 0 0,21-90-83 0 0,-9 23 30 0 0,-25 55 1 0 0,2-9 41 0 0,133-85-187 0 0,-63 4-248 0 0,-1 1 1 0 0,46 15-1 0 0,-60-16-726 0 0,0 2 0 0 0,-1 0 1 0 0,18 12-1 0 0,9 4-4239 0 0,-14-11-1586 0 0,-24-10 4554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1.2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63 912 0 0,'-1'-2'466'0'0,"1"1"0"0"0,-1-1 0 0 0,1 1 0 0 0,0-1 1 0 0,-1 0-1 0 0,1 1 0 0 0,0-1 0 0 0,0 1 0 0 0,0-1 0 0 0,0 0 0 0 0,0 1 0 0 0,0-1 0 0 0,1 0 0 0 0,-1 1 0 0 0,0-1 0 0 0,1 1 1 0 0,1-4-1 0 0,-2 4-275 0 0,1 1 1 0 0,0-1 0 0 0,0 0 0 0 0,-1 1 0 0 0,1-1-1 0 0,0 1 1 0 0,0-1 0 0 0,0 1 0 0 0,0-1-1 0 0,0 1 1 0 0,0 0 0 0 0,0-1 0 0 0,0 1 0 0 0,0 0-1 0 0,-1 0 1 0 0,1 0 0 0 0,0 0 0 0 0,0 0-1 0 0,0 0 1 0 0,0 0 0 0 0,2 0 0 0 0,6 2 333 0 0,0 0 0 0 0,1 1 1 0 0,-2 0-1 0 0,17 8 0 0 0,-20-9-331 0 0,0 1-83 0 0,0-1 0 0 0,0 1 0 0 0,0 0 0 0 0,0 1 0 0 0,0-1 0 0 0,0 1-1 0 0,-1 0 1 0 0,0 0 0 0 0,0 1 0 0 0,0-1 0 0 0,-1 1 0 0 0,1 0-1 0 0,-1 0 1 0 0,0 0 0 0 0,0 0 0 0 0,-1 0 0 0 0,1 1 0 0 0,-1-1-1 0 0,-1 1 1 0 0,1 0 0 0 0,-1-1 0 0 0,0 1 0 0 0,0 0 0 0 0,0 0-1 0 0,-1 0 1 0 0,0 0 0 0 0,-1 9 0 0 0,0-6-61 0 0,-1 1 1 0 0,0-1-1 0 0,0 0 1 0 0,-1 1-1 0 0,0-1 0 0 0,0-1 1 0 0,-1 1-1 0 0,0 0 1 0 0,-1-1-1 0 0,0 0 0 0 0,0 0 1 0 0,-1 0-1 0 0,0-1 1 0 0,0 0-1 0 0,-1 0 0 0 0,-12 10 1 0 0,18-16-57 0 0,0 0 0 0 0,0 0 0 0 0,0 0 0 0 0,0 0 0 0 0,0-1 0 0 0,-1 1 0 0 0,1-1 0 0 0,0 1-1 0 0,0 0 1 0 0,-1-1 0 0 0,1 0 0 0 0,0 1 0 0 0,-1-1 0 0 0,1 0 0 0 0,0 0 0 0 0,-1 0 0 0 0,1 0 0 0 0,-1 0 0 0 0,1 0 0 0 0,0 0 0 0 0,-1 0 0 0 0,1 0 0 0 0,0-1 0 0 0,-1 1 0 0 0,-1-2 0 0 0,0 1-14 0 0,1-1 0 0 0,0 0 0 0 0,0 1 0 0 0,0-1 1 0 0,0 0-1 0 0,1-1 0 0 0,-1 1 0 0 0,0 0 0 0 0,1 0 1 0 0,0-1-1 0 0,-1 1 0 0 0,0-4 0 0 0,-3-7-152 0 0,1-1-1 0 0,0 1 1 0 0,-4-28-1 0 0,6 29-75 0 0,1-1 0 0 0,1 0 0 0 0,0 0 0 0 0,0 0 0 0 0,1 0 0 0 0,1 0 0 0 0,0 0 0 0 0,1 1-1 0 0,4-13 1 0 0,-5 19-39 0 0,0 1 0 0 0,0 0 0 0 0,1 0-1 0 0,0 0 1 0 0,0 0 0 0 0,0 0-1 0 0,0 1 1 0 0,1-1 0 0 0,-1 1 0 0 0,1 0-1 0 0,0 0 1 0 0,1 1 0 0 0,-1-1-1 0 0,1 1 1 0 0,-1 0 0 0 0,1 0 0 0 0,0 0-1 0 0,0 0 1 0 0,1 1 0 0 0,-1 0-1 0 0,0 0 1 0 0,11-1 0 0 0,3-1-1685 0 0,0 2 1 0 0,0 1-1 0 0,28 1 1 0 0,-26 2 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1.5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159 91 360 0 0,'0'0'9049'0'0,"-10"0"-4435"0"0,-11 1-2505 0 0,15 1-1894 0 0,0 1 0 0 0,0 0 0 0 0,0 0 0 0 0,1 1 0 0 0,-1-1 0 0 0,1 1 0 0 0,0 0 0 0 0,0 1 1 0 0,0-1-1 0 0,1 1 0 0 0,0 0 0 0 0,-6 8 0 0 0,2-1-115 0 0,0 1 0 0 0,1-1 0 0 0,1 1 0 0 0,-9 22 0 0 0,13-27-71 0 0,-1 1 0 0 0,2-1 0 0 0,-1 1-1 0 0,1-1 1 0 0,0 1 0 0 0,1 0-1 0 0,0 0 1 0 0,0-1 0 0 0,2 12-1 0 0,-2-18-28 0 0,1 0 0 0 0,-1 0 0 0 0,1 0-1 0 0,0 0 1 0 0,-1 0 0 0 0,1 0 0 0 0,0-1-1 0 0,0 1 1 0 0,0 0 0 0 0,0 0-1 0 0,1-1 1 0 0,-1 1 0 0 0,0-1 0 0 0,1 1-1 0 0,-1-1 1 0 0,1 0 0 0 0,-1 1 0 0 0,3 0-1 0 0,-2-1-8 0 0,0 0 0 0 0,1-1-1 0 0,-1 1 1 0 0,1-1-1 0 0,-1 0 1 0 0,1 1 0 0 0,-1-1-1 0 0,1 0 1 0 0,-1 0-1 0 0,1-1 1 0 0,-1 1 0 0 0,0 0-1 0 0,1-1 1 0 0,-1 0-1 0 0,1 1 1 0 0,-1-1 0 0 0,0 0-1 0 0,4-2 1 0 0,2-2-61 0 0,-1 0 0 0 0,1 0 0 0 0,-1 0-1 0 0,-1-1 1 0 0,1 0 0 0 0,-1 0 0 0 0,0 0 0 0 0,0-1 0 0 0,-1 0 0 0 0,1 0 0 0 0,3-9 0 0 0,-1 3-86 0 0,-1-1 1 0 0,0 0 0 0 0,-1 0 0 0 0,-1-1-1 0 0,6-22 1 0 0,-8 19 70 0 0,0 1 0 0 0,-2-1 0 0 0,0 0 0 0 0,-1 1 0 0 0,-1-1-1 0 0,0 0 1 0 0,-7-30 0 0 0,8 48 87 0 0,0 0 0 0 0,0 1 0 0 0,-1-1 0 0 0,1 0 0 0 0,0 0 0 0 0,0 0 0 0 0,0 0 0 0 0,0 0 0 0 0,0 1 0 0 0,0-1 0 0 0,0 0 1 0 0,-1 0-1 0 0,1 0 0 0 0,0 0 0 0 0,0 0 0 0 0,0 0 0 0 0,0 0 0 0 0,0 0 0 0 0,-1 0 0 0 0,1 0 0 0 0,0 1 0 0 0,0-1 0 0 0,0 0 0 0 0,0 0 0 0 0,-1 0 0 0 0,1 0 0 0 0,0 0 0 0 0,0 0 0 0 0,0 0 0 0 0,-1 0 0 0 0,1 0 0 0 0,0 0 0 0 0,0 0 0 0 0,0-1 0 0 0,0 1 0 0 0,-1 0 0 0 0,1 0 0 0 0,0 0 0 0 0,0 0 0 0 0,0 0 0 0 0,0 0 0 0 0,0 0 0 0 0,-1 0 0 0 0,1 0 0 0 0,0-1 0 0 0,0 1 0 0 0,0 0 0 0 0,0 0 0 0 0,0 0 0 0 0,0 0 0 0 0,0 0 0 0 0,-1 0 0 0 0,1-1 0 0 0,0 1 1 0 0,0 0-1 0 0,-5 16 81 0 0,6 10-58 0 0,0-1 0 0 0,1 1 0 0 0,2-1 0 0 0,8 32 0 0 0,-7-41-626 0 0,0 0 1 0 0,2 0-1 0 0,0-1 0 0 0,12 20 1 0 0,-17-32 181 0 0,0 0 1 0 0,0 0 0 0 0,0 0 0 0 0,0-1 0 0 0,1 1 0 0 0,-1-1-1 0 0,1 1 1 0 0,2 1 0 0 0,-2-3-198 0 0,-1 1 0 0 0,0-1 0 0 0,0 0 0 0 0,1 0 0 0 0,-1 0 0 0 0,1-1 0 0 0,-1 1 0 0 0,0-1 0 0 0,1 1 1 0 0,-1-1-1 0 0,5 1 0 0 0,3-1-1614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1.9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23 468 0 0,'-4'-12'2313'0'0,"-5"1"10620"0"0,10 27-11501 0 0,6 18 263 0 0,1 0 1 0 0,20 51 0 0 0,1 3-85 0 0,-25-73-1395 0 0,47 197 1721 0 0,-45-182-1832 0 0,-3 0 0 0 0,0 1-1 0 0,-2-1 1 0 0,-1 1 0 0 0,-5 34 0 0 0,4-56-125 0 0,-1 1 0 0 0,0 0 1 0 0,-1-1-1 0 0,0 0 0 0 0,-1 1 1 0 0,0-1-1 0 0,-5 9 1 0 0,8-16-9 0 0,0-1 0 0 0,0 1 0 0 0,0-1 1 0 0,0 1-1 0 0,0-1 0 0 0,0 1 1 0 0,0-1-1 0 0,-1 0 0 0 0,1 1 1 0 0,0-1-1 0 0,-1 0 0 0 0,1 0 0 0 0,-1 0 1 0 0,1 0-1 0 0,-1 0 0 0 0,0-1 1 0 0,1 1-1 0 0,-1 0 0 0 0,0-1 1 0 0,0 1-1 0 0,1-1 0 0 0,-1 0 0 0 0,0 1 1 0 0,0-1-1 0 0,0 0 0 0 0,1 0 1 0 0,-1 0-1 0 0,0 0 0 0 0,0-1 1 0 0,0 1-1 0 0,0 0 0 0 0,1-1 0 0 0,-1 1 1 0 0,0-1-1 0 0,1 0 0 0 0,-1 0 1 0 0,0 1-1 0 0,1-1 0 0 0,-1 0 1 0 0,1 0-1 0 0,-1 0 0 0 0,1-1 0 0 0,0 1 1 0 0,-1 0-1 0 0,-1-3 0 0 0,-2-2-68 0 0,-1 0 0 0 0,1 0-1 0 0,0-1 1 0 0,1 0 0 0 0,-1 0-1 0 0,1 0 1 0 0,1 0 0 0 0,-1-1 0 0 0,1 0-1 0 0,1 1 1 0 0,-1-1 0 0 0,0-9-1 0 0,0 3-53 0 0,1 0-1 0 0,1 1 0 0 0,0-1 0 0 0,1 0 1 0 0,0 0-1 0 0,4-19 0 0 0,-3 27 21 0 0,0 1 0 0 0,0 0 0 0 0,0-1 0 0 0,1 1 0 0 0,0 0 0 0 0,0 0 0 0 0,1 0-1 0 0,-1 0 1 0 0,1 0 0 0 0,0 1 0 0 0,1-1 0 0 0,-1 1 0 0 0,1 0 0 0 0,-1 0 0 0 0,1 0-1 0 0,0 1 1 0 0,1-1 0 0 0,6-3 0 0 0,-3 2-278 0 0,0 2 0 0 0,0-1 1 0 0,1 1-1 0 0,0 0 0 0 0,-1 1 0 0 0,1 0 0 0 0,0 0 0 0 0,0 1 0 0 0,0 0 1 0 0,13 1-1 0 0,16 1-4000 0 0,1 1 1 0 0,57 11-1 0 0,-73-8 2038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2.3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238 34 1388 0 0,'0'-1'461'0'0,"0"0"1"0"0,0 0-1 0 0,0-1 0 0 0,0 1 1 0 0,0 0-1 0 0,-1 0 0 0 0,1 0 1 0 0,0-1-1 0 0,-1 1 0 0 0,1 0 0 0 0,-1 0 1 0 0,1 0-1 0 0,-1 0 0 0 0,0 0 1 0 0,1 0-1 0 0,-1 0 0 0 0,0 0 1 0 0,0 0-1 0 0,0 0 0 0 0,0 0 0 0 0,1 0 1 0 0,-1 1-1 0 0,0-1 0 0 0,-2-1 1 0 0,0 1-85 0 0,0 0 1 0 0,-1 0 0 0 0,1 0 0 0 0,0 0 0 0 0,0 1-1 0 0,0-1 1 0 0,0 1 0 0 0,-1 0 0 0 0,-4 0 0 0 0,-5 2 11 0 0,-1-1 0 0 0,1 2 0 0 0,-19 5 0 0 0,3 0 188 0 0,20-7-462 0 0,0 1 1 0 0,0 0-1 0 0,1 1 0 0 0,-1 0 1 0 0,1 0-1 0 0,0 1 1 0 0,0 0-1 0 0,-8 6 0 0 0,16-10-124 0 0,31-4-214 0 0,-17 1 271 0 0,0 0-1 0 0,0 2 0 0 0,0 0 0 0 0,0 0 0 0 0,0 1 0 0 0,0 1 1 0 0,0 1-1 0 0,0 0 0 0 0,-1 0 0 0 0,1 1 0 0 0,21 9 0 0 0,-29-10 37 0 0,-1 0-1 0 0,0 1 1 0 0,0-1-1 0 0,0 1 1 0 0,-1 1-1 0 0,1-1 1 0 0,-1 0-1 0 0,1 1 1 0 0,-1 0-1 0 0,0 0 1 0 0,-1 1-1 0 0,1-1 1 0 0,-1 1-1 0 0,1-1 1 0 0,-2 1-1 0 0,1 0 1 0 0,0 0-1 0 0,-1 1 1 0 0,0-1-1 0 0,0 0 1 0 0,-1 1-1 0 0,1-1 1 0 0,-1 1-1 0 0,0 0 1 0 0,-1-1-1 0 0,1 1 1 0 0,-1 0-1 0 0,0-1 1 0 0,-1 1-1 0 0,1 0 1 0 0,-2 5-1 0 0,-1 4-123 0 0,-1-1 0 0 0,0 0 0 0 0,-1 0 0 0 0,0-1 1 0 0,-1 1-1 0 0,0-1 0 0 0,-11 16 0 0 0,10-19-721 0 0,0-1 0 0 0,-1 1 1 0 0,-15 14-1 0 0,17-19-248 0 0,0 0 1 0 0,0 0-1 0 0,0-1 0 0 0,-1 0 1 0 0,0 0-1 0 0,-10 4 0 0 0,14-7 80 0 0,0-1 0 0 0,0 1 0 0 0,0 0 0 0 0,0-1 0 0 0,-1 0 0 0 0,1 0 0 0 0,0 0-1 0 0,0 0 1 0 0,-6-1 0 0 0,-1-1-1489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2.6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1 379 1460 0 0,'2'0'778'0'0,"1"-1"0"0"0,-1 1 0 0 0,1-1-1 0 0,-1 1 1 0 0,1 0 0 0 0,-1 0 0 0 0,1 0 0 0 0,-1 0 0 0 0,1 1-1 0 0,-1-1 1 0 0,1 1 0 0 0,-1-1 0 0 0,1 1 0 0 0,-1 0 0 0 0,5 2-1 0 0,-2 0-112 0 0,0 0 0 0 0,0 1 0 0 0,-1-1 0 0 0,1 1 0 0 0,-1 0 0 0 0,7 8 0 0 0,-2 0-85 0 0,0 0-1 0 0,-1 0 1 0 0,0 1-1 0 0,9 23 1 0 0,-12-22-334 0 0,-1-1 0 0 0,0 1 0 0 0,-1 0-1 0 0,0 0 1 0 0,-1 1 0 0 0,-1-1 0 0 0,0 17 0 0 0,-2 25-5242 0 0,0-29-1198 0 0,1 1-3315 0 0</inkml:trace>
  <inkml:trace contextRef="#ctx0" brushRef="#br0" timeOffset="1">68 77 220 0 0,'-2'-6'1121'0'0,"-1"-1"1"0"0,1 1-1 0 0,-1-1 1 0 0,0 1-1 0 0,-1 0 1 0 0,1 0-1 0 0,-1 1 1 0 0,0-1-1 0 0,-1 1 0 0 0,0 0 1 0 0,-6-6-1 0 0,11 11-821 0 0,3 4-936 0 0,0 1 1 0 0,0-1-1 0 0,1 1 1 0 0,0-1-1 0 0,0 0 1 0 0,0 0 0 0 0,0-1-1 0 0,0 1 1 0 0,7 3-1 0 0,14 12-4286 0 0,-17-10 2798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3.1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21 672 0 0,'2'-17'7785'0'0,"-1"16"-7651"0"0,-1 1 1 0 0,0 0 0 0 0,0 0-1 0 0,0 0 1 0 0,0 0 0 0 0,0-1-1 0 0,0 1 1 0 0,0 0 0 0 0,0 0-1 0 0,0 0 1 0 0,0 0 0 0 0,1 0-1 0 0,-1 0 1 0 0,0-1 0 0 0,0 1-1 0 0,0 0 1 0 0,0 0 0 0 0,0 0-1 0 0,0 0 1 0 0,1 0 0 0 0,-1 0-1 0 0,0 0 1 0 0,0 0 0 0 0,0 0-1 0 0,0 0 1 0 0,1 0 0 0 0,-1 0-1 0 0,0 0 1 0 0,0 0 0 0 0,0 0-1 0 0,0 0 1 0 0,0 0 0 0 0,1 0-1 0 0,-1 0 1 0 0,0 0 0 0 0,0 0-1 0 0,0 0 1 0 0,0 0 0 0 0,1 0-1 0 0,-1 0 1 0 0,0 0-1 0 0,0 0 1 0 0,18 22 5945 0 0,-5-5-6294 0 0,0 0 616 0 0,0 0 1 0 0,-1 2 0 0 0,0-1 0 0 0,-2 1 0 0 0,0 1-1 0 0,-1 0 1 0 0,-1 0 0 0 0,-1 1 0 0 0,7 35 0 0 0,-11-39-437 0 0,0 0 0 0 0,-1-1 0 0 0,-1 1 0 0 0,-1 0 0 0 0,0 0 0 0 0,-1 0 0 0 0,-1 0 0 0 0,-1-1 0 0 0,0 1 0 0 0,-1-1 0 0 0,-1 1 0 0 0,0-1 0 0 0,-9 15 1 0 0,12-27-105 0 0,0 0 1 0 0,-1 0 0 0 0,0 0 0 0 0,0-1-1 0 0,0 1 1 0 0,-1-1 0 0 0,1 0 0 0 0,-1 0 0 0 0,1 0-1 0 0,-1 0 1 0 0,0-1 0 0 0,0 1 0 0 0,-1-1-1 0 0,-7 3 1 0 0,10-4 72 0 0,0-1-1 0 0,0 1 0 0 0,-1 0 0 0 0,1-1 1 0 0,0 0-1 0 0,0 1 0 0 0,0-1 1 0 0,0 0-1 0 0,0 0 0 0 0,0 0 1 0 0,0-1-1 0 0,-1 1 0 0 0,1 0 0 0 0,0-1 1 0 0,0 1-1 0 0,0-1 0 0 0,0 0 1 0 0,0 0-1 0 0,0 0 0 0 0,1 0 1 0 0,-1 0-1 0 0,0 0 0 0 0,0 0 0 0 0,1-1 1 0 0,-1 1-1 0 0,1 0 0 0 0,-1-1 1 0 0,1 0-1 0 0,-1 1 0 0 0,1-1 1 0 0,0 0-1 0 0,0 1 0 0 0,0-1 0 0 0,-2-4 1 0 0,2 4 35 0 0,1 1 0 0 0,-1-1 0 0 0,1 0 0 0 0,-1 0 0 0 0,1 0 0 0 0,0 1 0 0 0,-1-1 0 0 0,1 0 0 0 0,0 0 0 0 0,0 0 0 0 0,0 1 0 0 0,1-1 0 0 0,-1 0 0 0 0,0 0 0 0 0,1 0 0 0 0,-1 1 0 0 0,1-1 0 0 0,-1 0 0 0 0,1 0 0 0 0,1-2 0 0 0,1 0 1 0 0,0 1 0 0 0,-1-1 0 0 0,1 1 0 0 0,0 0-1 0 0,1 0 1 0 0,-1 0 0 0 0,1 0 0 0 0,4-3 0 0 0,6-2-3 0 0,0 1 1 0 0,1 0-1 0 0,25-9 1 0 0,-12 9 29 0 0,48-7 1 0 0,-46 10 42 0 0,48-14 1 0 0,-70 15-21 0 0,1 0 0 0 0,-1 0 1 0 0,0-1-1 0 0,0 0 0 0 0,0 0 0 0 0,-1-1 1 0 0,1 0-1 0 0,-1 0 0 0 0,12-13 0 0 0,-17 17-12 0 0,-1 0 0 0 0,0 0 0 0 0,0 0 0 0 0,0 0 0 0 0,0 0-1 0 0,0 0 1 0 0,-1 0 0 0 0,1-1 0 0 0,0 1 0 0 0,0 0 0 0 0,-1 0-1 0 0,1-1 1 0 0,-1 1 0 0 0,1-1 0 0 0,-1 1 0 0 0,0 0 0 0 0,1-1 0 0 0,-1 1-1 0 0,0-1 1 0 0,0 1 0 0 0,0-1 0 0 0,0 1 0 0 0,0 0 0 0 0,0-1-1 0 0,0 1 1 0 0,-1-1 0 0 0,0-2 0 0 0,0 3 3 0 0,0 0 0 0 0,-1 0 1 0 0,1 0-1 0 0,0-1 0 0 0,-1 1 0 0 0,1 1 0 0 0,-1-1 1 0 0,0 0-1 0 0,1 0 0 0 0,-1 1 0 0 0,1-1 0 0 0,-1 0 0 0 0,0 1 1 0 0,0 0-1 0 0,1-1 0 0 0,-1 1 0 0 0,0 0 0 0 0,0 0 1 0 0,1 0-1 0 0,-1 0 0 0 0,0 0 0 0 0,-3 1 0 0 0,-4 0 53 0 0,1 0-1 0 0,0 1 0 0 0,-1 0 1 0 0,1 1-1 0 0,0-1 0 0 0,0 2 1 0 0,0-1-1 0 0,1 1 0 0 0,-1 0 1 0 0,1 0-1 0 0,0 1 0 0 0,0 0 1 0 0,0 1-1 0 0,1-1 0 0 0,-1 1 1 0 0,2 1-1 0 0,-1-1 0 0 0,1 1 1 0 0,0 0-1 0 0,-6 10 0 0 0,5-5 77 0 0,0 0-1 0 0,1 0 1 0 0,1 0-1 0 0,0 1 1 0 0,0-1-1 0 0,1 1 1 0 0,1 0-1 0 0,0 0 1 0 0,1 0-1 0 0,1 0 0 0 0,0 0 1 0 0,3 25-1 0 0,-2-33-106 0 0,0 0 0 0 0,0 0 0 0 0,0 0 0 0 0,1 0 0 0 0,-1 0 0 0 0,1 0-1 0 0,1 0 1 0 0,-1-1 0 0 0,1 1 0 0 0,-1-1 0 0 0,1 0 0 0 0,0 0 0 0 0,1 0-1 0 0,6 7 1 0 0,-4-6-49 0 0,1-1-1 0 0,-1 0 1 0 0,1 0-1 0 0,0 0 0 0 0,0-1 1 0 0,0 0-1 0 0,0 0 1 0 0,0-1-1 0 0,9 2 1 0 0,13 1-579 0 0,1-2 0 0 0,-1-1 1 0 0,1-1-1 0 0,34-4 1 0 0,-42 2-209 0 0,122-13-7660 0 0,-79 7 1485 0 0,-44 4 4470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3.5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23 244 0 0,'0'-22'18554'0'0,"0"35"-17363"0"0,-1 70 2488 0 0,-1-26-4004 0 0,6 58 0 0 0,-4-111-145 0 0,1 0 0 0 0,0-1 0 0 0,0 1 0 0 0,1 0 1 0 0,-1 0-1 0 0,1 0 0 0 0,0-1 0 0 0,0 1 0 0 0,4 6 0 0 0,-5-9 1 0 0,0 0 0 0 0,0 0 0 0 0,1 1 0 0 0,-1-1 0 0 0,0 0 0 0 0,1 0 0 0 0,-1 0 0 0 0,0 0 0 0 0,1 0 0 0 0,-1-1 0 0 0,3 2 0 0 0,-3-2 3 0 0,0 1 0 0 0,0-1 0 0 0,0 0 1 0 0,0 0-1 0 0,0 0 0 0 0,1 0 0 0 0,-1 0 0 0 0,0 0 0 0 0,0 0 1 0 0,0 0-1 0 0,0-1 0 0 0,0 1 0 0 0,0 0 0 0 0,0-1 0 0 0,0 1 1 0 0,0-1-1 0 0,0 1 0 0 0,0-1 0 0 0,1 0 0 0 0,1-3-2152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3.8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25 126 384 0 0,'-16'-33'9523'0'0,"8"-5"-4786"0"0,8 36-4688 0 0,-1-1-1 0 0,1 1 1 0 0,1-1-1 0 0,-1 1 1 0 0,0-1 0 0 0,0 1-1 0 0,1 0 1 0 0,0-1-1 0 0,-1 1 1 0 0,1 0 0 0 0,0 0-1 0 0,2-4 1 0 0,-2 5-232 0 0,0-1-1 0 0,1 0 1 0 0,-1 1 0 0 0,1-1 0 0 0,-1 1 0 0 0,1 0 0 0 0,0-1-1 0 0,-1 1 1 0 0,1 0 0 0 0,0 0 0 0 0,0 0 0 0 0,0 0-1 0 0,0 0 1 0 0,0 1 0 0 0,0-1 0 0 0,3 0 0 0 0,-3 1-152 0 0,-1-1 0 0 0,1 1-1 0 0,-1 0 1 0 0,1 0 0 0 0,0 1 0 0 0,-1-1 0 0 0,1 0 0 0 0,-1 0 0 0 0,1 1 0 0 0,-1-1-1 0 0,1 1 1 0 0,-1-1 0 0 0,1 1 0 0 0,-1 0 0 0 0,0-1 0 0 0,1 1 0 0 0,-1 0 0 0 0,0 0-1 0 0,0 0 1 0 0,1 0 0 0 0,-1 0 0 0 0,0 0 0 0 0,0 1 0 0 0,1 1 0 0 0,3 4-1685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4.2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216 22 324 0 0,'5'-8'3474'0'0,"1"-5"5593"0"0,-7 13-8897 0 0,0-1 0 0 0,0 1 0 0 0,0 0 0 0 0,0 0 0 0 0,0 0 0 0 0,0 0 0 0 0,0 1 1 0 0,0-1-1 0 0,1 0 0 0 0,-1 0 0 0 0,0 0 0 0 0,0 1 0 0 0,0-1 0 0 0,0 0 0 0 0,0 1 0 0 0,1-1 0 0 0,-1 1 0 0 0,-1 0 0 0 0,-28 14 297 0 0,0 1 0 0 0,1 1 0 0 0,1 1 1 0 0,-51 44-1 0 0,79-61-470 0 0,-1 0-1 0 0,1-1 1 0 0,0 1 0 0 0,0 0 0 0 0,0 0 0 0 0,0 0-1 0 0,-1 0 1 0 0,1 0 0 0 0,0-1 0 0 0,0 1 0 0 0,1 0 0 0 0,-1 0-1 0 0,0 0 1 0 0,0 0 0 0 0,0-1 0 0 0,0 1 0 0 0,1 0-1 0 0,-1 0 1 0 0,0 0 0 0 0,1-1 0 0 0,-1 1 0 0 0,1 0 0 0 0,-1 0-1 0 0,1-1 1 0 0,-1 1 0 0 0,1 0 0 0 0,0-1 0 0 0,-1 1-1 0 0,1-1 1 0 0,0 1 0 0 0,-1-1 0 0 0,1 1 0 0 0,1 0 0 0 0,36 30 27 0 0,-20-18 48 0 0,58 62 345 0 0,-69-67-309 0 0,0 0-1 0 0,-1 0 1 0 0,0 0-1 0 0,-1 0 1 0 0,0 1-1 0 0,0 0 1 0 0,-1 0-1 0 0,5 14 0 0 0,-9-18-22 0 0,1-1-1 0 0,-1 1 0 0 0,0-1 1 0 0,0 1-1 0 0,-1-1 0 0 0,1 1 1 0 0,-1-1-1 0 0,0 1 0 0 0,0-1 0 0 0,-1 0 1 0 0,1 1-1 0 0,-1-1 0 0 0,0 0 1 0 0,0 0-1 0 0,0 0 0 0 0,-1 0 1 0 0,1-1-1 0 0,-1 1 0 0 0,0-1 0 0 0,-5 6 1 0 0,3-4-17 0 0,0 0 1 0 0,-1 0-1 0 0,1-1 0 0 0,-1 1 1 0 0,0-1-1 0 0,0-1 1 0 0,-1 1-1 0 0,1-1 0 0 0,-1 0 1 0 0,1 0-1 0 0,-1-1 1 0 0,-10 3-1 0 0,16-5-86 0 0,-1 0-1 0 0,0 0 1 0 0,1 0-1 0 0,-1 0 1 0 0,0 0-1 0 0,1 0 1 0 0,-1 0-1 0 0,0-1 1 0 0,1 1 0 0 0,-1 0-1 0 0,0-1 1 0 0,1 1-1 0 0,-1-1 1 0 0,1 0-1 0 0,-1 0 1 0 0,1 1-1 0 0,-1-1 1 0 0,1 0-1 0 0,0 0 1 0 0,-3-2 0 0 0,-17-30-821 0 0,19 30 226 0 0,1-1 1 0 0,-1 0-1 0 0,0 1 0 0 0,-1 0 0 0 0,1-1 0 0 0,0 1 1 0 0,-1 0-1 0 0,0 0 0 0 0,-5-4 0 0 0,5 5-16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4.7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 28 2164 0 0,'-4'4'9173'0'0,"2"7"-5738"0"0,3 14-3423 0 0,-1-19 1082 0 0,1 44-330 0 0,2-1 0 0 0,2 0 0 0 0,3 0 0 0 0,1 0-1 0 0,19 53 1 0 0,-26-95-734 0 0,0-1-1 0 0,1 1 0 0 0,-1-1 0 0 0,2 0 1 0 0,-1 0-1 0 0,0 0 0 0 0,1 0 1 0 0,9 9-1 0 0,-11-13-18 0 0,0 0 1 0 0,0-1 0 0 0,0 1-1 0 0,0-1 1 0 0,0 1-1 0 0,0-1 1 0 0,1 0 0 0 0,-1 0-1 0 0,0 0 1 0 0,1 0-1 0 0,-1 0 1 0 0,1-1 0 0 0,-1 1-1 0 0,1-1 1 0 0,-1 1-1 0 0,1-1 1 0 0,0 0 0 0 0,-1 0-1 0 0,1 0 1 0 0,-1-1-1 0 0,1 1 1 0 0,-1 0 0 0 0,1-1-1 0 0,-1 0 1 0 0,1 0-1 0 0,3-1 1 0 0,3-3 9 0 0,0 0 1 0 0,0 0-1 0 0,-1-1 1 0 0,0 0-1 0 0,0-1 0 0 0,0 0 1 0 0,0 0-1 0 0,-1-1 1 0 0,-1 1-1 0 0,1-1 0 0 0,-1-1 1 0 0,-1 0-1 0 0,1 1 1 0 0,-2-2-1 0 0,1 1 1 0 0,-1 0-1 0 0,3-11 0 0 0,4-15-172 0 0,-1 0 0 0 0,-2-1-1 0 0,6-52 1 0 0,-12 71-140 0 0,-1 0 1 0 0,-2-32-1 0 0,1 44 11 0 0,0 0 1 0 0,-1 0 0 0 0,0 0-1 0 0,0 0 1 0 0,0 0-1 0 0,-1 1 1 0 0,1-1-1 0 0,-1 1 1 0 0,0-1-1 0 0,-1 1 1 0 0,1-1-1 0 0,-1 1 1 0 0,0 0 0 0 0,-5-6-1 0 0,2 8-118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5.0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237 27 592 0 0,'1'-1'656'0'0,"0"0"1"0"0,-1 0-1 0 0,1 0 0 0 0,0 0 0 0 0,-1 0 1 0 0,1 0-1 0 0,-1 0 0 0 0,0 0 0 0 0,1 0 1 0 0,-1 0-1 0 0,0-1 0 0 0,0 1 0 0 0,1 0 0 0 0,-1 0 1 0 0,0 0-1 0 0,0-1 0 0 0,0 1 0 0 0,-1-2 1 0 0,1 3-486 0 0,-1 0 0 0 0,1-1 1 0 0,-1 1-1 0 0,1-1 0 0 0,-1 1 0 0 0,1 0 1 0 0,-1 0-1 0 0,1-1 0 0 0,-1 1 1 0 0,1 0-1 0 0,-1 0 0 0 0,1 0 0 0 0,-1-1 1 0 0,1 1-1 0 0,-1 0 0 0 0,0 0 1 0 0,1 0-1 0 0,-1 0 0 0 0,1 0 0 0 0,-1 0 1 0 0,0 0-1 0 0,1 0 0 0 0,-1 1 1 0 0,1-1-1 0 0,-2 0 0 0 0,-47 20-422 0 0,40-16 846 0 0,-80 40-605 0 0,79-38 0 0 0,-1 0-1 0 0,1 2 0 0 0,0-1 1 0 0,0 1-1 0 0,-15 18 0 0 0,24-25 6 0 0,0 0 0 0 0,1 1 0 0 0,-1-1 0 0 0,1 1 0 0 0,0-1-1 0 0,-1 1 1 0 0,1 0 0 0 0,0-1 0 0 0,0 1 0 0 0,0-1 0 0 0,0 1 0 0 0,0-1-1 0 0,0 1 1 0 0,1 0 0 0 0,-1-1 0 0 0,0 1 0 0 0,1-1 0 0 0,-1 1 0 0 0,1-1-1 0 0,0 1 1 0 0,-1-1 0 0 0,1 0 0 0 0,0 1 0 0 0,0-1 0 0 0,0 0 0 0 0,0 0-1 0 0,2 3 1 0 0,36 38 11 0 0,-31-35 12 0 0,2 3 111 0 0,-1 1 1 0 0,0-1-1 0 0,0 1 1 0 0,-1 1-1 0 0,0 0 1 0 0,-1 0 0 0 0,0 0-1 0 0,-1 1 1 0 0,6 18-1 0 0,-10-23-64 0 0,0-1 0 0 0,-1 1 0 0 0,0 0 0 0 0,0 0 0 0 0,-1-1 0 0 0,0 1 0 0 0,0 0 0 0 0,0 0-1 0 0,-1-1 1 0 0,-1 1 0 0 0,1 0 0 0 0,-1-1 0 0 0,0 1 0 0 0,-1-1 0 0 0,0 0 0 0 0,0 0 0 0 0,-1 0 0 0 0,-5 9 0 0 0,-4 5-881 0 0,-17 24-1723 0 0,28-44 1663 0 0,1 1 0 0 0,-1 0 0 0 0,0 0 0 0 0,0 0 0 0 0,-1-1 0 0 0,1 0 0 0 0,0 1 0 0 0,0-1 0 0 0,-1 0 0 0 0,-2 1 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5.4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0 134 1572 0 0,'59'-13'8367'0'0,"1"-4"-4327"0"0,110-49-1623 0 0,-144 52-2237 0 0,-25 13-162 0 0,1 1 0 0 0,-1-1 0 0 0,0 0 1 0 0,0 1-1 0 0,0-1 0 0 0,0 0 0 0 0,-1 0 0 0 0,1 0 0 0 0,0 0 1 0 0,0 0-1 0 0,0 0 0 0 0,-1 0 0 0 0,1 0 0 0 0,-1 0 0 0 0,1-1 0 0 0,-1 1 1 0 0,1 0-1 0 0,0-2 0 0 0,-3 2 2 0 0,0 1 0 0 0,0-1 0 0 0,0 1 0 0 0,0-1 0 0 0,0 1 1 0 0,1 0-1 0 0,-1 0 0 0 0,0 0 0 0 0,0 0 0 0 0,0 0 0 0 0,0 0 0 0 0,0 1 0 0 0,-3 0 0 0 0,3-1 0 0 0,-19 4 113 0 0,0 1 0 0 0,0 1 1 0 0,0 0-1 0 0,0 2 0 0 0,1 0 1 0 0,1 2-1 0 0,-1 0 0 0 0,1 1 1 0 0,1 1-1 0 0,0 0 0 0 0,-25 24 1 0 0,40-33-102 0 0,-1 1 0 0 0,1-1 0 0 0,1 1 0 0 0,-1 0 0 0 0,0 0 0 0 0,1 0 0 0 0,0 0-1 0 0,0 0 1 0 0,0 0 0 0 0,0 0 0 0 0,1 1 0 0 0,-1-1 0 0 0,1 1 0 0 0,0-1 0 0 0,1 1 0 0 0,-1 7 0 0 0,1-6-25 0 0,1 0 0 0 0,0 0 0 0 0,0 0 0 0 0,0 0 0 0 0,1 0 1 0 0,0-1-1 0 0,0 1 0 0 0,0 0 0 0 0,1-1 0 0 0,0 1 0 0 0,5 6 0 0 0,-1-2-155 0 0,1 0 0 0 0,0-1 0 0 0,0 0 0 0 0,1 0 0 0 0,1-1 0 0 0,-1 0 0 0 0,1-1 0 0 0,1 0 0 0 0,-1-1 0 0 0,1 0 0 0 0,19 8 0 0 0,-7-6-918 0 0,0-2 0 0 0,0 0 1 0 0,34 3-1 0 0,-41-7-373 0 0,0-2 1 0 0,0 0-1 0 0,0 0 1 0 0,0-2-1 0 0,0 0 1 0 0,15-4-1 0 0,-7 1-894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5.7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66 58 1268 0 0,'-5'-57'11114'0'0,"28"91"-7155"0"0,-7-3-3417 0 0,-1 0 1 0 0,-2 1 0 0 0,-1 0-1 0 0,-2 1 1 0 0,-1 0-1 0 0,-1 0 1 0 0,-2 1 0 0 0,-1 0-1 0 0,-2 0 1 0 0,-2 62-1 0 0,-2-72-550 0 0,-1 0 0 0 0,-1-1 1 0 0,-1 1-1 0 0,-1-1 0 0 0,-1 0 0 0 0,-1-1 0 0 0,-1 1 0 0 0,-1-1 0 0 0,-1-1 0 0 0,-1 1 0 0 0,-13 19 0 0 0,20-37-79 0 0,1 1 1 0 0,-1-1-1 0 0,0 0 1 0 0,0 0-1 0 0,0-1 0 0 0,-1 1 1 0 0,-7 4-1 0 0,11-7 69 0 0,0-1-1 0 0,0 1 0 0 0,0-1 0 0 0,0 1 1 0 0,0-1-1 0 0,0 0 0 0 0,0 1 1 0 0,0-1-1 0 0,-1 0 0 0 0,1 0 0 0 0,0 0 1 0 0,0 1-1 0 0,0-1 0 0 0,0-1 1 0 0,0 1-1 0 0,0 0 0 0 0,0 0 0 0 0,-1 0 1 0 0,1 0-1 0 0,0-1 0 0 0,0 1 1 0 0,0-1-1 0 0,0 1 0 0 0,0-1 0 0 0,0 1 1 0 0,0-1-1 0 0,0 1 0 0 0,0-1 1 0 0,1 0-1 0 0,-1 0 0 0 0,0 1 0 0 0,0-1 1 0 0,1 0-1 0 0,-1 0 0 0 0,0 0 1 0 0,1 0-1 0 0,-1 0 0 0 0,0 0 0 0 0,1 0 1 0 0,0 0-1 0 0,-1 0 0 0 0,1 0 1 0 0,0 0-1 0 0,-1-1 0 0 0,-2-8-41 0 0,1 1-1 0 0,0-1 1 0 0,0 1-1 0 0,1-1 1 0 0,0 1-1 0 0,1-1 1 0 0,0 0-1 0 0,0 0 1 0 0,1 1-1 0 0,0-1 1 0 0,1 1-1 0 0,0-1 1 0 0,1 1-1 0 0,0-1 1 0 0,0 1-1 0 0,8-13 1 0 0,-5 10-250 0 0,0 1-1 0 0,1 0 1 0 0,0 0 0 0 0,1 1 0 0 0,0 0 0 0 0,1 0 0 0 0,0 1 0 0 0,1 0 0 0 0,0 1 0 0 0,0 0 0 0 0,21-13-1 0 0,-7 11-1370 0 0,0 1-1 0 0,0 1 0 0 0,1 1 1 0 0,0 1-1 0 0,0 1 0 0 0,0 2 0 0 0,39-2 1 0 0,-31 3-535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6.1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356 38 832 0 0,'0'-1'530'0'0,"0"0"0"0"0,0 0 0 0 0,-1 0 0 0 0,1 0 0 0 0,0 0 0 0 0,-1 0 0 0 0,1 0 0 0 0,0 0 0 0 0,-1 0-1 0 0,1 0 1 0 0,-1 0 0 0 0,1 0 0 0 0,-1 0 0 0 0,0 1 0 0 0,1-1 0 0 0,-1 0 0 0 0,0 0 0 0 0,1 1 0 0 0,-1-1 0 0 0,-1 0 0 0 0,-24-10 3233 0 0,17 8-3239 0 0,-1 2 1 0 0,1-1-1 0 0,-16 1 1 0 0,14 1-271 0 0,1 1 1 0 0,-1 1-1 0 0,1 0 0 0 0,-1 0 1 0 0,1 1-1 0 0,0 1 1 0 0,0-1-1 0 0,0 2 1 0 0,1-1-1 0 0,0 1 1 0 0,-1 1-1 0 0,2 0 1 0 0,-1 0-1 0 0,-11 11 1 0 0,9-7-133 0 0,0 1 1 0 0,1 0 0 0 0,0 1 0 0 0,1 0 0 0 0,0 1 0 0 0,1-1 0 0 0,0 2 0 0 0,1-1 0 0 0,-8 22-1 0 0,13-29-108 0 0,0 0-1 0 0,1 0 1 0 0,-1 1-1 0 0,1-1 1 0 0,1 1-1 0 0,-1-1 1 0 0,1 1-1 0 0,0-1 0 0 0,0 1 1 0 0,1-1-1 0 0,0 1 1 0 0,0-1-1 0 0,4 11 1 0 0,-4-14-20 0 0,0 0 0 0 0,1 0 1 0 0,-1 0-1 0 0,1 0 0 0 0,0 0 1 0 0,0 0-1 0 0,0-1 1 0 0,1 1-1 0 0,-1-1 0 0 0,1 1 1 0 0,-1-1-1 0 0,1 0 0 0 0,0 0 1 0 0,-1 0-1 0 0,1 0 0 0 0,0-1 1 0 0,1 1-1 0 0,-1-1 0 0 0,0 0 1 0 0,0 0-1 0 0,0 0 0 0 0,1 0 1 0 0,-1 0-1 0 0,0-1 0 0 0,1 0 1 0 0,-1 1-1 0 0,6-1 0 0 0,4-1-166 0 0,1-1 0 0 0,-1 0 0 0 0,0 0 0 0 0,0-1 0 0 0,0-1 0 0 0,0 0 0 0 0,-1-1 0 0 0,0 0 0 0 0,1-1 0 0 0,-2 0 0 0 0,1-1 0 0 0,18-14 0 0 0,-23 15 50 0 0,1 0 1 0 0,-1 0-1 0 0,-1-1 0 0 0,1 0 1 0 0,-1 0-1 0 0,0 0 0 0 0,0-1 1 0 0,-1 0-1 0 0,0 0 0 0 0,-1 0 1 0 0,0-1-1 0 0,0 0 1 0 0,0 0-1 0 0,-1 0 0 0 0,-1 0 1 0 0,0 0-1 0 0,0 0 0 0 0,1-17 1 0 0,-3 25 152 0 0,0-1 0 0 0,0 1 0 0 0,1-1 0 0 0,-2 1 0 0 0,1-1 0 0 0,0 1 1 0 0,0-1-1 0 0,0 1 0 0 0,-1-1 0 0 0,1 1 0 0 0,-1-1 0 0 0,1 1 0 0 0,-1 0 1 0 0,1-1-1 0 0,-1 1 0 0 0,0 0 0 0 0,0-1 0 0 0,0 1 0 0 0,-2-2 0 0 0,3 3-7 0 0,0 0 0 0 0,0 0 0 0 0,-1 0 0 0 0,1 0 0 0 0,0 0-1 0 0,-1 0 1 0 0,1 0 0 0 0,0 0 0 0 0,0 0 0 0 0,-1 0 0 0 0,1 0 0 0 0,0 0-1 0 0,-1 0 1 0 0,1 0 0 0 0,0 0 0 0 0,0 0 0 0 0,-1 1 0 0 0,1-1 0 0 0,0 0-1 0 0,0 0 1 0 0,-1 0 0 0 0,1 0 0 0 0,0 1 0 0 0,0-1 0 0 0,0 0-1 0 0,0 0 1 0 0,-1 0 0 0 0,1 1 0 0 0,0-1 0 0 0,0 0 0 0 0,0 1 0 0 0,-7 18 484 0 0,6-11-517 0 0,0-1 1 0 0,1 1-1 0 0,0 0 0 0 0,0-1 1 0 0,1 1-1 0 0,0-1 1 0 0,0 1-1 0 0,0-1 1 0 0,1 0-1 0 0,0 1 0 0 0,1-1 1 0 0,0 0-1 0 0,0 0 1 0 0,0 0-1 0 0,1-1 0 0 0,0 1 1 0 0,0-1-1 0 0,1 0 1 0 0,-1 0-1 0 0,11 9 0 0 0,-8-9-432 0 0,0 0 0 0 0,0-1 0 0 0,0 0 0 0 0,1 0 0 0 0,0-1 0 0 0,0 0 0 0 0,13 5-1 0 0,-12-6-529 0 0,0 0-1 0 0,1-1 0 0 0,-1 0 1 0 0,1-1-1 0 0,-1 0 0 0 0,1 0 0 0 0,12-2 1 0 0,14-3-3722 0 0,-20 2 2305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6.5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261 71 1052 0 0,'0'-4'996'0'0,"0"0"0"0"0,0-1 1 0 0,0 1-1 0 0,-1 0 0 0 0,1 0 0 0 0,-1-1 0 0 0,0 1 0 0 0,0 0 0 0 0,-1 0 0 0 0,-2-7 1 0 0,2 10-810 0 0,1-1 0 0 0,-1 1 1 0 0,1-1-1 0 0,-1 1 0 0 0,1 0 0 0 0,-1-1 1 0 0,0 1-1 0 0,0 0 0 0 0,0 0 1 0 0,0 0-1 0 0,1 1 0 0 0,-1-1 1 0 0,0 0-1 0 0,0 1 0 0 0,0-1 0 0 0,0 1 1 0 0,-1 0-1 0 0,1-1 0 0 0,0 1 1 0 0,0 0-1 0 0,0 0 0 0 0,0 1 1 0 0,0-1-1 0 0,-3 1 0 0 0,-18 2 296 0 0,1 1 0 0 0,-1 1 0 0 0,1 1 1 0 0,0 1-1 0 0,0 1 0 0 0,-26 14 0 0 0,46-21-473 0 0,1-1 1 0 0,0 1-1 0 0,-1 0 0 0 0,1 0 1 0 0,0-1-1 0 0,-1 1 0 0 0,1 0 1 0 0,0 0-1 0 0,0 0 0 0 0,0 0 1 0 0,0 1-1 0 0,0-1 1 0 0,-1 3-1 0 0,2-4-11 0 0,-1 1 0 0 0,1-1 1 0 0,0 1-1 0 0,0-1 0 0 0,0 1 1 0 0,0-1-1 0 0,0 1 0 0 0,0-1 0 0 0,0 1 1 0 0,0-1-1 0 0,0 1 0 0 0,1-1 1 0 0,-1 1-1 0 0,0 0 0 0 0,0-1 1 0 0,0 0-1 0 0,1 1 0 0 0,-1-1 0 0 0,0 1 1 0 0,0-1-1 0 0,1 1 0 0 0,-1-1 1 0 0,0 1-1 0 0,1-1 0 0 0,0 1 0 0 0,4 3-21 0 0,0-1 0 0 0,0 0 0 0 0,0 0-1 0 0,0-1 1 0 0,10 4 0 0 0,-3-1 50 0 0,-2 1 24 0 0,0-1 1 0 0,0 1 0 0 0,-1 0 0 0 0,1 1 0 0 0,-2 0 0 0 0,1 1 0 0 0,-1 0 0 0 0,0 0-1 0 0,0 1 1 0 0,-1 0 0 0 0,-1 0 0 0 0,1 0 0 0 0,-1 1 0 0 0,-1 0 0 0 0,0 0 0 0 0,0 1-1 0 0,-1 0 1 0 0,-1-1 0 0 0,1 1 0 0 0,-2 0 0 0 0,3 19 0 0 0,-4-20-175 0 0,0 0 0 0 0,-1-1 0 0 0,0 1 0 0 0,-1 0 0 0 0,0 0 0 0 0,0-1 1 0 0,-1 1-1 0 0,0 0 0 0 0,-1-1 0 0 0,0 0 0 0 0,-1 0 0 0 0,1 0 0 0 0,-2 0 0 0 0,1 0 0 0 0,-1-1 0 0 0,-1 1 0 0 0,0-2 1 0 0,0 1-1 0 0,0 0 0 0 0,-1-1 0 0 0,0-1 0 0 0,0 1 0 0 0,-1-1 0 0 0,0 0 0 0 0,-12 7 0 0 0,18-12-177 0 0,0 0-1 0 0,-1 0 0 0 0,1 0 0 0 0,-1 0 1 0 0,1 0-1 0 0,-1 0 0 0 0,1-1 0 0 0,-1 1 1 0 0,1-1-1 0 0,-5 0 0 0 0,5 0-198 0 0,0 0 0 0 0,0 0-1 0 0,0-1 1 0 0,0 1 0 0 0,0-1 0 0 0,0 0-1 0 0,1 1 1 0 0,-1-1 0 0 0,0 0 0 0 0,0 0 0 0 0,1 0-1 0 0,-1 0 1 0 0,0 0 0 0 0,1-1 0 0 0,-1 1-1 0 0,1 0 1 0 0,0-1 0 0 0,-1 1 0 0 0,1-1-1 0 0,0 1 1 0 0,0-1 0 0 0,-2-3 0 0 0,-2-5-1982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6.9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238 1 840 0 0,'5'13'11795'0'0,"7"29"-8037"0"0,5 15-2919 0 0,-4-17-35 0 0,-2 2 0 0 0,-2 0 0 0 0,-1 0-1 0 0,-2 0 1 0 0,-2 1 0 0 0,-4 81 0 0 0,-1-104-674 0 0,-2 1 0 0 0,0-1-1 0 0,-1 0 1 0 0,-2-1 0 0 0,0 1 0 0 0,0-1 0 0 0,-2 0 0 0 0,0-1 0 0 0,-2 0-1 0 0,0 0 1 0 0,-1-1 0 0 0,0 0 0 0 0,-1-1 0 0 0,-1 0 0 0 0,-1-1-1 0 0,-25 22 1 0 0,31-30-172 0 0,-1 0 0 0 0,1-1 0 0 0,-1-1 0 0 0,-1 0 0 0 0,1 0 0 0 0,-1 0 0 0 0,-11 3 0 0 0,19-7 23 0 0,0-1-1 0 0,0 1 1 0 0,0-1 0 0 0,-1 1-1 0 0,1-1 1 0 0,0 0 0 0 0,0 0-1 0 0,-1 0 1 0 0,1 0-1 0 0,0 0 1 0 0,0 0 0 0 0,-1-1-1 0 0,1 1 1 0 0,0-1-1 0 0,0 1 1 0 0,0-1 0 0 0,0 0-1 0 0,0 0 1 0 0,0 0 0 0 0,0 0-1 0 0,0 0 1 0 0,0-1-1 0 0,0 1 1 0 0,0 0 0 0 0,1-1-1 0 0,-1 0 1 0 0,0 1 0 0 0,1-1-1 0 0,0 0 1 0 0,-1 0-1 0 0,1 1 1 0 0,0-1 0 0 0,0 0-1 0 0,0 0 1 0 0,0-1-1 0 0,0 1 1 0 0,1 0 0 0 0,-1 0-1 0 0,0 0 1 0 0,1-3 0 0 0,-2-4-25 0 0,1 1 1 0 0,1 0-1 0 0,0 0 1 0 0,0 0-1 0 0,0-1 1 0 0,1 1 0 0 0,0 0-1 0 0,1 0 1 0 0,0 0-1 0 0,0 0 1 0 0,6-14-1 0 0,-1 7-111 0 0,0 0-1 0 0,0 0 1 0 0,1 1-1 0 0,1 1 0 0 0,12-14 1 0 0,-11 15-241 0 0,0 1 0 0 0,1 1 0 0 0,1 0 1 0 0,-1 1-1 0 0,2 0 0 0 0,-1 0 0 0 0,1 2 1 0 0,1-1-1 0 0,-1 2 0 0 0,1 0 0 0 0,0 0 0 0 0,1 1 1 0 0,14-2-1 0 0,-6 2-1349 0 0,1 2 0 0 0,-1 0 1 0 0,1 2-1 0 0,-1 0 0 0 0,1 2 0 0 0,-1 1 0 0 0,40 7 1 0 0,-40-3-434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7.3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142 74 84 0 0,'-39'-61'15123'0'0,"39"61"-14973"0"0,-1-1 0 0 0,1 0 0 0 0,0 0 0 0 0,-1 1 0 0 0,1-1 0 0 0,-1 0 0 0 0,1 1 0 0 0,0-1 0 0 0,-1 0 0 0 0,0 1 0 0 0,1-1 0 0 0,-1 1 0 0 0,1-1 0 0 0,-1 1 0 0 0,0-1 0 0 0,1 1 0 0 0,-1 0 0 0 0,0-1 0 0 0,1 1 0 0 0,-1 0 0 0 0,0-1 0 0 0,0 1 1 0 0,1 0-1 0 0,-1 0 0 0 0,0 0 0 0 0,0 0 0 0 0,0 0 0 0 0,1 0 0 0 0,-2 0 0 0 0,0 0 6 0 0,1 1-1 0 0,-1 0 1 0 0,1 0 0 0 0,-1-1 0 0 0,1 1-1 0 0,0 0 1 0 0,-1 0 0 0 0,1 0 0 0 0,0 1 0 0 0,0-1-1 0 0,-1 0 1 0 0,1 0 0 0 0,-1 2 0 0 0,-3 6 195 0 0,-1 0 0 0 0,1 0 0 0 0,-5 13 0 0 0,2-4-137 0 0,2 0 1 0 0,0 1-1 0 0,1 0 1 0 0,0 0-1 0 0,-1 28 1 0 0,5-39-207 0 0,0 0 0 0 0,1 0 0 0 0,0 0 0 0 0,1 1 1 0 0,0-1-1 0 0,0 0 0 0 0,1 0 0 0 0,0 0 0 0 0,0-1 1 0 0,1 1-1 0 0,0 0 0 0 0,0-1 0 0 0,1 0 1 0 0,0 0-1 0 0,8 12 0 0 0,-9-17-50 0 0,-1 0-1 0 0,1 0 1 0 0,0 0 0 0 0,0 0 0 0 0,0 0 0 0 0,0-1-1 0 0,0 1 1 0 0,0-1 0 0 0,0 0 0 0 0,0 0-1 0 0,0 0 1 0 0,1 0 0 0 0,-1-1 0 0 0,0 1-1 0 0,1-1 1 0 0,-1 0 0 0 0,0 0 0 0 0,1 0-1 0 0,-1 0 1 0 0,0-1 0 0 0,1 1 0 0 0,-1-1-1 0 0,0 0 1 0 0,0 0 0 0 0,5-2 0 0 0,8-3-348 0 0,-1 0 1 0 0,0-1 0 0 0,23-14-1 0 0,-21 9 93 0 0,-1 0-1 0 0,-1-1 0 0 0,0-1 0 0 0,-1 0 0 0 0,0-1 1 0 0,-1-1-1 0 0,-1 0 0 0 0,0-1 0 0 0,-1 0 0 0 0,-1-1 1 0 0,-1 0-1 0 0,-1 0 0 0 0,8-23 0 0 0,-10 25 200 0 0,-4 13 92 0 0,-1 0 1 0 0,0 0-1 0 0,0 0 1 0 0,0 0-1 0 0,0-1 0 0 0,0 1 1 0 0,0-5-1 0 0,-1 7 24 0 0,-11 22 59 0 0,7-13-128 0 0,1 0 0 0 0,0-1 0 0 0,1 1 1 0 0,0 0-1 0 0,0 1 0 0 0,0-1 0 0 0,1 0 1 0 0,0 0-1 0 0,1 1 0 0 0,0-1 0 0 0,0 0 1 0 0,1 1-1 0 0,2 10 0 0 0,-2-13-233 0 0,1-1 0 0 0,0 1 0 0 0,0-1-1 0 0,0 0 1 0 0,1 1 0 0 0,0-1 0 0 0,0 0 0 0 0,0 0 0 0 0,1-1 0 0 0,-1 1 0 0 0,1-1-1 0 0,0 0 1 0 0,1 0 0 0 0,-1 0 0 0 0,1 0 0 0 0,0-1 0 0 0,-1 1 0 0 0,1-1 0 0 0,9 3-1 0 0,-4-2-1019 0 0,0 0-1 0 0,0-1 1 0 0,0 0-1 0 0,1-1 1 0 0,11 1-1 0 0,-2-1-904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7.7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289 37 1860 0 0,'-1'-2'460'0'0,"1"0"0"0"0,-1 0 1 0 0,-1 0-1 0 0,1 0 0 0 0,0 0 0 0 0,0 0 0 0 0,-1 1 0 0 0,1-1 0 0 0,-1 0 0 0 0,1 1 1 0 0,-1-1-1 0 0,0 1 0 0 0,0-1 0 0 0,0 1 0 0 0,0 0 0 0 0,0 0 0 0 0,0 0 1 0 0,0 0-1 0 0,-4-1 0 0 0,1 0-85 0 0,-1 1 0 0 0,0 0-1 0 0,0 1 1 0 0,1-1 0 0 0,-1 1 0 0 0,0 0 0 0 0,-9 2 0 0 0,-7 2 11 0 0,0 1 0 0 0,1 1-1 0 0,-22 9 1 0 0,31-10-210 0 0,-34 13 357 0 0,43-16-504 0 0,1-1-1 0 0,-1 0 0 0 0,1 1 0 0 0,0-1 1 0 0,-1 1-1 0 0,1 0 0 0 0,0 0 1 0 0,0 0-1 0 0,0 0 0 0 0,0 0 1 0 0,1 0-1 0 0,-1 0 0 0 0,0 1 1 0 0,0 2-1 0 0,2-4-27 0 0,0 0 0 0 0,0 0 0 0 0,0 0 0 0 0,0 0-1 0 0,0 0 1 0 0,0 0 0 0 0,1 1 0 0 0,-1-1 0 0 0,0 0 0 0 0,1 0 0 0 0,-1 0 0 0 0,1 0 0 0 0,-1 0 0 0 0,1 0 0 0 0,0-1 0 0 0,-1 1-1 0 0,1 0 1 0 0,0 0 0 0 0,0 0 0 0 0,-1 0 0 0 0,3 0 0 0 0,22 19 11 0 0,-20-16-1 0 0,11 9 103 0 0,0 1-1 0 0,0 0 1 0 0,-1 2-1 0 0,-1-1 1 0 0,21 31-1 0 0,-29-35 5 0 0,0-1-1 0 0,0 1 1 0 0,-1 0 0 0 0,-1 1-1 0 0,0 0 1 0 0,0-1-1 0 0,-1 1 1 0 0,-1 0 0 0 0,0 0-1 0 0,0 1 1 0 0,-1 15-1 0 0,-1-16-56 0 0,0 1-1 0 0,-1-1 1 0 0,-4 22 0 0 0,4-31-262 0 0,0 1 0 0 0,-1-1 0 0 0,1 0 1 0 0,0 1-1 0 0,-1-1 0 0 0,0 0 1 0 0,-4 6-1 0 0,5-8-139 0 0,0 1 0 0 0,-1-1 1 0 0,0 1-1 0 0,1-1 0 0 0,-1 0 0 0 0,0 0 0 0 0,1 1 0 0 0,-1-1 1 0 0,0 0-1 0 0,0-1 0 0 0,0 1 0 0 0,0 0 0 0 0,0 0 1 0 0,-3 0-1 0 0,3-1-268 0 0,0 0 0 0 0,-1 0 0 0 0,1-1 1 0 0,0 1-1 0 0,0 0 0 0 0,0-1 0 0 0,0 1 1 0 0,0-1-1 0 0,0 0 0 0 0,0 1 0 0 0,0-1 1 0 0,0 0-1 0 0,-3-2 0 0 0,-2-2-1737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8.0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 1000 0 0,'10'-2'3021'0'0,"0"0"1"0"0,0 1-1 0 0,18 0 0 0 0,-20 2-2151 0 0,0-1 1 0 0,-1 1-1 0 0,1 1 0 0 0,0 0 0 0 0,10 3 1 0 0,-14-3-680 0 0,0-1 0 0 0,0 1 1 0 0,0 0-1 0 0,0 0 1 0 0,0 1-1 0 0,-1-1 1 0 0,1 1-1 0 0,-1 0 1 0 0,1 0-1 0 0,-1 0 1 0 0,0 0-1 0 0,0 1 0 0 0,-1-1 1 0 0,1 1-1 0 0,-1 0 1 0 0,1-1-1 0 0,-1 1 1 0 0,0 0-1 0 0,-1 0 1 0 0,1 1-1 0 0,-1-1 1 0 0,0 0-1 0 0,2 8 0 0 0,0 28 426 0 0,-2 1 0 0 0,-2 0 0 0 0,-1-1 0 0 0,-11 58 0 0 0,1-1-544 0 0,7-52-623 0 0,-4 70-1560 0 0,9-103 349 0 0,1 0-1 0 0,0 0 1 0 0,1 0-1 0 0,3 12 0 0 0,-5-21 1159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8.4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15 102 160 0 0,'-14'-11'12919'0'0,"22"8"-9483"0"0,8-1-3935 0 0,25-4 681 0 0,201-38-2237 0 0,-79 23-7623 0 0,-142 21 7451 0 0,0-3-3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8.7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125 17 1344 0 0,'-1'-1'747'0'0,"0"0"0"0"0,1-1 0 0 0,-1 1 0 0 0,1 0 0 0 0,-1 0 0 0 0,0 0 0 0 0,0 0 1 0 0,0 0-1 0 0,0 0 0 0 0,0 0 0 0 0,0 1 0 0 0,0-1 0 0 0,0 0 0 0 0,0 0 0 0 0,0 1 0 0 0,-2-2 0 0 0,2 2-373 0 0,1 0 1 0 0,-1 0-1 0 0,0 0 1 0 0,0 0-1 0 0,1 0 1 0 0,-1 0 0 0 0,0 1-1 0 0,1-1 1 0 0,-1 0-1 0 0,0 0 1 0 0,1 0-1 0 0,-1 1 1 0 0,0-1-1 0 0,1 0 1 0 0,-1 1-1 0 0,1-1 1 0 0,-1 1-1 0 0,1-1 1 0 0,-1 0-1 0 0,1 1 1 0 0,-1-1-1 0 0,0 2 1 0 0,-12 17 3831 0 0,3 4-4876 0 0,-1 12 798 0 0,1 0 0 0 0,1 1 0 0 0,2 0 0 0 0,1 1 0 0 0,3-1 0 0 0,0 1 0 0 0,3 0 0 0 0,3 37 0 0 0,-2-62-156 0 0,0-1 1 0 0,1 1-1 0 0,0 0 0 0 0,1-1 1 0 0,1 1-1 0 0,6 16 0 0 0,-8-25-19 0 0,-1 0-1 0 0,0 0 1 0 0,1-1-1 0 0,-1 1 1 0 0,1-1-1 0 0,0 1 1 0 0,0-1-1 0 0,0 0 1 0 0,0 0-1 0 0,0 1 1 0 0,0-2-1 0 0,1 1 1 0 0,-1 0-1 0 0,1 0 1 0 0,-1-1-1 0 0,1 1 1 0 0,0-1-1 0 0,0 0 1 0 0,-1 0-1 0 0,1 0 1 0 0,0 0-1 0 0,0 0 1 0 0,0-1-1 0 0,0 1 1 0 0,0-1-1 0 0,0 0 1 0 0,0 0-1 0 0,0 0 1 0 0,0 0-1 0 0,6-2 1 0 0,1-1-226 0 0,0 0 0 0 0,1-1 0 0 0,-1 0 0 0 0,-1-1 0 0 0,1 0 0 0 0,-1 0 1 0 0,0-1-1 0 0,0 0 0 0 0,0-1 0 0 0,-1 0 0 0 0,14-16 0 0 0,-17 19 206 0 0,-1 0 1 0 0,0-1-1 0 0,-1 0 0 0 0,1 1 0 0 0,-1-1 1 0 0,0-1-1 0 0,0 1 0 0 0,-1 0 0 0 0,1-1 1 0 0,-1 1-1 0 0,-1-1 0 0 0,1 0 0 0 0,-1 0 1 0 0,0 0-1 0 0,0 0 0 0 0,0 0 0 0 0,-1 0 1 0 0,0 0-1 0 0,0 0 0 0 0,-1 1 0 0 0,1-1 1 0 0,-1 0-1 0 0,-2-6 0 0 0,2 9 62 0 0,-1 0 0 0 0,1 0 0 0 0,-1 0 0 0 0,0 0-1 0 0,0 0 1 0 0,0 0 0 0 0,0 1 0 0 0,0-1 0 0 0,0 1 0 0 0,-1 0-1 0 0,1-1 1 0 0,-1 1 0 0 0,0 0 0 0 0,-5-2 0 0 0,2 1-1 0 0,-1 0 0 0 0,1 0-1 0 0,-1 1 1 0 0,0 0 0 0 0,0 0 0 0 0,-11 0 0 0 0,-4 0-478 0 0,0 2-1 0 0,1 0 1 0 0,-36 6-1 0 0,27 1-652 0 0,3 0-2566 0 0,10-5-5865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9.1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0 384 1540 0 0,'3'14'9774'0'0,"5"10"-4463"0"0,2 3-3190 0 0,-2 7-270 0 0,-3-18-1421 0 0,-1 1 0 0 0,-1-1 0 0 0,0 1-1 0 0,-2 0 1 0 0,0 0 0 0 0,0 0 0 0 0,-3 24 0 0 0,1-37 886 0 0,-1 6-1155 0 0,2-2-8017 0 0,8-21-7006 0 0,-4 5 12187 0 0</inkml:trace>
  <inkml:trace contextRef="#ctx0" brushRef="#br0" timeOffset="1">93 93 552 0 0,'-30'-92'13927'0'0,"32"91"-13635"0"0,6 9-828 0 0,7 10-938 0 0,-11-6 546 0 0,20 53-6870 0 0,-21-49 5663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19.4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51 1816 0 0,'-2'22'9364'0'0,"-2"-1"-4902"0"0,2-15-4161 0 0,1-1 0 0 0,0 1 0 0 0,0 0 0 0 0,0 0 0 0 0,1-1-1 0 0,0 1 1 0 0,0 0 0 0 0,1 0 0 0 0,-1 0 0 0 0,3 9 0 0 0,3 11 565 0 0,-5-21-608 0 0,0 0 0 0 0,0 1 1 0 0,1-1-1 0 0,0 0 1 0 0,3 8-1 0 0,0-14 342 0 0,2-10-667 0 0,6-20-706 0 0,-9 23 712 0 0,13-33-432 0 0,-11 24 415 0 0,1-1 1 0 0,1 1-1 0 0,1 1 1 0 0,0 0-1 0 0,20-26 1 0 0,-28 41 94 0 0,0 0 0 0 0,0 0 0 0 0,0-1 0 0 0,1 1 0 0 0,-1 1 1 0 0,0-1-1 0 0,1 0 0 0 0,-1 0 0 0 0,1 0 0 0 0,-1 1 1 0 0,1-1-1 0 0,-1 0 0 0 0,1 1 0 0 0,-1 0 0 0 0,1-1 1 0 0,-1 1-1 0 0,1 0 0 0 0,0 0 0 0 0,-1 0 0 0 0,1 0 1 0 0,-1 0-1 0 0,1 0 0 0 0,0 0 0 0 0,-1 0 0 0 0,1 1 1 0 0,-1-1-1 0 0,1 1 0 0 0,-1-1 0 0 0,1 1 0 0 0,-1 0 0 0 0,1 0 1 0 0,-1-1-1 0 0,1 1 0 0 0,-1 0 0 0 0,0 0 0 0 0,0 0 1 0 0,1 0-1 0 0,-1 0 0 0 0,1 2 0 0 0,7 6 277 0 0,0 1-1 0 0,-1 0 0 0 0,14 21 1 0 0,-12-16 10 0 0,77 118 1101 0 0,-82-128-1765 0 0,-1 1-1 0 0,1-1 1 0 0,-1 0 0 0 0,1 0 0 0 0,1 0-1 0 0,-1-1 1 0 0,1 0 0 0 0,6 4 0 0 0,19 1-4732 0 0,8-12-3642 0 0,-29 1 5858 0 0,-2-1 25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40.6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396 288 1928 0 0,'31'-23'3504'0'0,"59"-34"0"0"0,45-5-1119 0 0,-73 40-1850 0 0,0 3 0 0 0,98-18 0 0 0,-125 32-249 0 0,1 1 0 0 0,0 1 0 0 0,0 2 0 0 0,-1 2 0 0 0,1 1 1 0 0,0 2-1 0 0,50 11 0 0 0,-45-3 88 0 0,0 1 0 0 0,-1 1 1 0 0,-1 3-1 0 0,0 1 0 0 0,69 45 0 0 0,-44-20-16 0 0,-2 3 1 0 0,-2 2-1 0 0,-2 3 0 0 0,-2 2 0 0 0,82 103 0 0 0,-105-109-194 0 0,-3 1-1 0 0,-1 1 0 0 0,-3 2 1 0 0,-2 1-1 0 0,-3 0 0 0 0,-1 2 1 0 0,-3 0-1 0 0,11 63 1 0 0,-7 2 578 0 0,-6 1 0 0 0,1 215 1 0 0,-17-275-520 0 0,-2 0 1 0 0,-2-1-1 0 0,-3 0 1 0 0,-18 66 0 0 0,16-90-118 0 0,-2 0 1 0 0,-1 0-1 0 0,-2-1 1 0 0,-1-1-1 0 0,-2-1 1 0 0,-1 0-1 0 0,-44 54 1 0 0,17-34 21 0 0,-1-2 1 0 0,-4-3-1 0 0,-1-1 1 0 0,-2-3 0 0 0,-92 56-1 0 0,74-58-83 0 0,-1-3-1 0 0,-2-4 1 0 0,-1-3-1 0 0,-108 30 1 0 0,139-49 2 0 0,-1-3-1 0 0,0-1 1 0 0,-1-2-1 0 0,0-2 1 0 0,-93-5-1 0 0,113-1-31 0 0,0-1 0 0 0,0-2 0 0 0,0-1 0 0 0,1-1 0 0 0,0-1 0 0 0,0-1 0 0 0,1-2 0 0 0,1 0 0 0 0,-1-2 0 0 0,2 0 0 0 0,-40-31 0 0 0,27 12 16 0 0,1-3-1 0 0,1-1 0 0 0,2-1 1 0 0,2-1-1 0 0,2-2 0 0 0,1-1 1 0 0,2-1-1 0 0,2-2 0 0 0,-29-74 1 0 0,17 17-62 0 0,3-1 0 0 0,5-2 0 0 0,-18-145 0 0 0,28 116-53 0 0,-1-155-1 0 0,18 221 81 0 0,4 0 1 0 0,2 0 0 0 0,3 1 0 0 0,22-84 0 0 0,-17 105-267 0 0,2 1 0 0 0,2 0 0 0 0,1 2 0 0 0,3 0 0 0 0,43-64 0 0 0,-12 34-1261 0 0,4 3 1 0 0,67-65-1 0 0,112-92-5654 0 0,-65 91-2877 0 0,-135 109 7588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41.7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0 1368 0 0,'-11'3'3660'0'0,"-5"3"3710"0"0,17-6-7271 0 0,-1 1-1 0 0,0-1 0 0 0,0 1 0 0 0,0-1 0 0 0,1 1 0 0 0,-1 0 0 0 0,0-1 1 0 0,1 0-1 0 0,-1 1 0 0 0,0-1 0 0 0,1 1 0 0 0,-1-1 0 0 0,1 1 0 0 0,-1-1 1 0 0,1 0-1 0 0,-1 1 0 0 0,1-1 0 0 0,-1 0 0 0 0,1 0 0 0 0,-1 1 0 0 0,1-1 1 0 0,-1 0-1 0 0,1 0 0 0 0,0 0 0 0 0,-1 0 0 0 0,1 1 0 0 0,-1-1 0 0 0,1 0 1 0 0,0 0-1 0 0,39 11 854 0 0,0-1 0 0 0,0-2 0 0 0,1-1 1 0 0,60 1-1 0 0,-70-6-601 0 0,991 68 3708 0 0,-443-33-3746 0 0,-84-16-364 0 0,-490-21-207 0 0,0 0 0 0 0,0 0-1 0 0,1-1 1 0 0,-1 0 0 0 0,0 0 0 0 0,0-1-1 0 0,0 1 1 0 0,-1-1 0 0 0,1 0-1 0 0,0 0 1 0 0,-1 0 0 0 0,1-1 0 0 0,7-5-1 0 0,-10 6-258 0 0,0 0-1 0 0,-1 0 0 0 0,1 0 0 0 0,0 1 0 0 0,-1-1 0 0 0,0-1 1 0 0,1 1-1 0 0,-1 0 0 0 0,0 0 0 0 0,0 0 0 0 0,0-1 1 0 0,1-4-1 0 0,-2 4-375 0 0,1 0 0 0 0,-1 0 0 0 0,0 0 1 0 0,0 0-1 0 0,-1 0 0 0 0,1 0 0 0 0,0 0 1 0 0,-1 0-1 0 0,0 1 0 0 0,0-1 0 0 0,0 0 1 0 0,-2-5-1 0 0,-2-1-1602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42.0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88 2 1300 0 0,'-12'-1'3297'0'0,"-2"0"5861"0"0,25 10-5619 0 0,44 20-1995 0 0,-25-15-1062 0 0,0 2 0 0 0,-2 1-1 0 0,52 40 1 0 0,-77-56-465 0 0,-1 1 0 0 0,0 0 0 0 0,-1 0 0 0 0,1 1 0 0 0,0-1 0 0 0,0 0 0 0 0,-1 0-1 0 0,0 1 1 0 0,1-1 0 0 0,-1 1 0 0 0,0 0 0 0 0,0-1 0 0 0,0 1 0 0 0,-1 0 0 0 0,1-1 0 0 0,0 1 0 0 0,-1 0-1 0 0,0 4 1 0 0,0-3 9 0 0,-1 1 0 0 0,0 0-1 0 0,0-1 1 0 0,0 1-1 0 0,0-1 1 0 0,-1 0 0 0 0,0 1-1 0 0,0-1 1 0 0,0 0-1 0 0,-3 5 1 0 0,-7 7 43 0 0,-1 0-1 0 0,-1-1 1 0 0,0 0-1 0 0,-17 13 1 0 0,25-22-57 0 0,-76 61-181 0 0,45-38-2524 0 0,-50 51 0 0 0,82-74 2937 0 0,5-1-5108 0 0,13-4-3853 0 0,-1-3 6182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42.4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1 233 1936 0 0,'0'0'4761'0'0,"2"5"1762"0"0,9 20-3562 0 0,-4-4-2329 0 0,-1 1 0 0 0,-2 0-1 0 0,0 0 1 0 0,-1 0 0 0 0,-1 1 0 0 0,-1-1 0 0 0,-1 23 0 0 0,0-9-1981 0 0,6 54 0 0 0,0-75-894 0 0,-1-11-1169 0 0,7-9-7903 0 0</inkml:trace>
  <inkml:trace contextRef="#ctx0" brushRef="#br0" timeOffset="1">78 33 300 0 0,'-1'-16'3587'0'0,"-1"-1"5437"0"0,10 46-5667 0 0,-6-23-2993 0 0,-1 1 0 0 0,0 0-1 0 0,0-1 1 0 0,-1 1 0 0 0,0 9 0 0 0,0 6-2147 0 0,3-1-8195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42.7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0 200 0 0,'-6'2'16367'0'0,"2"1"-12795"0"0,10 93 2703 0 0,1 0-5195 0 0,-12 81-185 0 0,0-3-6153 0 0,9-152 2808 0 0,-2-12-1724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43.2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26 2000 0 0,'0'-1'3214'0'0,"-3"-16"8489"0"0,3 17-11622 0 0,0 0 0 0 0,0-1 0 0 0,0 1 1 0 0,0 0-1 0 0,0-1 0 0 0,0 1 0 0 0,0 0 0 0 0,0-1 0 0 0,0 1 0 0 0,0 0 1 0 0,0 0-1 0 0,1-1 0 0 0,-1 1 0 0 0,0 0 0 0 0,0-1 0 0 0,0 1 1 0 0,1 0-1 0 0,-1 0 0 0 0,0-1 0 0 0,0 1 0 0 0,0 0 0 0 0,1 0 1 0 0,-1-1-1 0 0,0 1 0 0 0,1 0 0 0 0,-1 0 0 0 0,0 0 0 0 0,0 0 1 0 0,1 0-1 0 0,-1-1 0 0 0,0 1 0 0 0,1 0 0 0 0,-1 0 0 0 0,0 0 1 0 0,1 0-1 0 0,-1 0 0 0 0,0 0 0 0 0,1 0 0 0 0,-1 0 0 0 0,0 0 1 0 0,1 0-1 0 0,-1 0 0 0 0,0 0 0 0 0,1 0 0 0 0,-1 0 0 0 0,0 1 0 0 0,1-1 1 0 0,-1 0-1 0 0,0 0 0 0 0,1 0 0 0 0,-1 0 0 0 0,0 1 0 0 0,0-1 1 0 0,1 0-1 0 0,-1 1 0 0 0,2 1 90 0 0,-1 0 0 0 0,1 0 0 0 0,-1 1 0 0 0,0-1 0 0 0,0 1 0 0 0,0-1 0 0 0,0 1 0 0 0,-1-1 0 0 0,1 1 0 0 0,-1-1 0 0 0,1 1 0 0 0,-1 0 0 0 0,0-1 0 0 0,0 4 0 0 0,1 7 260 0 0,3 15-6 0 0,-2 0 1 0 0,-1 0 0 0 0,-3 39-1 0 0,0-3-174 0 0,1-12-316 0 0,3 69-978 0 0,-1-106-833 0 0,2 1 1 0 0,7 29-1 0 0,-9-43 1325 0 0,0 0 0 0 0,0 1 1 0 0,0-1-1 0 0,1 0 0 0 0,-1 0 1 0 0,0 0-1 0 0,1 0 0 0 0,-1-1 1 0 0,4 3-1 0 0,-4-2-303 0 0,1-1 0 0 0,0 1 1 0 0,-1-1-1 0 0,1 0 0 0 0,0 0 0 0 0,0 0 0 0 0,0 0 1 0 0,0 0-1 0 0,0 0 0 0 0,3 0 0 0 0,3 1-1787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43.6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 99 276 0 0,'-17'10'16892'0'0,"31"-9"-14853"0"0,0-1-1992 0 0,-1-2 0 0 0,1 1 0 0 0,-1-2 0 0 0,0 0-1 0 0,0 0 1 0 0,14-6 0 0 0,-17 5-130 0 0,-1 0 0 0 0,-1 0 1 0 0,1 0-1 0 0,-1-1 0 0 0,1-1 0 0 0,-2 1 0 0 0,1-1 1 0 0,0-1-1 0 0,7-8 0 0 0,-14 14 71 0 0,0 1-1 0 0,-1-1 1 0 0,1 0-1 0 0,0 1 1 0 0,-1-1 0 0 0,1 0-1 0 0,-1 0 1 0 0,1 1-1 0 0,-1-1 1 0 0,1 0-1 0 0,-1 0 1 0 0,0 0 0 0 0,1 0-1 0 0,-1 1 1 0 0,0-1-1 0 0,0 0 1 0 0,0 0-1 0 0,0 0 1 0 0,0 0 0 0 0,0 0-1 0 0,0 0 1 0 0,0 0-1 0 0,0-1 1 0 0,0 2 6 0 0,-1-1 0 0 0,0 0 0 0 0,1 1-1 0 0,-1-1 1 0 0,1 1 0 0 0,-1-1 0 0 0,0 1 0 0 0,1-1 0 0 0,-1 1 0 0 0,0-1 0 0 0,0 1 0 0 0,1 0-1 0 0,-1 0 1 0 0,0-1 0 0 0,0 1 0 0 0,0 0 0 0 0,1 0 0 0 0,-1 0 0 0 0,0 0 0 0 0,-1 0-1 0 0,-4-1-5 0 0,1 1 0 0 0,-1 1 0 0 0,0-1 0 0 0,0 1-1 0 0,1 0 1 0 0,-7 2 0 0 0,2 1 42 0 0,1-1 1 0 0,-1 2-1 0 0,1 0 0 0 0,0 0 1 0 0,1 0-1 0 0,-1 1 0 0 0,1 0 1 0 0,0 1-1 0 0,1 0 0 0 0,-1 0 0 0 0,1 0 1 0 0,-8 13-1 0 0,7-8 22 0 0,1 0 0 0 0,0 0 0 0 0,1 1 0 0 0,0-1 0 0 0,1 2 0 0 0,1-1 0 0 0,0 0 0 0 0,-3 24 0 0 0,6-33-122 0 0,0 0 1 0 0,1 0-1 0 0,-1 0 0 0 0,1 0 1 0 0,0 0-1 0 0,1 0 0 0 0,-1 0 1 0 0,1 0-1 0 0,0 0 0 0 0,0-1 1 0 0,0 1-1 0 0,0 0 0 0 0,0 0 0 0 0,1-1 1 0 0,0 1-1 0 0,0 0 0 0 0,3 4 1 0 0,-2-4-171 0 0,1-1 1 0 0,0 1 0 0 0,0-1 0 0 0,0 0 0 0 0,0 0 0 0 0,0 0-1 0 0,1 0 1 0 0,-1-1 0 0 0,1 1 0 0 0,0-1 0 0 0,9 2-1 0 0,3 0-1148 0 0,0-1-1 0 0,0 0 1 0 0,0-1 0 0 0,0-1-1 0 0,1-1 1 0 0,30-4-1 0 0,-17 0-938 0 0,0-3 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44.1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369 36 964 0 0,'-2'-3'728'0'0,"0"0"0"0"0,0 1 0 0 0,0-1 0 0 0,0 1 0 0 0,-1-1 0 0 0,1 1 0 0 0,-1 0 0 0 0,1 0 0 0 0,-1 0 0 0 0,0 0 0 0 0,0 1 0 0 0,0-1 0 0 0,0 1 0 0 0,0 0 0 0 0,0 0 1 0 0,0 0-1 0 0,-4-1 0 0 0,4 2-401 0 0,0 0 0 0 0,-1 0 0 0 0,1 0 1 0 0,0 1-1 0 0,-1-1 0 0 0,1 1 0 0 0,0 0 1 0 0,0 0-1 0 0,-1 0 0 0 0,1 0 0 0 0,0 1 1 0 0,0-1-1 0 0,0 1 0 0 0,-3 2 0 0 0,-7 7-176 0 0,0 1 1 0 0,0 0-1 0 0,1 0 0 0 0,1 2 0 0 0,-13 16 0 0 0,14-15 496 0 0,-16 24-393 0 0,25-37-272 0 0,-1 0 0 0 0,1 1 1 0 0,0-1-1 0 0,0 0 1 0 0,0 1-1 0 0,1-1 0 0 0,-1 1 1 0 0,1-1-1 0 0,-1 1 0 0 0,1-1 1 0 0,0 1-1 0 0,0 0 0 0 0,0-1 1 0 0,0 1-1 0 0,1 4 1 0 0,0-7-10 0 0,-1 1 0 0 0,1 0 0 0 0,0-1 0 0 0,-1 1 0 0 0,1-1 1 0 0,0 1-1 0 0,0-1 0 0 0,-1 1 0 0 0,1-1 0 0 0,0 0 1 0 0,0 1-1 0 0,0-1 0 0 0,0 0 0 0 0,0 0 0 0 0,-1 1 1 0 0,1-1-1 0 0,0 0 0 0 0,0 0 0 0 0,0 0 0 0 0,0 0 1 0 0,0 0-1 0 0,0-1 0 0 0,0 1 0 0 0,-1 0 0 0 0,1 0 0 0 0,0 0 1 0 0,0-1-1 0 0,0 1 0 0 0,0 0 0 0 0,-1-1 0 0 0,1 1 1 0 0,0-1-1 0 0,0 1 0 0 0,0-2 0 0 0,29-15-760 0 0,-21 10 558 0 0,0-1-1 0 0,-1 1 1 0 0,0-2 0 0 0,0 1 0 0 0,-1-1-1 0 0,0 0 1 0 0,5-11 0 0 0,-9 16 200 0 0,-1-1-1 0 0,1 1 1 0 0,-1-1 0 0 0,-1 0 0 0 0,1 0 0 0 0,-1 0 0 0 0,1 0-1 0 0,-1 0 1 0 0,-1 0 0 0 0,1 0 0 0 0,-1 0 0 0 0,0 0 0 0 0,0-1 0 0 0,0 1-1 0 0,-1 0 1 0 0,0 0 0 0 0,0 0 0 0 0,-2-5 0 0 0,-3 81 983 0 0,6 140 511 0 0,-2 24-67 0 0,0-220-1301 0 0,0 0 1 0 0,-1-1 0 0 0,-1 1-1 0 0,0-1 1 0 0,-1 0-1 0 0,-1 0 1 0 0,0 0-1 0 0,-1-1 1 0 0,-12 19 0 0 0,13-24-51 0 0,0 0 1 0 0,0 0 0 0 0,-1 0-1 0 0,0-1 1 0 0,-1 0 0 0 0,1 0-1 0 0,-1-1 1 0 0,-1 0 0 0 0,1 0-1 0 0,-1-1 1 0 0,0 0 0 0 0,0-1-1 0 0,-1 0 1 0 0,-16 5 0 0 0,24-8-36 0 0,-1-1 1 0 0,0 1 0 0 0,0 0-1 0 0,1-1 1 0 0,-1 0-1 0 0,0 0 1 0 0,0 1 0 0 0,1-2-1 0 0,-1 1 1 0 0,0 0-1 0 0,0 0 1 0 0,1-1 0 0 0,-1 0-1 0 0,0 1 1 0 0,1-1 0 0 0,-1 0-1 0 0,1-1 1 0 0,-4-1-1 0 0,4 2-6 0 0,0-1-1 0 0,1 0 0 0 0,-1 1 0 0 0,0-1 0 0 0,1 0 1 0 0,0 0-1 0 0,-1 0 0 0 0,1 0 0 0 0,0-1 0 0 0,0 1 1 0 0,0 0-1 0 0,1 0 0 0 0,-1-1 0 0 0,0 1 0 0 0,1-1 0 0 0,-1-3 1 0 0,1-4-26 0 0,0 1 0 0 0,0 0 1 0 0,1 0-1 0 0,0-1 1 0 0,1 1-1 0 0,0 0 0 0 0,0 0 1 0 0,1 0-1 0 0,5-11 1 0 0,1 0-330 0 0,2 1 1 0 0,0 0 0 0 0,1 1-1 0 0,0 0 1 0 0,2 1 0 0 0,0 0-1 0 0,1 1 1 0 0,24-20 0 0 0,-18 19-1161 0 0,1 1 1 0 0,27-14-1 0 0,55-20-6684 0 0,-76 39 5712 0 0,-1 1 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44.7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265 161 1028 0 0,'-2'-3'1474'0'0,"-21"-14"7478"0"0,21 16-8694 0 0,0 0-1 0 0,0 1 1 0 0,0-1-1 0 0,0 1 0 0 0,0-1 1 0 0,0 1-1 0 0,0 0 1 0 0,0 0-1 0 0,0 0 1 0 0,0 0-1 0 0,0 0 1 0 0,0 0-1 0 0,0 1 1 0 0,0-1-1 0 0,0 0 1 0 0,0 1-1 0 0,0 0 1 0 0,0 0-1 0 0,-2 1 1 0 0,-9 3 179 0 0,0 2 0 0 0,1 0 0 0 0,0 0 0 0 0,0 1 0 0 0,1 1 0 0 0,0 0 1 0 0,1 0-1 0 0,0 1 0 0 0,-15 19 0 0 0,17-19-336 0 0,1 0-1 0 0,-1 1 1 0 0,2 0 0 0 0,-1 0 0 0 0,2 1 0 0 0,-1-1-1 0 0,2 1 1 0 0,-1 1 0 0 0,2-1 0 0 0,-5 22-1 0 0,8-31-115 0 0,-1 0 0 0 0,1 0 0 0 0,0 0-1 0 0,0 0 1 0 0,0-1 0 0 0,0 1 0 0 0,0 0 0 0 0,1 0-1 0 0,-1 0 1 0 0,1 0 0 0 0,0-1 0 0 0,0 1-1 0 0,0 0 1 0 0,0-1 0 0 0,0 1 0 0 0,0 0-1 0 0,1-1 1 0 0,-1 0 0 0 0,1 1 0 0 0,0-1 0 0 0,0 0-1 0 0,0 0 1 0 0,0 0 0 0 0,0 0 0 0 0,0 0-1 0 0,1 0 1 0 0,-1-1 0 0 0,0 1 0 0 0,1-1 0 0 0,-1 1-1 0 0,1-1 1 0 0,0 0 0 0 0,-1 0 0 0 0,1 0-1 0 0,0-1 1 0 0,0 1 0 0 0,0-1 0 0 0,0 1-1 0 0,-1-1 1 0 0,6 0 0 0 0,0 0-107 0 0,0 0 0 0 0,-1-1-1 0 0,1 0 1 0 0,0 0 0 0 0,-1-1-1 0 0,1 0 1 0 0,-1 0 0 0 0,0-1 0 0 0,1 1-1 0 0,-1-2 1 0 0,0 1 0 0 0,-1-1 0 0 0,1 0-1 0 0,6-6 1 0 0,4-7-119 0 0,-1 0-1 0 0,-1-1 1 0 0,-1-1 0 0 0,-1 0-1 0 0,0-1 1 0 0,-1-1 0 0 0,-2 0-1 0 0,0 0 1 0 0,-1-1 0 0 0,-1 0-1 0 0,-1-1 1 0 0,-1 1-1 0 0,4-36 1 0 0,-10 36 609 0 0,-3 20 68 0 0,-4 12-70 0 0,4 0-225 0 0,0-1 1 0 0,0 0 0 0 0,1 1 0 0 0,0 0 0 0 0,1-1 0 0 0,0 1-1 0 0,0 0 1 0 0,1 10 0 0 0,1-2 9 0 0,1 0 0 0 0,0 0 0 0 0,7 25 0 0 0,-6-33-114 0 0,0 0 1 0 0,1-1 0 0 0,0 1-1 0 0,1-1 1 0 0,0 0-1 0 0,1 0 1 0 0,-1-1 0 0 0,2 0-1 0 0,-1 0 1 0 0,1 0-1 0 0,0-1 1 0 0,1 0 0 0 0,0 0-1 0 0,10 6 1 0 0,-14-10-34 0 0,1 0 0 0 0,0 0 0 0 0,-1-1-1 0 0,1 0 1 0 0,0 0 0 0 0,0 0 0 0 0,1-1 0 0 0,-1 1 0 0 0,0-1 0 0 0,0-1-1 0 0,1 1 1 0 0,-1-1 0 0 0,1 0 0 0 0,-1 0 0 0 0,0 0 0 0 0,1-1 0 0 0,-1 1-1 0 0,0-2 1 0 0,0 1 0 0 0,1 0 0 0 0,-1-1 0 0 0,0 0 0 0 0,0 0 0 0 0,-1-1-1 0 0,1 1 1 0 0,0-1 0 0 0,-1 0 0 0 0,7-5 0 0 0,1-3-109 0 0,-1 1 0 0 0,0-2 0 0 0,-1 0-1 0 0,0 0 1 0 0,0-1 0 0 0,-2 0 0 0 0,1 0 0 0 0,9-23 0 0 0,-7 9-116 0 0,-2 1 0 0 0,0-1 1 0 0,9-53-1 0 0,-16 69 227 0 0,-1 1 0 0 0,0-1 0 0 0,-1 0 0 0 0,0 0-1 0 0,-1 1 1 0 0,-1-13 0 0 0,2 21 18 0 0,-1 1 0 0 0,1-1 0 0 0,0 1-1 0 0,0-1 1 0 0,-1 0 0 0 0,1 1 0 0 0,-1-1 0 0 0,1 1-1 0 0,-1-1 1 0 0,0 1 0 0 0,1 0 0 0 0,-1-1 0 0 0,0 1-1 0 0,0-1 1 0 0,0 1 0 0 0,0 0 0 0 0,0 0 0 0 0,-1 0-1 0 0,1 0 1 0 0,0 0 0 0 0,0 0 0 0 0,-1 0 0 0 0,1 0 0 0 0,0 0-1 0 0,-1 1 1 0 0,1-1 0 0 0,-1 0 0 0 0,1 1 0 0 0,-1-1-1 0 0,1 1 1 0 0,-1 0 0 0 0,0-1 0 0 0,1 1 0 0 0,-1 0-1 0 0,1 0 1 0 0,-1 0 0 0 0,0 0 0 0 0,1 0 0 0 0,-1 1-1 0 0,1-1 1 0 0,-1 0 0 0 0,0 1 0 0 0,1-1 0 0 0,-1 1-1 0 0,1 0 1 0 0,-1-1 0 0 0,1 1 0 0 0,0 0 0 0 0,-2 1-1 0 0,-5 3 83 0 0,0 0 0 0 0,0 1 0 0 0,0 0 0 0 0,1 0-1 0 0,0 1 1 0 0,0 0 0 0 0,1 0 0 0 0,0 1-1 0 0,0-1 1 0 0,1 1 0 0 0,0 1 0 0 0,0-1-1 0 0,1 1 1 0 0,-6 17 0 0 0,4-10-43 0 0,1 1 0 0 0,0 0 0 0 0,2 1 0 0 0,0-1 1 0 0,1 1-1 0 0,0-1 0 0 0,2 25 0 0 0,1-34-298 0 0,0 0 0 0 0,1 1 0 0 0,0-1 0 0 0,0 0 0 0 0,1 0 0 0 0,0 0 0 0 0,0 0 0 0 0,1-1 0 0 0,0 1 0 0 0,0-1 0 0 0,1 0 0 0 0,0 0 0 0 0,0 0 0 0 0,0-1 0 0 0,1 0 0 0 0,0 0 0 0 0,9 7 0 0 0,-7-8-968 0 0,-1 1-1 0 0,1-2 1 0 0,0 1-1 0 0,0-1 1 0 0,0 0-1 0 0,0-1 1 0 0,1 0-1 0 0,0 0 1 0 0,-1-1-1 0 0,11 2 1 0 0,-2-3-1419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45.0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235 21 1972 0 0,'0'-1'525'0'0,"-1"-1"0"0"0,0 1 0 0 0,0 0 0 0 0,0-1 0 0 0,0 1 0 0 0,0 0 0 0 0,-1 0 0 0 0,1 0-1 0 0,0-1 1 0 0,-1 1 0 0 0,1 1 0 0 0,0-1 0 0 0,-1 0 0 0 0,1 0 0 0 0,-1 0 0 0 0,1 1 0 0 0,-1-1 0 0 0,0 1 0 0 0,1-1 0 0 0,-3 1 0 0 0,0-1-131 0 0,1 1 1 0 0,-1 0 0 0 0,0 1 0 0 0,0-1-1 0 0,1 1 1 0 0,-1-1 0 0 0,0 1 0 0 0,1 0 0 0 0,-4 2-1 0 0,-9 4-249 0 0,0 1 0 0 0,1 0-1 0 0,-17 13 1 0 0,21-13 621 0 0,-5 1-564 0 0,11-6-168 0 0,-1 0 0 0 0,1 0 1 0 0,0 0-1 0 0,0 1 0 0 0,0 0 1 0 0,0 0-1 0 0,1 0 1 0 0,0 0-1 0 0,-1 1 0 0 0,-5 9 1 0 0,10-13-46 0 0,0 0 1 0 0,1 0 0 0 0,-1 0-1 0 0,0 1 1 0 0,1-1 0 0 0,-1 0 0 0 0,1 0-1 0 0,-1 0 1 0 0,1 0 0 0 0,0 1-1 0 0,-1-1 1 0 0,1 0 0 0 0,0 0-1 0 0,0 0 1 0 0,0-1 0 0 0,-1 1-1 0 0,1 0 1 0 0,0 0 0 0 0,3 1-1 0 0,20 16-51 0 0,-17-13 60 0 0,0 1 0 0 0,0 0 0 0 0,0 1 0 0 0,-1 0 0 0 0,1 0 0 0 0,-2 0 0 0 0,10 14 0 0 0,-2 1 102 0 0,15 38 0 0 0,-23-49-23 0 0,0 1-1 0 0,-1-1 1 0 0,0 1-1 0 0,-1 0 0 0 0,0 1 1 0 0,-1-1-1 0 0,1 20 1 0 0,-3-28-150 0 0,0 1 0 0 0,-1-1 0 0 0,0 0 0 0 0,0 1 0 0 0,0-1 0 0 0,0 0 0 0 0,-1 0 0 0 0,1 1 0 0 0,-1-1 0 0 0,0 0 0 0 0,0-1 0 0 0,-1 1 0 0 0,1 0 0 0 0,-1-1 0 0 0,0 1 0 0 0,0-1 0 0 0,0 0 0 0 0,0 0 0 0 0,0 0 0 0 0,-1 0 0 0 0,1-1 0 0 0,-1 1 0 0 0,0-1 0 0 0,-6 3 0 0 0,-40 15-3638 0 0,48-19 3108 0 0,-1-1 0 0 0,1 1 0 0 0,-1-1 0 0 0,0 1 0 0 0,1-1-1 0 0,-1 0 1 0 0,0 0 0 0 0,1 0 0 0 0,-1 0 0 0 0,0 0 0 0 0,1 0 0 0 0,-1-1 0 0 0,0 0-1 0 0,1 1 1 0 0,-1-1 0 0 0,1 0 0 0 0,-4-2 0 0 0,0-2-1808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45.5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21 916 0 0,'6'-8'1758'0'0,"6"-5"10440"0"0,-7 19-6353 0 0,-2 7-5561 0 0,16 121 3716 0 0,11 57-2947 0 0,-28-170-1083 0 0,0 1 0 0 0,-1-1-1 0 0,-1 0 1 0 0,-1 0-1 0 0,0 1 1 0 0,-2-1 0 0 0,-1 0-1 0 0,-1-1 1 0 0,-7 22-1 0 0,4-25-866 0 0,7-17 852 0 0,1 0 1 0 0,0 0 0 0 0,-1 0-1 0 0,1 0 1 0 0,0 0-1 0 0,0 0 1 0 0,-1-1-1 0 0,1 1 1 0 0,0 0-1 0 0,0 0 1 0 0,-1 0-1 0 0,1-1 1 0 0,0 1-1 0 0,0 0 1 0 0,0 0-1 0 0,0-1 1 0 0,-1 1 0 0 0,1 0-1 0 0,0 0 1 0 0,0-1-1 0 0,0 1 1 0 0,0 0-1 0 0,0-1 1 0 0,0 1-1 0 0,0 0 1 0 0,0 0-1 0 0,0-1 1 0 0,0 1-1 0 0,-1 0 1 0 0,2-1-1 0 0,-1 1 1 0 0,0-1 0 0 0,-1-4-179 0 0,1 0 1 0 0,-1-1 0 0 0,2 1 0 0 0,-1 0 0 0 0,2-9 0 0 0,3-6-69 0 0,-2 2 155 0 0,2 1 0 0 0,0-1 0 0 0,1 1 0 0 0,12-24-1 0 0,-16 37 144 0 0,0 0 1 0 0,0 1-1 0 0,1-1 0 0 0,-1 1 0 0 0,1-1 0 0 0,0 1 1 0 0,0 0-1 0 0,1 0 0 0 0,-1 0 0 0 0,1 0 0 0 0,-1 1 1 0 0,1-1-1 0 0,0 1 0 0 0,0 0 0 0 0,0 0 0 0 0,0 1 1 0 0,0-1-1 0 0,0 1 0 0 0,0 0 0 0 0,1 0 0 0 0,-1 0 1 0 0,0 0-1 0 0,9 1 0 0 0,-7 0 34 0 0,1 1 0 0 0,0 0 1 0 0,0 1-1 0 0,-1-1 0 0 0,1 1 1 0 0,-1 1-1 0 0,0-1 0 0 0,0 1 0 0 0,0 0 1 0 0,0 0-1 0 0,0 1 0 0 0,0 0 0 0 0,-1 0 1 0 0,0 0-1 0 0,0 1 0 0 0,0 0 0 0 0,6 8 1 0 0,31 42-1875 0 0,-9 2-6417 0 0,-23-48 1146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45.8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20 111 1480 0 0,'1'-7'1227'0'0,"1"0"0"0"0,0 0-1 0 0,0 0 1 0 0,1 1 0 0 0,0-1-1 0 0,5-9 1 0 0,-5 12-794 0 0,0 0 1 0 0,0 0-1 0 0,0 0 1 0 0,0 0-1 0 0,1 0 0 0 0,0 1 1 0 0,0 0-1 0 0,7-5 1 0 0,-7 5-308 0 0,0 1 0 0 0,1 0 0 0 0,-1 1 0 0 0,1-1 0 0 0,0 1 0 0 0,-1 0-1 0 0,1 0 1 0 0,0 0 0 0 0,0 0 0 0 0,0 1 0 0 0,-1 0 0 0 0,1 0 0 0 0,0 0 0 0 0,0 1 0 0 0,0 0 0 0 0,0 0 0 0 0,-1 0 0 0 0,1 0 0 0 0,-1 1 0 0 0,1 0 0 0 0,-1 0 0 0 0,5 2 0 0 0,-6-2-46 0 0,0-1 1 0 0,0 1 0 0 0,0-1-1 0 0,0 1 1 0 0,0 0-1 0 0,-1 0 1 0 0,1 0-1 0 0,-1 0 1 0 0,0 1 0 0 0,1-1-1 0 0,-1 1 1 0 0,0-1-1 0 0,0 1 1 0 0,-1 0-1 0 0,1 0 1 0 0,-1 0 0 0 0,1 0-1 0 0,-1 0 1 0 0,0 0-1 0 0,1 5 1 0 0,-1-4 6 0 0,-1 1 1 0 0,0 0-1 0 0,0-1 0 0 0,-1 1 0 0 0,1-1 1 0 0,-1 1-1 0 0,0-1 0 0 0,-1 1 1 0 0,1-1-1 0 0,-1 0 0 0 0,1 1 1 0 0,-1-1-1 0 0,-3 4 0 0 0,-2 4 22 0 0,-1-1-1 0 0,0 0 1 0 0,-1-1-1 0 0,0 0 1 0 0,0 0-1 0 0,-1-1 1 0 0,-1 0-1 0 0,1 0 0 0 0,-14 7 1 0 0,19-13-87 0 0,0 0 0 0 0,0-1 0 0 0,0 0 0 0 0,-1 0-1 0 0,1 0 1 0 0,-1 0 0 0 0,1-1 0 0 0,-1 0 0 0 0,1 0 0 0 0,-8 0 0 0 0,11-1-31 0 0,-1 0 0 0 0,1 0 0 0 0,0-1 0 0 0,0 1 0 0 0,0-1 0 0 0,0 0 0 0 0,0 1 0 0 0,0-1 0 0 0,1 0 0 0 0,-1 0-1 0 0,0 0 1 0 0,0 0 0 0 0,1-1 0 0 0,-1 1 0 0 0,0 0 0 0 0,1-1 0 0 0,-1 1 0 0 0,1-1 0 0 0,0 0 0 0 0,0 1 0 0 0,-1-1 0 0 0,1 0 0 0 0,0 0 0 0 0,0 1 0 0 0,1-1 0 0 0,-1 0 0 0 0,0 0 0 0 0,1 0 0 0 0,-1 0 0 0 0,1 0 0 0 0,-1-3 0 0 0,0-3-241 0 0,0-1-1 0 0,0 1 1 0 0,1-1 0 0 0,0 0 0 0 0,1 1-1 0 0,-1-1 1 0 0,2 1 0 0 0,-1-1-1 0 0,1 1 1 0 0,1 0 0 0 0,-1-1 0 0 0,1 1-1 0 0,1 0 1 0 0,8-14 0 0 0,-8 15-664 0 0,1 1 1 0 0,-1-1-1 0 0,1 1 1 0 0,7-6 0 0 0,-7 8-555 0 0,-1 0 0 0 0,1 0 1 0 0,0 1-1 0 0,0 0 1 0 0,10-5-1 0 0,-5 3-877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46.2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1 266 308 0 0,'0'0'6514'0'0,"4"5"-1063"0"0,13 16-2351 0 0,-10-6-2319 0 0,-2 0 0 0 0,1 1 0 0 0,-2 0 0 0 0,0 0 0 0 0,-1 0 0 0 0,1 18 0 0 0,6 25 355 0 0,19 51-136 0 0,-25-98-978 0 0,1 0 0 0 0,0-1 0 0 0,1 0 0 0 0,0 0 0 0 0,1 0 0 0 0,14 18-1 0 0,-21-29-27 0 0,0 1-1 0 0,0-1 0 0 0,1 0 0 0 0,-1 1 1 0 0,0-1-1 0 0,0 0 0 0 0,0 1 0 0 0,1-1 1 0 0,-1 0-1 0 0,0 0 0 0 0,0 1 0 0 0,1-1 1 0 0,-1 0-1 0 0,0 0 0 0 0,1 0 0 0 0,-1 1 1 0 0,0-1-1 0 0,1 0 0 0 0,-1 0 0 0 0,0 0 1 0 0,1 0-1 0 0,-1 0 0 0 0,0 1 0 0 0,1-1 1 0 0,-1 0-1 0 0,0 0 0 0 0,1 0 0 0 0,-1 0 1 0 0,0 0-1 0 0,1 0 0 0 0,-1 0 0 0 0,1-1 1 0 0,-1 1-1 0 0,0 0 0 0 0,1 0 0 0 0,-1 0 1 0 0,0 0-1 0 0,1 0 0 0 0,-1 0 0 0 0,1-1 1 0 0,4-18-380 0 0,-4-40-401 0 0,-2 45 590 0 0,4-49-97 0 0,3 0 0 0 0,2 0 0 0 0,4 0 0 0 0,2 1-1 0 0,33-93 1 0 0,-43 145 274 0 0,0 0-1 0 0,0 1 0 0 0,1-1 0 0 0,0 1 0 0 0,0 0 0 0 0,1 0 0 0 0,1 0 1 0 0,-1 1-1 0 0,12-11 0 0 0,-15 16 14 0 0,0 0-1 0 0,1 1 1 0 0,-1-1 0 0 0,1 1 0 0 0,0 0 0 0 0,0 0-1 0 0,-1 0 1 0 0,1 1 0 0 0,0-1 0 0 0,0 1 0 0 0,1 0 0 0 0,-1 0-1 0 0,0 1 1 0 0,0-1 0 0 0,0 1 0 0 0,1 0 0 0 0,-1 0-1 0 0,0 0 1 0 0,0 0 0 0 0,1 1 0 0 0,-1 0 0 0 0,0 0-1 0 0,0 0 1 0 0,0 0 0 0 0,0 1 0 0 0,4 1 0 0 0,-2 0 26 0 0,-1 0 1 0 0,0 1 0 0 0,0-1 0 0 0,0 1-1 0 0,0 0 1 0 0,0 0 0 0 0,-1 0-1 0 0,0 1 1 0 0,0-1 0 0 0,0 1-1 0 0,0 0 1 0 0,-1 0 0 0 0,0 1-1 0 0,0-1 1 0 0,0 1 0 0 0,-1 0-1 0 0,0-1 1 0 0,0 1 0 0 0,0 0 0 0 0,-1 0-1 0 0,0 0 1 0 0,0 0 0 0 0,0 1-1 0 0,-1 6 1 0 0,0-2 38 0 0,0-1 0 0 0,-1 1 0 0 0,0-1-1 0 0,0 1 1 0 0,-1-1 0 0 0,-1 1 0 0 0,0-1 0 0 0,0 0 0 0 0,-1-1-1 0 0,-1 1 1 0 0,1 0 0 0 0,-1-1 0 0 0,-8 11 0 0 0,5-11-4 0 0,0 1-1 0 0,-1-1 1 0 0,0 0 0 0 0,0-1-1 0 0,0 0 1 0 0,-1-1 0 0 0,-1 0 0 0 0,1 0-1 0 0,-1-1 1 0 0,0-1 0 0 0,-24 9 0 0 0,29-12-42 0 0,0 0 0 0 0,0-1 1 0 0,0 0-1 0 0,-1 0 1 0 0,1-1-1 0 0,0 1 1 0 0,-1-1-1 0 0,1-1 0 0 0,0 1 1 0 0,-1-1-1 0 0,1 0 1 0 0,0 0-1 0 0,0-1 1 0 0,0 0-1 0 0,0 0 0 0 0,0-1 1 0 0,0 1-1 0 0,0-1 1 0 0,1 0-1 0 0,0-1 1 0 0,-1 0-1 0 0,1 1 0 0 0,0-1 1 0 0,-7-9-1 0 0,-12-20-412 0 0,17 9-3409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53.9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253 731 796 0 0,'-2'-6'733'0'0,"1"-1"1"0"0,-1 1-1 0 0,1-1 0 0 0,1 1 1 0 0,-1-1-1 0 0,1-8 0 0 0,1 9-554 0 0,1 0-1 0 0,-1 0 1 0 0,1 0-1 0 0,0 0 1 0 0,0 0-1 0 0,1 1 1 0 0,-1-1-1 0 0,1 1 1 0 0,1 0-1 0 0,-1 0 1 0 0,5-5-1 0 0,23-28 242 0 0,2 1-1 0 0,1 2 1 0 0,2 2-1 0 0,1 1 0 0 0,2 1 1 0 0,0 3-1 0 0,2 1 0 0 0,84-41 1 0 0,-22 23-8 0 0,1 4 1 0 0,196-49 0 0 0,-164 58-133 0 0,1 6 0 0 0,220-12 1 0 0,-258 34-205 0 0,0 6 1 0 0,1 3-1 0 0,-1 5 0 0 0,137 31 1 0 0,-185-27-34 0 0,0 2 1 0 0,-1 2-1 0 0,-1 3 0 0 0,0 1 1 0 0,-2 3-1 0 0,-1 1 1 0 0,59 46-1 0 0,-54-32 56 0 0,-1 3 0 0 0,-3 2 0 0 0,-1 1 1 0 0,-3 3-1 0 0,62 90 0 0 0,-45-43 116 0 0,-5 2 1 0 0,-4 3 0 0 0,-4 2 0 0 0,57 186-1 0 0,-37-44 391 0 0,34 253 0 0 0,-35 11-189 0 0,-58-390-309 0 0,-6-1 1 0 0,-17 157-1 0 0,9-223 52 0 0,-3-2 1 0 0,-2 1-1 0 0,-2-1 1 0 0,-3-1-1 0 0,-1-1 1 0 0,-3 0-1 0 0,-27 48 1 0 0,24-58 21 0 0,0-1 0 0 0,-3 0 0 0 0,-1-3 1 0 0,-1 0-1 0 0,-2-1 0 0 0,-2-2 0 0 0,0-1 0 0 0,-59 40 1 0 0,28-30-21 0 0,-2-3 0 0 0,-1-3 1 0 0,-2-3-1 0 0,-1-3 0 0 0,-1-3 1 0 0,-2-3-1 0 0,0-3 0 0 0,-1-3 1 0 0,-95 8-1 0 0,43-15-150 0 0,-1-4 1 0 0,1-7 0 0 0,0-5-1 0 0,-215-40 1 0 0,241 26-57 0 0,2-4 0 0 0,1-4-1 0 0,2-5 1 0 0,1-4 0 0 0,1-3 0 0 0,3-5 0 0 0,-106-71 0 0 0,118 62 44 0 0,1-2 0 0 0,4-4 0 0 0,2-3 0 0 0,3-3 0 0 0,3-3 0 0 0,3-3-1 0 0,-93-144 1 0 0,120 159-35 0 0,3-2 0 0 0,2-1 0 0 0,3-1 0 0 0,3-1 0 0 0,3-1-1 0 0,2-1 1 0 0,4-1 0 0 0,2 0 0 0 0,3-1 0 0 0,3 0 0 0 0,3 0-1 0 0,3-1 1 0 0,3 1 0 0 0,2 0 0 0 0,29-128 0 0 0,-7 96-164 0 0,5 0-1 0 0,4 2 1 0 0,3 2 0 0 0,6 2 0 0 0,3 1 0 0 0,4 3 0 0 0,4 2 0 0 0,3 3 0 0 0,4 2-1 0 0,4 3 1 0 0,3 3 0 0 0,154-127 0 0 0,-146 142-497 0 0,3 4 0 0 0,2 3 0 0 0,3 4 0 0 0,2 4 0 0 0,161-60 0 0 0,-166 78-877 0 0,2 4 1 0 0,0 3 0 0 0,2 5 0 0 0,0 3 0 0 0,0 4 0 0 0,158 3-1 0 0,-138 14-883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54.7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1084 0 0,'42'36'8789'0'0,"3"0"-4140"0"0,93 68-2822 0 0,-66-51-374 0 0,144 121 192 0 0,27 19-1096 0 0,-216-172-703 0 0,-15-11-229 0 0,0-1 1 0 0,1 0-1 0 0,0-1 1 0 0,24 12-1 0 0,-35-20 170 0 0,0 1 1 0 0,0 0-1 0 0,0-1 0 0 0,0 1 1 0 0,1-1-1 0 0,-1 0 1 0 0,0 1-1 0 0,0-1 0 0 0,0 0 1 0 0,0 0-1 0 0,3-1 0 0 0,-3 1-288 0 0,0-1-1 0 0,-1 0 1 0 0,1 1-1 0 0,-1-1 1 0 0,1 0-1 0 0,-1 0 1 0 0,0 1-1 0 0,1-1 1 0 0,-1 0-1 0 0,0-1 1 0 0,1 1 0 0 0,-1 0-1 0 0,0 0 1 0 0,0 0-1 0 0,0-1 1 0 0,0 1-1 0 0,0-1 1 0 0,0 1-1 0 0,-1-1 1 0 0,1 1-1 0 0,0-1 1 0 0,-1 1-1 0 0,1-3 1 0 0,2-5-1781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55.1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196 0 1644 0 0,'0'0'326'0'0,"0"0"0"0"0,-1 0 1 0 0,1 0-1 0 0,0 0 0 0 0,-1 0 0 0 0,1 0 0 0 0,0 0 0 0 0,-1 0 1 0 0,1 0-1 0 0,0 0 0 0 0,-1 0 0 0 0,1 1 0 0 0,0-1 0 0 0,-1 0 0 0 0,1 0 1 0 0,0 0-1 0 0,-2 2 2283 0 0,1-2-2283 0 0,1 0 0 0 0,0 1 0 0 0,0-1 1 0 0,0 0-1 0 0,0 1 0 0 0,-1-1 0 0 0,4 13 4036 0 0,22 21-4464 0 0,-11-13 1431 0 0,0 8-81 0 0,12 39 0 0 0,-24-61-1204 0 0,1 0 1 0 0,1-1-1 0 0,-1 0 1 0 0,1 0-1 0 0,0 0 1 0 0,1 0-1 0 0,-1 0 1 0 0,1-1-1 0 0,0 0 1 0 0,9 7-1 0 0,-14-11-10 0 0,0 0-1 0 0,0 0 1 0 0,0 0 0 0 0,0-1-1 0 0,-1 1 1 0 0,1 0-1 0 0,0 0 1 0 0,0-1 0 0 0,-1 1-1 0 0,1 0 1 0 0,-1 0 0 0 0,1-1-1 0 0,-1 1 1 0 0,1 0-1 0 0,-1-1 1 0 0,1 1 0 0 0,-1-1-1 0 0,0 1 1 0 0,1-1-1 0 0,-1 1 1 0 0,0-1 0 0 0,1 1-1 0 0,-1-1 1 0 0,0 1-1 0 0,0-1 1 0 0,-1 1 0 0 0,-22 13 368 0 0,3-4-237 0 0,-119 63-586 0 0,52-16-3373 0 0,77-48 2435 0 0,-4 5-1552 0 0,6-9-6730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55.5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 28 264 0 0,'-5'-16'5032'0'0,"0"4"4887"0"0,-6 31-6266 0 0,4 3-3164 0 0,0-1 0 0 0,2 1 0 0 0,1 0 1 0 0,0 1-1 0 0,2-1 0 0 0,0 31 0 0 0,-3 25 126 0 0,2-45-537 0 0,1 1 0 0 0,2-1 0 0 0,1 1 0 0 0,2-1 1 0 0,1 1-1 0 0,1-1 0 0 0,19 59 0 0 0,-24-90-100 0 0,1 0 0 0 0,0 0 0 0 0,0 0 0 0 0,0 0 0 0 0,0 0 0 0 0,0 0 0 0 0,0 0 0 0 0,1-1 0 0 0,-1 1 0 0 0,0-1 0 0 0,1 1 1 0 0,0-1-1 0 0,-1 1 0 0 0,1-1 0 0 0,0 0 0 0 0,-1 1 0 0 0,1-1 0 0 0,0 0 0 0 0,0-1 0 0 0,4 3 0 0 0,-3-3-40 0 0,1 1 0 0 0,0-1 1 0 0,-1 0-1 0 0,1 0 0 0 0,0 0 1 0 0,0 0-1 0 0,-1-1 0 0 0,1 1 1 0 0,0-1-1 0 0,-1 0 0 0 0,5-1 1 0 0,8-5-223 0 0,-1 0 0 0 0,0-1 0 0 0,0 0 1 0 0,14-12-1 0 0,-25 18 231 0 0,8-6-87 0 0,0 0 0 0 0,0-1 0 0 0,-1 0 0 0 0,0-1 0 0 0,-1 0 0 0 0,0-1 0 0 0,-1 0 0 0 0,0 0 1 0 0,0-1-1 0 0,7-14 0 0 0,-16 24 139 0 0,1 1 0 0 0,0-1-1 0 0,-1 1 1 0 0,1-1 0 0 0,-1 1 0 0 0,1-1 0 0 0,-1 0 0 0 0,0 1 0 0 0,0-1 0 0 0,0 0-1 0 0,0 1 1 0 0,0-1 0 0 0,0 0 0 0 0,0 1 0 0 0,0-1 0 0 0,-1 0 0 0 0,1 1 0 0 0,-1-1-1 0 0,1 1 1 0 0,-1-1 0 0 0,0 1 0 0 0,1-1 0 0 0,-1 1 0 0 0,-1-3 0 0 0,-1 2 8 0 0,1 0 0 0 0,-1 0 0 0 0,1 0 1 0 0,-1 0-1 0 0,0 0 0 0 0,0 0 0 0 0,0 1 1 0 0,0-1-1 0 0,0 1 0 0 0,0 0 0 0 0,-5-1 0 0 0,-7-1-71 0 0,-1 0 0 0 0,1 1-1 0 0,-31 0 1 0 0,16 3-541 0 0,-33-2-1404 0 0,25-8-4182 0 0,38 9 5951 0 0,0 0 0 0 0,-1-1 0 0 0,1 1-1 0 0,0 0 1 0 0,-1 0 0 0 0,1 0 0 0 0,0-1 0 0 0,-1 1-1 0 0,1 0 1 0 0,0 0 0 0 0,0-1 0 0 0,-1 1 0 0 0,1 0-1 0 0,0 0 1 0 0,0-1 0 0 0,0 1 0 0 0,-1 0-1 0 0,1-1 1 0 0,0 1 0 0 0,0 0 0 0 0,0-1 0 0 0,0 1-1 0 0,0 0 1 0 0,0-1 0 0 0,0 1 0 0 0,0 0 0 0 0,0-1-1 0 0,2-5-2141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55.9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1 1836 0 0,'-1'37'10107'0'0,"0"4"-3959"0"0,0 47-2115 0 0,1-26-4289 0 0,10 88-1 0 0,-8-139-43 0 0,1 1 0 0 0,-1-1 0 0 0,2 0 0 0 0,6 16 0 0 0,-8-22-348 0 0,1 0 0 0 0,0 0 0 0 0,0-1 0 0 0,0 1 0 0 0,0-1 0 0 0,8 8 0 0 0,-9-11 265 0 0,-1-1 0 0 0,0 0-1 0 0,0 1 1 0 0,0-1-1 0 0,1 1 1 0 0,-1-1 0 0 0,0 0-1 0 0,0 0 1 0 0,1 0-1 0 0,-1 0 1 0 0,0 0 0 0 0,1 0-1 0 0,-1 0 1 0 0,0 0-1 0 0,0 0 1 0 0,1-1 0 0 0,-1 1-1 0 0,0 0 1 0 0,0-1-1 0 0,0 1 1 0 0,1-1-1 0 0,-1 0 1 0 0,0 1 0 0 0,0-1-1 0 0,0 0 1 0 0,0 0-1 0 0,0 1 1 0 0,0-1 0 0 0,0 0-1 0 0,-1 0 1 0 0,1 0-1 0 0,0 0 1 0 0,1-2 0 0 0,5-4-1965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56.2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14 338 560 0 0,'0'-1'262'0'0,"0"1"1"0"0,0 0-1 0 0,0 0 1 0 0,-1-1-1 0 0,1 1 525 0 0,0 0-524 0 0,-1-1-1 0 0,1 1 1 0 0,0 0-1 0 0,0 0 1 0 0,-1 0-1 0 0,1 0 0 0 0,0 0 1 0 0,0-1-1 0 0,-1 1 1 0 0,1 0-1 0 0,0 0 1 0 0,-1 0-1 0 0,1 0 1 0 0,0 0-1 0 0,0 0 0 0 0,-1 0 1 0 0,1 0-1 0 0,0 0 1 0 0,-1 0-1 0 0,1 0 1 0 0,0 0-1 0 0,0 0 0 0 0,-1 0 1 0 0,1 0-1 0 0,0 1 1 0 0,-1-1-1 0 0,1 0 1 0 0,0 0-1 0 0,0 0 0 0 0,-1 1 1 0 0,-2 12 4100 0 0,5 19-2546 0 0,-2-31-1607 0 0,10 51 956 0 0,-6-38-1275 0 0,-1 0 1 0 0,-1 0-1 0 0,0 1 0 0 0,-1-1 1 0 0,-1 0-1 0 0,0 1 0 0 0,-3 23 1 0 0,-3-21-1811 0 0</inkml:trace>
  <inkml:trace contextRef="#ctx0" brushRef="#br0" timeOffset="1">35 29 1084 0 0,'-26'-28'13237'0'0,"46"56"-14013"0"0,10 4-8548 0 0,-23-25 7071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56.6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0 688 0 0,'1'4'1149'0'0,"0"0"0"0"0,0 0 0 0 0,0-1 0 0 0,1 1 0 0 0,-1 0 0 0 0,1-1 0 0 0,0 0 0 0 0,0 1-1 0 0,4 3 1 0 0,11 25 1756 0 0,-14-21-2315 0 0,-1-5-380 0 0,0 0-1 0 0,0 1 0 0 0,0-1 0 0 0,-1 1 0 0 0,0 0 1 0 0,0-1-1 0 0,-1 1 0 0 0,0 0 0 0 0,0-1 0 0 0,0 1 0 0 0,-1 0 1 0 0,0-1-1 0 0,-3 12 0 0 0,0-4-351 0 0,12-27-149 0 0,11-27-123 0 0,-17 36 401 0 0,-1 0 1 0 0,1 0 0 0 0,0 1-1 0 0,0-1 1 0 0,0 1-1 0 0,1-1 1 0 0,-1 1 0 0 0,1 0-1 0 0,0 0 1 0 0,-1 0 0 0 0,1 0-1 0 0,1 1 1 0 0,-1-1-1 0 0,0 1 1 0 0,1-1 0 0 0,-1 1-1 0 0,6-2 1 0 0,-6 3 14 0 0,1 1 1 0 0,-1-1 0 0 0,1 0-1 0 0,-1 1 1 0 0,1 0-1 0 0,-1 0 1 0 0,1 0-1 0 0,-1 0 1 0 0,1 1-1 0 0,-1 0 1 0 0,1-1-1 0 0,-1 1 1 0 0,1 0-1 0 0,-1 0 1 0 0,0 1 0 0 0,0-1-1 0 0,0 1 1 0 0,0 0-1 0 0,0 0 1 0 0,4 2-1 0 0,80 66-630 0 0,-35-27-2137 0 0,2-3-5596 0 0,-44-36 6083 0 0,-2-1-14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56.9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1 127 1264 0 0,'-1'-18'2329'0'0,"2"-40"3431"0"0,-1 55-5397 0 0,1-1 0 0 0,-1 1 0 0 0,1 0 0 0 0,-1 0 0 0 0,1 0 1 0 0,0 0-1 0 0,0 0 0 0 0,0 0 0 0 0,1 0 0 0 0,-1 0 0 0 0,1 0 0 0 0,-1 1 1 0 0,5-5-1 0 0,-5 6-258 0 0,0 0 0 0 0,0 1 0 0 0,1-1 0 0 0,-1 1 0 0 0,0-1 0 0 0,0 1 0 0 0,1 0 0 0 0,-1-1 1 0 0,0 1-1 0 0,1 0 0 0 0,-1 0 0 0 0,0 0 0 0 0,1 0 0 0 0,-1 0 0 0 0,0 0 0 0 0,1 1 0 0 0,-1-1 0 0 0,0 0 0 0 0,1 1 1 0 0,-1-1-1 0 0,0 1 0 0 0,0-1 0 0 0,0 1 0 0 0,1-1 0 0 0,-1 1 0 0 0,0 0 0 0 0,0 0 0 0 0,1 1 0 0 0,32 27 1270 0 0,-31-26-1226 0 0,14 17 287 0 0,-1 0 0 0 0,-1 1 0 0 0,-1 1 0 0 0,0 0 0 0 0,-2 1 0 0 0,-1 1 0 0 0,-1-1 0 0 0,13 46 0 0 0,-17-50-320 0 0,-1 1 0 0 0,-1-1 0 0 0,-1 1 1 0 0,1 38-1 0 0,-4-51-148 0 0,0 0 0 0 0,-1 0 0 0 0,1 1 0 0 0,-1-1 1 0 0,-1 0-1 0 0,1 0 0 0 0,-1 0 0 0 0,-1-1 0 0 0,1 1 0 0 0,-1 0 0 0 0,0-1 1 0 0,-1 1-1 0 0,1-1 0 0 0,-1 0 0 0 0,0-1 0 0 0,-10 12 0 0 0,13-17 1 0 0,0 1-1 0 0,0 0 0 0 0,0 0 0 0 0,0 0 0 0 0,0 0 1 0 0,0-1-1 0 0,0 1 0 0 0,0 0 0 0 0,0-1 0 0 0,0 1 0 0 0,0-1 1 0 0,-1 1-1 0 0,1-1 0 0 0,0 0 0 0 0,0 1 0 0 0,0-1 1 0 0,-1 0-1 0 0,1 0 0 0 0,0 0 0 0 0,-1 0 0 0 0,1 0 0 0 0,0 0 1 0 0,0 0-1 0 0,-1 0 0 0 0,0-1 0 0 0,0 0-13 0 0,0 0 0 0 0,0-1 0 0 0,1 1 0 0 0,-1 0 0 0 0,0-1 0 0 0,1 1 0 0 0,0-1 0 0 0,-1 1 0 0 0,1-1 0 0 0,0 0 0 0 0,0 1 0 0 0,0-1-1 0 0,-2-4 1 0 0,-1-2-96 0 0,1-1-1 0 0,0 0 1 0 0,1 0 0 0 0,0 0-1 0 0,-2-15 1 0 0,3 11-44 0 0,1 0 0 0 0,0 0 0 0 0,1 0 0 0 0,0 0 0 0 0,1 0 1 0 0,0 0-1 0 0,2 0 0 0 0,-1 1 0 0 0,1-1 0 0 0,6-11 0 0 0,-7 18-182 0 0,0 1 0 0 0,0 0-1 0 0,1 0 1 0 0,-1 0-1 0 0,1 0 1 0 0,0 0-1 0 0,0 1 1 0 0,1 0-1 0 0,0 0 1 0 0,-1 0-1 0 0,1 0 1 0 0,1 1-1 0 0,-1 0 1 0 0,0 0-1 0 0,1 0 1 0 0,-1 1 0 0 0,1-1-1 0 0,0 1 1 0 0,0 1-1 0 0,0-1 1 0 0,0 1-1 0 0,0 0 1 0 0,8 0-1 0 0,46 1-6529 0 0,-40 0 4522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57.3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3 143 88 0 0,'-1'-5'848'0'0,"0"0"-1"0"0,1 0 1 0 0,0 0-1 0 0,0 0 1 0 0,0 0-1 0 0,1 0 1 0 0,0 0-1 0 0,0 0 1 0 0,0 0-1 0 0,0 0 1 0 0,1 0-1 0 0,3-7 1 0 0,-3 7-492 0 0,1 0 1 0 0,0 0 0 0 0,0 1-1 0 0,1-1 1 0 0,-1 1 0 0 0,1-1-1 0 0,0 1 1 0 0,0 0 0 0 0,1 1-1 0 0,6-6 1 0 0,-7 7-291 0 0,-1 0-1 0 0,1 0 1 0 0,-1 0 0 0 0,1 0-1 0 0,0 1 1 0 0,0-1-1 0 0,0 1 1 0 0,0 0 0 0 0,0 0-1 0 0,0 1 1 0 0,0-1 0 0 0,0 1-1 0 0,0 0 1 0 0,0 0 0 0 0,0 0-1 0 0,0 0 1 0 0,0 1 0 0 0,0 0-1 0 0,0 0 1 0 0,0 0 0 0 0,0 0-1 0 0,0 1 1 0 0,0-1-1 0 0,0 1 1 0 0,-1 0 0 0 0,1 0-1 0 0,-1 0 1 0 0,1 1 0 0 0,-1-1-1 0 0,0 1 1 0 0,0 0 0 0 0,0 0-1 0 0,2 3 1 0 0,-1-1-3 0 0,-1 0 1 0 0,0-1 0 0 0,0 2-1 0 0,0-1 1 0 0,-1 0-1 0 0,1 0 1 0 0,-1 1-1 0 0,-1 0 1 0 0,1-1-1 0 0,-1 1 1 0 0,0 0-1 0 0,0 0 1 0 0,-1-1 0 0 0,1 1-1 0 0,-1 0 1 0 0,-1 0-1 0 0,1 0 1 0 0,-1 0-1 0 0,0-1 1 0 0,0 1-1 0 0,-4 10 1 0 0,-4 9 59 0 0,-1 0 1 0 0,-2-1-1 0 0,-20 35 1 0 0,10-20-27 0 0,-16 22 0 0 0,28-47-108 0 0,1-1 1 0 0,1 1-1 0 0,0 0 0 0 0,1 1 0 0 0,0 0 1 0 0,1 0-1 0 0,-6 27 0 0 0,11-40 4 0 0,1 0-1 0 0,0 0 1 0 0,0 0-1 0 0,0 0 0 0 0,0 0 1 0 0,0 0-1 0 0,0 0 1 0 0,1 0-1 0 0,-1 0 1 0 0,1 0-1 0 0,-1 0 1 0 0,1 0-1 0 0,0-1 1 0 0,0 1-1 0 0,-1 0 1 0 0,1 0-1 0 0,0-1 1 0 0,1 1-1 0 0,-1-1 1 0 0,0 1-1 0 0,3 2 1 0 0,-1-2-31 0 0,1 1 0 0 0,-1-1 0 0 0,1 0 0 0 0,0 0 1 0 0,0 0-1 0 0,0-1 0 0 0,0 1 0 0 0,0-1 0 0 0,7 1 1 0 0,7 1-438 0 0,1-1 1 0 0,-1-2 0 0 0,30-1-1 0 0,-16-1-747 0 0,39-2-2122 0 0,-25-4-4906 0 0,-40 6 6018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57.6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32 247 1248 0 0,'-2'0'336'0'0,"1"-1"-1"0"0,-1 1 1 0 0,1-1 0 0 0,-1 1 0 0 0,1-1-1 0 0,-1 1 1 0 0,1-1 0 0 0,-1 0-1 0 0,1 0 1 0 0,0 0 0 0 0,-1 0-1 0 0,1 0 1 0 0,0 0 0 0 0,0 0-1 0 0,-1 0 1 0 0,1 0 0 0 0,0 0-1 0 0,0-1 1 0 0,0 1 0 0 0,1 0 0 0 0,-1-1-1 0 0,0 1 1 0 0,0-1 0 0 0,1 1-1 0 0,-1-4 1 0 0,1 3-177 0 0,0 0 0 0 0,1 0-1 0 0,-1 0 1 0 0,1 1 0 0 0,0-1 0 0 0,0 0-1 0 0,0 0 1 0 0,0 0 0 0 0,0 0 0 0 0,0 1-1 0 0,0-1 1 0 0,1 0 0 0 0,-1 1 0 0 0,0-1 0 0 0,1 1-1 0 0,3-3 1 0 0,9-6-155 0 0,0 0 0 0 0,0 1 0 0 0,25-11 0 0 0,160-62-103 0 0,-165 71 301 0 0,0 1 1 0 0,1 2-1 0 0,0 1 0 0 0,38-2 1 0 0,-57 8 39 0 0,0 1 0 0 0,0 1 0 0 0,0 0 0 0 0,0 1 0 0 0,0 0 0 0 0,-1 2 0 0 0,29 9 0 0 0,-38-11-161 0 0,0 0 0 0 0,0 1-1 0 0,-1 0 1 0 0,1 1 0 0 0,-1-1-1 0 0,1 1 1 0 0,-1 0 0 0 0,0 0-1 0 0,-1 0 1 0 0,1 1 0 0 0,-1 0-1 0 0,1 0 1 0 0,-2 0 0 0 0,1 0-1 0 0,0 1 1 0 0,-1 0 0 0 0,0-1-1 0 0,-1 1 1 0 0,1 0 0 0 0,-1 0-1 0 0,0 1 1 0 0,1 6 0 0 0,-2-9-34 0 0,-1 1 0 0 0,1-1 0 0 0,-1 1 0 0 0,0-1 1 0 0,-1 1-1 0 0,1-1 0 0 0,-1 1 0 0 0,0-1 0 0 0,0 1 0 0 0,0-1 1 0 0,-1 1-1 0 0,1-1 0 0 0,-1 0 0 0 0,-2 4 0 0 0,-1 0-4 0 0,0-1 0 0 0,0-1 0 0 0,0 1 0 0 0,-1-1 0 0 0,0 1 0 0 0,0-2 0 0 0,-8 7 0 0 0,1-2-10 0 0,-1-1 0 0 0,0-1 0 0 0,0 0 0 0 0,-1-1 0 0 0,0 0 0 0 0,-1-1-1 0 0,-22 5 1 0 0,35-10-32 0 0,-1 0 0 0 0,1 0 0 0 0,-1-1 0 0 0,1 1 0 0 0,-1-1 0 0 0,0 0 0 0 0,1 0-1 0 0,-1 0 1 0 0,1-1 0 0 0,-1 1 0 0 0,1-1 0 0 0,-1 0 0 0 0,1 0 0 0 0,0 0 0 0 0,-1 0-1 0 0,1-1 1 0 0,0 1 0 0 0,0-1 0 0 0,-4-2 0 0 0,5 1-24 0 0,0 1 0 0 0,-1-1 0 0 0,1 0 0 0 0,0 1 0 0 0,0-1 0 0 0,1 0 0 0 0,-1 0 0 0 0,1 0 1 0 0,-1 0-1 0 0,1-1 0 0 0,0 1 0 0 0,0 0 0 0 0,1 0 0 0 0,-1-1 0 0 0,0 1 0 0 0,1-1 0 0 0,0 1 0 0 0,0 0 0 0 0,0-1 0 0 0,1-3 0 0 0,1-6-271 0 0,0 0 0 0 0,0 0-1 0 0,2 0 1 0 0,0 0-1 0 0,0 1 1 0 0,1-1-1 0 0,0 1 1 0 0,1 1 0 0 0,1-1-1 0 0,0 1 1 0 0,0 0-1 0 0,16-17 1 0 0,-14 18-1020 0 0,1 1 1 0 0,0 0 0 0 0,0 0-1 0 0,0 1 1 0 0,1 0-1 0 0,1 1 1 0 0,18-9 0 0 0,-14 9-935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58.0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1160 0 0,'10'18'7785'0'0,"-1"2"-3458"0"0,26 78-479 0 0,-32-89-3643 0 0,-1 0-1 0 0,-1 0 1 0 0,1 0 0 0 0,-1 0-1 0 0,-1 1 1 0 0,0-1-1 0 0,-1 13 1 0 0,0-17-183 0 0,0 0 1 0 0,0 0-1 0 0,0 0 1 0 0,0 0 0 0 0,-1 0-1 0 0,0 0 1 0 0,0 0-1 0 0,0-1 1 0 0,-1 1-1 0 0,1-1 1 0 0,-1 1-1 0 0,0-1 1 0 0,-1 0 0 0 0,-4 5-1 0 0,8-9-47 0 0,0 1 0 0 0,-1-1 1 0 0,1 0-1 0 0,0 1 0 0 0,-1-1 0 0 0,1 0 0 0 0,0 0 0 0 0,-1 1 0 0 0,1-1 1 0 0,-1 0-1 0 0,1 0 0 0 0,0 0 0 0 0,-1 1 0 0 0,1-1 0 0 0,-1 0 0 0 0,1 0 1 0 0,-1 0-1 0 0,1 0 0 0 0,0 0 0 0 0,-1 0 0 0 0,1 0 0 0 0,-1 0 0 0 0,1 0 1 0 0,-1 0-1 0 0,1 0 0 0 0,-1 0 0 0 0,1 0 0 0 0,0 0 0 0 0,-1 0 1 0 0,1 0-1 0 0,-1-1 0 0 0,1 1 0 0 0,-1 0 0 0 0,-7-16-553 0 0,7 11 493 0 0,1 1 0 0 0,-1 0 0 0 0,1-1 0 0 0,0 1 0 0 0,0-1-1 0 0,1-7 1 0 0,3-1-15 0 0,7-22-93 0 0,19-46 1 0 0,-26 72 214 0 0,1 1 0 0 0,0-1 1 0 0,0 1-1 0 0,0 0 0 0 0,1 0 0 0 0,0 0 0 0 0,1 1 0 0 0,-1 0 1 0 0,2 0-1 0 0,9-7 0 0 0,-15 12 1 0 0,1 0 1 0 0,0 0 0 0 0,0 1-1 0 0,1-1 1 0 0,-1 1 0 0 0,0 0-1 0 0,0 0 1 0 0,1 0-1 0 0,-1 1 1 0 0,1-1 0 0 0,-1 1-1 0 0,0 0 1 0 0,1-1-1 0 0,-1 2 1 0 0,1-1 0 0 0,-1 0-1 0 0,1 1 1 0 0,-1-1-1 0 0,0 1 1 0 0,1 0 0 0 0,-1 0-1 0 0,0 1 1 0 0,0-1-1 0 0,0 0 1 0 0,0 1 0 0 0,5 3-1 0 0,6 5-172 0 0,-1 1 0 0 0,0 0 0 0 0,0 2 0 0 0,14 16 0 0 0,18 17-2720 0 0,6-9-6429 0 0,-43-33 6950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58.3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1 204 172 0 0,'40'-10'6970'0'0,"0"1"-3637"0"0,-8 2-1623 0 0,44-15 0 0 0,-48 12-1015 0 0,49-21 923 0 0,-71 28-1500 0 0,0-1 0 0 0,0 1 0 0 0,0-1-1 0 0,-1 0 1 0 0,1-1 0 0 0,-1 1 0 0 0,0-1 0 0 0,0 0 0 0 0,6-9 0 0 0,-10 13-107 0 0,0 0 1 0 0,0 0-1 0 0,-1 0 1 0 0,1 0-1 0 0,0-1 0 0 0,0 1 1 0 0,-1 0-1 0 0,1-1 0 0 0,-1 1 1 0 0,1 0-1 0 0,-1-1 1 0 0,1 1-1 0 0,-1-1 0 0 0,0 1 1 0 0,0 0-1 0 0,0-1 1 0 0,0 1-1 0 0,0-1 0 0 0,0 1 1 0 0,0-1-1 0 0,0 1 1 0 0,-1-1-1 0 0,1 1 0 0 0,0 0 1 0 0,-1-1-1 0 0,0 1 0 0 0,1 0 1 0 0,-1-1-1 0 0,1 1 1 0 0,-1 0-1 0 0,0 0 0 0 0,0-1 1 0 0,0 1-1 0 0,0 0 1 0 0,0 0-1 0 0,0 0 0 0 0,0 0 1 0 0,0 0-1 0 0,0 1 1 0 0,-1-1-1 0 0,1 0 0 0 0,0 0 1 0 0,0 1-1 0 0,-1-1 1 0 0,-1 0-1 0 0,-2-1 4 0 0,1 1 1 0 0,-1-1-1 0 0,1 1 0 0 0,-1 0 1 0 0,0 1-1 0 0,0-1 1 0 0,0 1-1 0 0,1 0 0 0 0,-1 0 1 0 0,0 0-1 0 0,0 1 1 0 0,-8 1-1 0 0,0 3 48 0 0,1 0-1 0 0,0 1 1 0 0,1 0 0 0 0,-1 0 0 0 0,1 1-1 0 0,1 1 1 0 0,-1 0 0 0 0,-13 14-1 0 0,17-15-12 0 0,1-1 0 0 0,0 1 0 0 0,1 0 0 0 0,0 0 0 0 0,0 0 0 0 0,1 1 0 0 0,-1-1-1 0 0,2 1 1 0 0,-1 1 0 0 0,1-1 0 0 0,0 0 0 0 0,1 1 0 0 0,-2 13 0 0 0,3-18-80 0 0,1-1 0 0 0,0 1 1 0 0,0 0-1 0 0,0-1 0 0 0,0 1 1 0 0,1-1-1 0 0,-1 1 1 0 0,1-1-1 0 0,0 1 0 0 0,0-1 1 0 0,0 1-1 0 0,1-1 0 0 0,-1 0 1 0 0,1 1-1 0 0,0-1 0 0 0,0 0 1 0 0,0 0-1 0 0,0 0 0 0 0,3 3 1 0 0,0-3-174 0 0,0 1 1 0 0,-1-1-1 0 0,1 1 1 0 0,0-1-1 0 0,0-1 1 0 0,1 1-1 0 0,-1-1 1 0 0,1 0-1 0 0,-1 0 1 0 0,12 2-1 0 0,3-1-1649 0 0,1-1-1 0 0,-1-1 1 0 0,0-1-1 0 0,1-1 1 0 0,33-5-1 0 0,-32 2-523 0 0,-2-1 2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58.7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305 1 272 0 0,'-5'2'8891'0'0,"-14"10"-3251"0"0,-48 44-413 0 0,34-30-5209 0 0,-34 36 1 0 0,49-44-464 0 0,-29 32-3790 0 0,4 5-7023 0 0,37-46 8533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59.4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73 92 0 0,'0'0'4476'0'0,"5"7"3025"0"0,8 10-5132 0 0,4 0-1520 0 0,-2 0 1 0 0,0 2 0 0 0,-1 0-1 0 0,-1 0 1 0 0,-1 1-1 0 0,11 24 1 0 0,-17-31-762 0 0,-1 0 0 0 0,0 1 0 0 0,-1-1 0 0 0,0 1 1 0 0,-1 0-1 0 0,-1 0 0 0 0,0 0 0 0 0,-1 0 0 0 0,0 16 1 0 0,-3-28-1034 0 0,-2-6 362 0 0,-4-10-8 0 0,7 11 407 0 0,-1-1 72 0 0,-1-1-1 0 0,2 0 0 0 0,-1 1 0 0 0,1-1 1 0 0,-1 0-1 0 0,1 0 0 0 0,1 0 0 0 0,-2-10 0 0 0,3-41-306 0 0,1 28 285 0 0,2 0 1 0 0,14-56-1 0 0,-15 74 133 0 0,0 0-1 0 0,0 0 1 0 0,1 1 0 0 0,1-1-1 0 0,0 1 1 0 0,0 0 0 0 0,0 0-1 0 0,1 1 1 0 0,1 0 0 0 0,-1 0-1 0 0,13-11 1 0 0,-17 17 23 0 0,0 0-1 0 0,0 1 1 0 0,1-1 0 0 0,-1 1 0 0 0,1-1-1 0 0,-1 1 1 0 0,1 0 0 0 0,0 0 0 0 0,-1 0-1 0 0,1 0 1 0 0,0 0 0 0 0,0 1 0 0 0,0-1-1 0 0,-1 1 1 0 0,1 0 0 0 0,0 0 0 0 0,0 0-1 0 0,0 0 1 0 0,4 1 0 0 0,-3 0 21 0 0,0 1 1 0 0,0-1-1 0 0,0 1 0 0 0,0 0 1 0 0,-1 0-1 0 0,1 0 1 0 0,-1 1-1 0 0,1-1 0 0 0,-1 1 1 0 0,0 0-1 0 0,0 0 1 0 0,3 3-1 0 0,1 4 61 0 0,1 0 0 0 0,-1 0-1 0 0,-1 1 1 0 0,0 0 0 0 0,0 0 0 0 0,-1 1 0 0 0,-1 0 0 0 0,4 12-1 0 0,-3 0-38 0 0,0 0 0 0 0,-1 0 0 0 0,-1 1 0 0 0,-1-1 0 0 0,-2 1 0 0 0,-4 43 0 0 0,2-47-151 0 0,2-16-319 0 0,-1-22 85 0 0,2 4 260 0 0,0-1 0 0 0,0 1 0 0 0,1 0 0 0 0,0 1 0 0 0,2-1 1 0 0,-1 0-1 0 0,1 1 0 0 0,1 0 0 0 0,0 0 0 0 0,1 0 0 0 0,0 0 0 0 0,9-11 1 0 0,-11 18-71 0 0,0 0 0 0 0,0 0 0 0 0,1 0 0 0 0,-1 0 0 0 0,1 1 0 0 0,0 0 0 0 0,0 0 0 0 0,0 0 0 0 0,1 1 0 0 0,-1 0 0 0 0,1 0 0 0 0,0 0 0 0 0,0 1 0 0 0,0-1 0 0 0,0 1 0 0 0,1 1 0 0 0,-1-1 0 0 0,0 1 0 0 0,1 0 0 0 0,-1 1 0 0 0,0 0 0 0 0,1 0 1 0 0,-1 0-1 0 0,1 1 0 0 0,-1-1 0 0 0,10 4 0 0 0,-2 1-1595 0 0,-1 0 0 0 0,1 1 0 0 0,-1 1 1 0 0,-1 0-1 0 0,1 1 0 0 0,14 11 1 0 0,-14-9-442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0:59.8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232 54 1848 0 0,'1'-12'3535'0'0,"-4"-20"3095"0"0,-5 26-4518 0 0,-8 12-500 0 0,-14 11-222 0 0,2 2 0 0 0,-36 31 0 0 0,56-43-1278 0 0,0 0-1 0 0,0 0 0 0 0,1 1 1 0 0,1 1-1 0 0,-1-1 1 0 0,1 1-1 0 0,1 0 1 0 0,-1 0-1 0 0,2 0 1 0 0,-1 1-1 0 0,1 0 1 0 0,-3 11-1 0 0,7-19-133 0 0,-1 0-1 0 0,0 0 1 0 0,1 0 0 0 0,0 0-1 0 0,-1 0 1 0 0,1 0 0 0 0,0 1-1 0 0,0-1 1 0 0,0 0 0 0 0,0 0-1 0 0,1 0 1 0 0,-1 0 0 0 0,1 0-1 0 0,-1 0 1 0 0,1 0 0 0 0,0 0-1 0 0,-1 0 1 0 0,1 0 0 0 0,0 0-1 0 0,0 0 1 0 0,1 0 0 0 0,-1 0-1 0 0,0-1 1 0 0,1 1 0 0 0,-1 0-1 0 0,1-1 1 0 0,-1 1 0 0 0,1-1-1 0 0,0 0 1 0 0,-1 1 0 0 0,1-1-1 0 0,0 0 1 0 0,0 0 0 0 0,0 0-1 0 0,0 0 1 0 0,0-1 0 0 0,0 1-1 0 0,0-1 1 0 0,0 1 0 0 0,0-1-1 0 0,0 1 1 0 0,1-1 0 0 0,-1 0-1 0 0,3 0 1 0 0,5 0-218 0 0,0 0 0 0 0,-1-1 0 0 0,1 0 1 0 0,0 0-1 0 0,0-1 0 0 0,-1 0 0 0 0,1-1 0 0 0,13-6 0 0 0,-12 4 86 0 0,0 0 0 0 0,0-2 0 0 0,0 1 0 0 0,-1-1 1 0 0,0-1-1 0 0,-1 0 0 0 0,1 0 0 0 0,-1-1 0 0 0,-1 0 0 0 0,0 0 0 0 0,0-1 0 0 0,-1 0 0 0 0,0-1 0 0 0,-1 1 0 0 0,0-1 0 0 0,-1-1 0 0 0,0 1 0 0 0,0-1 0 0 0,-1 0 0 0 0,-1 0 0 0 0,0 0 0 0 0,-1 0 0 0 0,0 0 0 0 0,-1-1 0 0 0,0-13 0 0 0,3 47 330 0 0,2 0 1 0 0,0-1-1 0 0,2 0 0 0 0,0 0 0 0 0,19 32 0 0 0,-22-45-578 0 0,1 0 1 0 0,-1 0-1 0 0,1 0 1 0 0,1-1-1 0 0,-1 0 1 0 0,1 0-1 0 0,10 7 0 0 0,-11-10-358 0 0,-1 1 0 0 0,1-1 0 0 0,0-1 0 0 0,-1 1 0 0 0,1-1-1 0 0,1 0 1 0 0,-1-1 0 0 0,0 1 0 0 0,0-1 0 0 0,1-1 0 0 0,7 1 0 0 0,-1-1-1388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0.2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223 16 1448 0 0,'2'-2'8747'0'0,"11"1"-3657"0"0,31-1-2214 0 0,54 0-3367 0 0,-92 2 515 0 0,-1 0 0 0 0,0 0-1 0 0,0-1 1 0 0,0 1-1 0 0,0-1 1 0 0,0 0 0 0 0,0-1-1 0 0,6-2 1 0 0,-17 13 486 0 0,0 0 1 0 0,0 1-1 0 0,1-1 0 0 0,0 1 0 0 0,-5 16 1 0 0,-29 89-119 0 0,24-67-94 0 0,-2 0-1 0 0,-1-1 0 0 0,-3 0 1 0 0,-34 55-1 0 0,43-84-196 0 0,0 0 0 0 0,-1 0 0 0 0,-1-2 1 0 0,0 0-1 0 0,-31 26 0 0 0,44-41-96 0 0,0 0 0 0 0,0 0 0 0 0,-1-1-1 0 0,1 1 1 0 0,0 0 0 0 0,-1 0 0 0 0,1-1 0 0 0,-1 1 0 0 0,1-1 0 0 0,-1 0 0 0 0,1 1 0 0 0,-1-1 0 0 0,1 0 0 0 0,-1 0-1 0 0,0 0 1 0 0,1 0 0 0 0,-1 0 0 0 0,1 0 0 0 0,-1 0 0 0 0,1 0 0 0 0,-1-1 0 0 0,1 1 0 0 0,-1-1 0 0 0,1 1 0 0 0,-1-1-1 0 0,1 0 1 0 0,0 1 0 0 0,-1-1 0 0 0,1 0 0 0 0,0 0 0 0 0,0 0 0 0 0,-1 0 0 0 0,1 0 0 0 0,0 0 0 0 0,0 0 0 0 0,0 0-1 0 0,0-1 1 0 0,0 1 0 0 0,-1-3 0 0 0,-5-7-101 0 0,1 0 0 0 0,0-1-1 0 0,-9-24 1 0 0,5 12-164 0 0,-2-3-67 0 0,6 12-916 0 0,5 12-824 0 0,17 40-12804 0 0,-11-30 12289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1.6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106 0 156 0 0,'0'7'4849'0'0,"5"16"2749"0"0,-1-1-4018 0 0,-2-6-5065 0 0,-4 0 1504 0 0,0 0-1 0 0,-1 0 1 0 0,-1 0 0 0 0,0-1-1 0 0,-1 1 1 0 0,0-1-1 0 0,-2 0 1 0 0,0-1 0 0 0,-13 22-1 0 0,-15 35-2772 0 0,30-59 1147 0 0,0 0 1 0 0,1 1 0 0 0,1 0-1 0 0,-2 13 1 0 0,4-16-504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2.2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 12 524 0 0,'1'-1'208'0'0,"-1"1"-1"0"0,0 0 1 0 0,0-1 0 0 0,0 1-1 0 0,0 0 1 0 0,0-1-1 0 0,0 1 1 0 0,0 0 0 0 0,0-1-1 0 0,0 1 1 0 0,0 0-1 0 0,0 0 1 0 0,0-1 0 0 0,0 1-1 0 0,0 0 1 0 0,0-1 0 0 0,0 1-1 0 0,0 0 1 0 0,0-1-1 0 0,0 1 1 0 0,-1 0 0 0 0,1-1-1 0 0,0 1 1 0 0,0 0 0 0 0,0 0-1 0 0,-1-1 1 0 0,1 1-1 0 0,0 0 1 0 0,0 0 0 0 0,0 0-1 0 0,-1-1 1 0 0,1 1-1 0 0,0 0 1 0 0,-1 0 0 0 0,1 0-1 0 0,0-1 1 0 0,0 1 0 0 0,-1 0-1 0 0,1 0 1 0 0,0 0-1 0 0,-1 0 1 0 0,1 0 0 0 0,0 0-1 0 0,-1 0 1 0 0,1 0 0 0 0,0 0-1 0 0,-1 0 1 0 0,1 0-1 0 0,0 0 1 0 0,0 0 0 0 0,-1 0-1 0 0,0 1-97 0 0,0-1-1 0 0,1 1 0 0 0,-1 0 1 0 0,1 0-1 0 0,-1-1 0 0 0,1 1 1 0 0,0 0-1 0 0,-1 0 0 0 0,1 0 1 0 0,0 0-1 0 0,-1-1 0 0 0,1 1 1 0 0,0 0-1 0 0,0 0 0 0 0,0 0 1 0 0,0 0-1 0 0,0 0 1 0 0,0 0-1 0 0,0 0 0 0 0,0 0 1 0 0,0-1-1 0 0,0 1 0 0 0,0 0 1 0 0,1 2-1 0 0,1 2-15 0 0,-1 0 0 0 0,1 0 1 0 0,1 1-1 0 0,-1-1 0 0 0,1 0 0 0 0,0-1 1 0 0,0 1-1 0 0,0 0 0 0 0,8 7 0 0 0,41 35 42 0 0,-28-26-199 0 0,-14-13-162 0 0,1-1 1 0 0,0 0-1 0 0,0 0 1 0 0,0-1 0 0 0,17 6-1 0 0,4 2-2388 0 0,-2 4-3284 0 0,-25-14 3980 0 0,-2-2-62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2.6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85 33 1612 0 0,'0'0'10268'0'0,"6"-8"-9778"0"0,-1 4 1756 0 0,2 4-2230 0 0,0-1-1 0 0,0-1 1 0 0,-1 1 0 0 0,13-5-1 0 0,-12 3-6 0 0,-1 1 0 0 0,1 1 0 0 0,0-1 0 0 0,12-1 0 0 0,-18 3 423 0 0,-3 6-296 0 0,1 0 1 0 0,-1 0 0 0 0,0-1 0 0 0,0 1-1 0 0,0-1 1 0 0,-1 1 0 0 0,0-1 0 0 0,-4 6-1 0 0,-9 17 47 0 0,-22 58-127 0 0,11-29-2138 0 0,-26 85 0 0 0,25-41-7981 0 0,25-83 7758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3.5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252 95 1512 0 0,'-4'-3'7262'0'0,"-4"9"-4464"0"0,-5 9-1065 0 0,10-7-1188 0 0,-5 29 698 0 0,7-35-1208 0 0,1 0 1 0 0,0 0 0 0 0,0 0 0 0 0,0 1-1 0 0,0-1 1 0 0,0 0 0 0 0,0 0 0 0 0,0 0-1 0 0,1 0 1 0 0,-1 0 0 0 0,1 0 0 0 0,0 0-1 0 0,-1-1 1 0 0,3 5 0 0 0,-2-5-31 0 0,-1-1 1 0 0,1 1 0 0 0,0 0 0 0 0,0-1-1 0 0,-1 1 1 0 0,1-1 0 0 0,0 1 0 0 0,0-1-1 0 0,0 1 1 0 0,-1-1 0 0 0,1 1 0 0 0,0-1-1 0 0,0 0 1 0 0,0 0 0 0 0,0 1-1 0 0,0-1 1 0 0,0 0 0 0 0,0 0 0 0 0,0 0-1 0 0,0 0 1 0 0,0 0 0 0 0,0 0 0 0 0,0 0-1 0 0,-1 0 1 0 0,1 0 0 0 0,0-1-1 0 0,0 1 1 0 0,0 0 0 0 0,0-1 0 0 0,0 1-1 0 0,0-1 1 0 0,0 1 0 0 0,-1-1 0 0 0,1 1-1 0 0,0-1 1 0 0,0 1 0 0 0,-1-1-1 0 0,1 0 1 0 0,0 0 0 0 0,3-2 23 0 0,0-1 1 0 0,-1 1-1 0 0,0-1 1 0 0,0 1-1 0 0,0-1 1 0 0,3-5-1 0 0,-3 4-52 0 0,-1 0 0 0 0,0 0 0 0 0,0-1 0 0 0,0 1 0 0 0,-1-1 0 0 0,0 1 0 0 0,0-1 0 0 0,0 0-1 0 0,0 1 1 0 0,-1-1 0 0 0,0 0 0 0 0,-1 0 0 0 0,1 1 0 0 0,-1-1 0 0 0,0 0 0 0 0,0 1 0 0 0,-1-1 0 0 0,1 1 0 0 0,-4-7 0 0 0,3 9 9 0 0,1 0 0 0 0,-1 0 1 0 0,0 0-1 0 0,0 1 0 0 0,0-1 1 0 0,0 1-1 0 0,0-1 0 0 0,-1 1 1 0 0,1 0-1 0 0,-1-1 0 0 0,1 1 1 0 0,-1 1-1 0 0,0-1 0 0 0,0 0 1 0 0,0 1-1 0 0,0-1 0 0 0,0 1 1 0 0,0 0-1 0 0,0 0 0 0 0,0 0 1 0 0,-1 0-1 0 0,1 1 0 0 0,0-1 1 0 0,-1 1-1 0 0,1 0 0 0 0,0 0 1 0 0,-1 0-1 0 0,1 1 0 0 0,0-1 1 0 0,-1 1-1 0 0,1 0 0 0 0,0-1 1 0 0,-5 4-1 0 0,-4 0 43 0 0,0 1 1 0 0,1 1-1 0 0,0 0 1 0 0,0 0-1 0 0,1 1 0 0 0,0 1 1 0 0,0 0-1 0 0,0 0 0 0 0,1 1 1 0 0,1 0-1 0 0,-13 16 0 0 0,15-17 4 0 0,0 0 0 0 0,1 0 0 0 0,0 0-1 0 0,1 1 1 0 0,0-1 0 0 0,0 1 0 0 0,1 0-1 0 0,0 0 1 0 0,0 1 0 0 0,1-1-1 0 0,0 1 1 0 0,1-1 0 0 0,0 1 0 0 0,1-1-1 0 0,1 19 1 0 0,0-24-76 0 0,-1 0 0 0 0,1 1 0 0 0,1-1 0 0 0,-1 0 0 0 0,1 0 0 0 0,0 0 0 0 0,0 0 0 0 0,0 0 0 0 0,0 0 1 0 0,1 0-1 0 0,-1 0 0 0 0,1-1 0 0 0,0 0 0 0 0,0 1 0 0 0,5 3 0 0 0,-2-3-150 0 0,1 1 0 0 0,0-1 0 0 0,-1 0 0 0 0,1-1 0 0 0,1 0 0 0 0,-1 0 0 0 0,0-1 0 0 0,10 3 0 0 0,7-1-1442 0 0,0-1 0 0 0,0-1 0 0 0,0-1 1 0 0,42-3-1 0 0,-35-1-554 0 0,2-1-18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3.9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192 9 1520 0 0,'-3'-2'492'0'0,"0"1"-1"0"0,0 0 1 0 0,0 0 0 0 0,0 0-1 0 0,0 0 1 0 0,0 1 0 0 0,-1-1-1 0 0,1 1 1 0 0,0 0 0 0 0,0 0-1 0 0,-1 0 1 0 0,1 0 0 0 0,0 1-1 0 0,0-1 1 0 0,-1 1-1 0 0,1 0 1 0 0,0 0 0 0 0,-4 2-1 0 0,1-1-143 0 0,1 1-1 0 0,0 1 0 0 0,1-1 0 0 0,-1 1 1 0 0,1 0-1 0 0,-1 0 0 0 0,1 0 0 0 0,0 1 1 0 0,-5 6-1 0 0,-2 8 85 0 0,0 0 1 0 0,1 0-1 0 0,1 1 1 0 0,-10 29-1 0 0,15-36-261 0 0,0 0 0 0 0,1 1 0 0 0,1-1 0 0 0,0 1 0 0 0,1-1 0 0 0,0 22 0 0 0,1-31-177 0 0,0 1-1 0 0,0-1 1 0 0,1 0-1 0 0,0 1 1 0 0,-1-1-1 0 0,1 0 1 0 0,1 1-1 0 0,-1-1 1 0 0,1 0-1 0 0,-1 0 1 0 0,1 0-1 0 0,0 0 1 0 0,1 0-1 0 0,-1-1 1 0 0,1 1-1 0 0,0-1 1 0 0,-1 1-1 0 0,1-1 1 0 0,1 0 0 0 0,-1 0-1 0 0,0 0 1 0 0,1-1-1 0 0,6 5 1 0 0,-7-6-65 0 0,0-1-1 0 0,0 1 1 0 0,0-1 0 0 0,1 1 0 0 0,-1-1 0 0 0,0 0 0 0 0,0 0 0 0 0,0 0 0 0 0,0 0 0 0 0,1-1 0 0 0,-1 0 0 0 0,0 1-1 0 0,0-1 1 0 0,0 0 0 0 0,0 0 0 0 0,0-1 0 0 0,0 1 0 0 0,-1 0 0 0 0,1-1 0 0 0,0 0 0 0 0,-1 0 0 0 0,1 0 0 0 0,-1 0 0 0 0,0 0-1 0 0,4-4 1 0 0,1-1-120 0 0,0-1-1 0 0,-1 1 1 0 0,0-1-1 0 0,-1 0 1 0 0,1-1-1 0 0,-1 1 1 0 0,3-10-1 0 0,-1-1 159 0 0,-1 0-1 0 0,-1 0 1 0 0,-1 0 0 0 0,-1 0-1 0 0,-1 0 1 0 0,0-1-1 0 0,-2 0 1 0 0,0 1-1 0 0,-1-1 1 0 0,-1 1-1 0 0,0-1 1 0 0,-7-20 0 0 0,12 135 1481 0 0,1-61-1494 0 0,2 0-1 0 0,2-1 0 0 0,11 35 0 0 0,-13-52-724 0 0,1 0 1 0 0,0 0-1 0 0,1-1 0 0 0,0 0 1 0 0,2-1-1 0 0,0 0 0 0 0,0 0 1 0 0,14 12-1 0 0,-1-9-3178 0 0,-10-10 1830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4.3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 72 832 0 0,'-1'0'267'0'0,"1"-1"1"0"0,0 0-1 0 0,-1 0 0 0 0,1 1 1 0 0,-1-1-1 0 0,1 0 0 0 0,-1 1 1 0 0,1-1-1 0 0,-1 0 0 0 0,1 1 1 0 0,-1-1-1 0 0,1 1 0 0 0,-1-1 1 0 0,0 1-1 0 0,1-1 0 0 0,-1 1 1 0 0,0 0-1 0 0,0-1 0 0 0,1 1 1 0 0,-1 0-1 0 0,0-1 0 0 0,0 1 1 0 0,0 0-1 0 0,1 0 1 0 0,-1 0-1 0 0,0 0 0 0 0,0 0 1 0 0,0 0-1 0 0,1 0 0 0 0,-1 0 1 0 0,0 0-1 0 0,-1 0 0 0 0,1 1-46 0 0,0 1 0 0 0,0-1 0 0 0,0 0 0 0 0,-1 0-1 0 0,1 1 1 0 0,1-1 0 0 0,-1 1 0 0 0,0-1 0 0 0,0 1 0 0 0,0-1-1 0 0,1 1 1 0 0,-1-1 0 0 0,1 1 0 0 0,-1 2 0 0 0,-2 8 153 0 0,1 0-1 0 0,0 0 1 0 0,1 15 0 0 0,1-2 24 0 0,1 0 1 0 0,2-1-1 0 0,5 28 0 0 0,-6-43-334 0 0,0 0 0 0 0,1-1 0 0 0,0 1-1 0 0,0 0 1 0 0,1-1 0 0 0,0 0 0 0 0,0 0-1 0 0,1 0 1 0 0,0-1 0 0 0,1 1-1 0 0,11 11 1 0 0,-14-16-56 0 0,-1-1 0 0 0,1 0 0 0 0,0 1-1 0 0,0-1 1 0 0,0 0 0 0 0,1-1 0 0 0,-1 1 0 0 0,0-1-1 0 0,1 1 1 0 0,-1-1 0 0 0,1 0 0 0 0,-1 0 0 0 0,1 0-1 0 0,0-1 1 0 0,-1 1 0 0 0,1-1 0 0 0,0 0 0 0 0,6-1-1 0 0,-4 0-11 0 0,0 0 0 0 0,-1-1-1 0 0,0 0 1 0 0,1 0 0 0 0,-1-1 0 0 0,0 1-1 0 0,0-1 1 0 0,0 0 0 0 0,-1 0-1 0 0,1-1 1 0 0,4-4 0 0 0,2-2-65 0 0,-2 0 0 0 0,0-1 1 0 0,0 0-1 0 0,-1-1 0 0 0,0 1 0 0 0,-1-1 1 0 0,0-1-1 0 0,-1 1 0 0 0,5-17 0 0 0,-3 3-162 0 0,-1-1-1 0 0,4-32 0 0 0,-10 51 128 0 0,0 0 0 0 0,-1 0 0 0 0,0 0 0 0 0,0 0 0 0 0,-1-1 0 0 0,1 1 0 0 0,-2 0 0 0 0,1 0 0 0 0,-1 1 1 0 0,-1-1-1 0 0,-5-14 0 0 0,7 20 4 0 0,0 1 1 0 0,0 0-1 0 0,0-1 1 0 0,0 1-1 0 0,0 0 1 0 0,0 0-1 0 0,0 0 1 0 0,0 0-1 0 0,0 0 1 0 0,-1 0-1 0 0,1 0 1 0 0,0 0-1 0 0,-1 1 1 0 0,1-1 0 0 0,-1 0-1 0 0,1 1 1 0 0,-1-1-1 0 0,1 1 1 0 0,-1 0-1 0 0,1-1 1 0 0,-1 1-1 0 0,1 0 1 0 0,-1 0-1 0 0,1 0 1 0 0,-1 0-1 0 0,0 0 1 0 0,-2 1-1 0 0,2-1-377 0 0,0 1-1 0 0,-1-1 0 0 0,1 1 1 0 0,-1 0-1 0 0,1 0 0 0 0,0 0 1 0 0,0 0-1 0 0,0 1 0 0 0,-1-1 1 0 0,1 0-1 0 0,0 1 0 0 0,1 0 1 0 0,-1-1-1 0 0,0 1 0 0 0,0 0 1 0 0,-2 3-1 0 0,-1 4-1655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4.6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125 1 868 0 0,'-4'-1'12028'0'0,"0"1"-10981"0"0,-5 3-440 0 0,0 0-1 0 0,0 1 1 0 0,0 0 0 0 0,1 0-1 0 0,-1 1 1 0 0,-13 10-1 0 0,21-14-601 0 0,-1 0-1 0 0,1 0 1 0 0,-1 1-1 0 0,1-1 1 0 0,0 0 0 0 0,0 1-1 0 0,-1-1 1 0 0,1 0-1 0 0,0 1 1 0 0,0-1-1 0 0,1 1 1 0 0,-1 0-1 0 0,0-1 1 0 0,0 1-1 0 0,1 0 1 0 0,-1-1-1 0 0,1 1 1 0 0,0 0-1 0 0,-1 0 1 0 0,1-1-1 0 0,0 1 1 0 0,0 0-1 0 0,0 0 1 0 0,0 0-1 0 0,0-1 1 0 0,1 1 0 0 0,-1 0-1 0 0,0 0 1 0 0,1-1-1 0 0,-1 1 1 0 0,1 0-1 0 0,0-1 1 0 0,0 1-1 0 0,-1-1 1 0 0,1 1-1 0 0,0-1 1 0 0,0 1-1 0 0,1-1 1 0 0,-1 1-1 0 0,0-1 1 0 0,0 0-1 0 0,1 0 1 0 0,-1 1-1 0 0,3 0 1 0 0,18 17 133 0 0,-14-13 16 0 0,0 1 0 0 0,0 1 1 0 0,0 0-1 0 0,9 12 1 0 0,-15-17-106 0 0,0 0 0 0 0,0 1 0 0 0,0-1 0 0 0,-1 1 0 0 0,1-1 0 0 0,-1 1 0 0 0,0-1 0 0 0,0 1 0 0 0,-1 0 0 0 0,1 0 0 0 0,-1-1 0 0 0,1 1 0 0 0,-1 0 0 0 0,0 0 0 0 0,-1-1 0 0 0,1 1 0 0 0,-2 4 0 0 0,-1 4-29 0 0,0 1 0 0 0,-1-1 0 0 0,-1 0 0 0 0,0 0 1 0 0,-1-1-1 0 0,0 0 0 0 0,-10 14 0 0 0,7-13-1147 0 0,-1 0 0 0 0,0-1 0 0 0,-13 12 0 0 0,22-22 645 0 0,-12 9-1761 0 0,4-11-6461 0 0,6-1 6299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5.0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0 147 548 0 0,'40'-2'6791'0'0,"2"-2"-3554"0"0,79-18-742 0 0,-114 20-2391 0 0,23-4 294 0 0,0-2-1 0 0,42-16 1 0 0,-42 8-177 0 0,-29 16-213 0 0,-1-1 0 0 0,1 1 0 0 0,0 0 0 0 0,0-1 0 0 0,0 1 0 0 0,0-1 0 0 0,-1 0 0 0 0,1 1 0 0 0,0-1 0 0 0,-1 0 0 0 0,1 1 0 0 0,0-1 0 0 0,-1 0 0 0 0,1 0 0 0 0,-1 1 0 0 0,1-1 0 0 0,-1 0 0 0 0,1 0 0 0 0,-1 0 0 0 0,0 0 0 0 0,1 0 0 0 0,-1 0 0 0 0,0 0 0 0 0,0 0 0 0 0,0 1 0 0 0,1-1 0 0 0,-1 0 0 0 0,0 0 0 0 0,-1 0 0 0 0,1 0 0 0 0,0 0 0 0 0,0 0 0 0 0,0 0 0 0 0,0 0 0 0 0,-1 0 0 0 0,1 0 0 0 0,0 0 0 0 0,-1 0 0 0 0,1 0 0 0 0,-1 1 0 0 0,1-1 0 0 0,-1 0 0 0 0,1 0 0 0 0,-1 1 0 0 0,0-1 0 0 0,1 0 0 0 0,-1 1 0 0 0,0-1 0 0 0,0 0 0 0 0,1 1 0 0 0,-1-1 0 0 0,0 1 0 0 0,0-1 0 0 0,0 1 0 0 0,-1-1 0 0 0,-2-2-6 0 0,0 1 1 0 0,-1-1 0 0 0,1 1-1 0 0,-1 0 1 0 0,0 0-1 0 0,1 0 1 0 0,-1 1 0 0 0,0 0-1 0 0,0 0 1 0 0,-6-1-1 0 0,-1 3 66 0 0,0 0-1 0 0,0 0 0 0 0,0 1 0 0 0,0 0 0 0 0,0 1 0 0 0,1 1 1 0 0,-1 0-1 0 0,1 0 0 0 0,0 1 0 0 0,-16 10 0 0 0,20-11 3 0 0,1 0 1 0 0,1 0-1 0 0,-1 1 0 0 0,1 0 0 0 0,-1 0 0 0 0,1 0 0 0 0,1 0 0 0 0,-1 1 0 0 0,1 0 0 0 0,0 0 0 0 0,0 0 0 0 0,1 0 0 0 0,-1 1 0 0 0,1-1 0 0 0,1 1 0 0 0,0 0 0 0 0,0 0 0 0 0,0 0 1 0 0,-1 8-1 0 0,3-11-120 0 0,0-1 0 0 0,-1 1 0 0 0,2-1 1 0 0,-1 1-1 0 0,0 0 0 0 0,1-1 0 0 0,-1 1 1 0 0,1-1-1 0 0,0 1 0 0 0,1-1 1 0 0,-1 1-1 0 0,0-1 0 0 0,1 0 0 0 0,0 1 1 0 0,0-1-1 0 0,3 4 0 0 0,-1-2-138 0 0,0-1 0 0 0,1 0 0 0 0,-1 0 0 0 0,1 0 0 0 0,0-1 0 0 0,0 0 0 0 0,1 0 0 0 0,-1 0 0 0 0,7 2 0 0 0,10 3-1263 0 0,0-2 1 0 0,0-1-1 0 0,1 0 1 0 0,24 1-1 0 0,-47-6 1419 0 0,62 4-4410 0 0,-31-4 2181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5.9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197 128 1372 0 0,'4'-2'9686'0'0,"7"5"-5494"0"0,19 11-4128 0 0,-11-6 765 0 0,-9-4-683 0 0,0-1-1 0 0,0 0 1 0 0,1-1 0 0 0,-1 0-1 0 0,1-1 1 0 0,13 1 0 0 0,-22-2-138 0 0,0 0 1 0 0,0 0 0 0 0,0-1-1 0 0,0 1 1 0 0,0-1-1 0 0,0 1 1 0 0,0-1 0 0 0,0 1-1 0 0,0-1 1 0 0,0 0 0 0 0,0 0-1 0 0,0 0 1 0 0,-1 0-1 0 0,1 0 1 0 0,0-1 0 0 0,-1 1-1 0 0,1 0 1 0 0,0-1 0 0 0,-1 0-1 0 0,0 1 1 0 0,1-1-1 0 0,-1 0 1 0 0,0 1 0 0 0,0-1-1 0 0,0 0 1 0 0,0 0-1 0 0,0 0 1 0 0,-1 0 0 0 0,1 0-1 0 0,0 0 1 0 0,-1 0 0 0 0,0 0-1 0 0,1 0 1 0 0,-1 0-1 0 0,0 0 1 0 0,0 0 0 0 0,0 0-1 0 0,-1-3 1 0 0,2 0-24 0 0,-2 0 0 0 0,1 0 0 0 0,-1 0 0 0 0,1 0 0 0 0,-1 0 0 0 0,-1 0 0 0 0,1 0 0 0 0,-1 0 0 0 0,0 0 0 0 0,0 0 0 0 0,0 1 0 0 0,0-1 0 0 0,-1 1 0 0 0,0 0 0 0 0,0 0 0 0 0,0 0 0 0 0,-7-7 0 0 0,7 9 11 0 0,-1-1 1 0 0,1 1 0 0 0,-1 0-1 0 0,0 0 1 0 0,1 0-1 0 0,-1 1 1 0 0,0-1 0 0 0,0 1-1 0 0,0 0 1 0 0,0 0 0 0 0,0 0-1 0 0,-1 1 1 0 0,1 0-1 0 0,0-1 1 0 0,0 1 0 0 0,0 1-1 0 0,0-1 1 0 0,0 1-1 0 0,-1-1 1 0 0,1 1 0 0 0,0 0-1 0 0,-7 3 1 0 0,-7 4 70 0 0,1 1-1 0 0,0 0 1 0 0,1 1 0 0 0,0 1-1 0 0,1 0 1 0 0,0 2 0 0 0,0-1-1 0 0,2 2 1 0 0,-1 0 0 0 0,2 0-1 0 0,0 1 1 0 0,1 1 0 0 0,0 0-1 0 0,1 0 1 0 0,1 1 0 0 0,1 0-1 0 0,0 1 1 0 0,1 0 0 0 0,-5 21-1 0 0,11-34-57 0 0,0-1 0 0 0,0 1 0 0 0,1 0 1 0 0,-1-1-1 0 0,1 1 0 0 0,0 0 0 0 0,0 0 0 0 0,1-1 0 0 0,0 1 0 0 0,-1 0 0 0 0,2 0 0 0 0,-1-1 0 0 0,0 1 0 0 0,1-1 0 0 0,0 1 0 0 0,0-1 0 0 0,0 0 0 0 0,1 0 0 0 0,-1 0 0 0 0,6 6 0 0 0,-2-4-75 0 0,-1-1 1 0 0,1-1-1 0 0,0 1 0 0 0,0-1 0 0 0,1 0 0 0 0,-1 0 1 0 0,1-1-1 0 0,0 0 0 0 0,0 0 0 0 0,0-1 1 0 0,0 1-1 0 0,11 0 0 0 0,14 3-568 0 0,1-2 0 0 0,-1-2-1 0 0,1-1 1 0 0,37-4 0 0 0,130-23-6773 0 0,-133 13 3108 0 0,-36 6 2117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6.2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 66 24 0 0,'-12'-21'3730'0'0,"9"17"-2989"0"0,1 1 0 0 0,0-1-1 0 0,0 0 1 0 0,0 0 0 0 0,0 0 0 0 0,1 0-1 0 0,-1 0 1 0 0,1 0 0 0 0,-1-5 0 0 0,23 18 2079 0 0,-19-7-2727 0 0,26 18 1062 0 0,-1 1 1 0 0,-1 2 0 0 0,36 39 0 0 0,-57-55-1080 0 0,1-1 0 0 0,-1 1-1 0 0,0 0 1 0 0,-1 0 0 0 0,0 1 0 0 0,0-1-1 0 0,0 1 1 0 0,-1 0 0 0 0,0 0-1 0 0,-1 0 1 0 0,0 1 0 0 0,0-1 0 0 0,-1 0-1 0 0,0 1 1 0 0,0-1 0 0 0,-1 1 0 0 0,0-1-1 0 0,0 1 1 0 0,-1-1 0 0 0,-2 11 0 0 0,-2-7-82 0 0,1 0 0 0 0,-1-1 0 0 0,-1 0 0 0 0,0 0 0 0 0,-1 0 0 0 0,0 0 1 0 0,-1-1-1 0 0,1 0 0 0 0,-2-1 0 0 0,0 0 0 0 0,0 0 0 0 0,-19 14 1 0 0,27-23-9 0 0,1 0 1 0 0,0 0 0 0 0,0 0 0 0 0,0 1-1 0 0,-1-1 1 0 0,1 0 0 0 0,0 0 0 0 0,0 0-1 0 0,0 0 1 0 0,-1 0 0 0 0,1 0 0 0 0,0 0-1 0 0,0 0 1 0 0,0 0 0 0 0,-1 1 0 0 0,1-1-1 0 0,0 0 1 0 0,0 0 0 0 0,-1 0 0 0 0,1 0-1 0 0,0 0 1 0 0,0 0 0 0 0,0-1 0 0 0,-1 1-1 0 0,1 0 1 0 0,0 0 0 0 0,0 0 0 0 0,-1 0-1 0 0,1 0 1 0 0,0 0 0 0 0,0 0 0 0 0,0 0-1 0 0,-1 0 1 0 0,1-1 0 0 0,0 1 0 0 0,0 0-1 0 0,0 0 1 0 0,0 0 0 0 0,-1 0 0 0 0,1-1 0 0 0,0 1-1 0 0,0 0 1 0 0,0 0 0 0 0,0 0 0 0 0,0-1-1 0 0,0 1 1 0 0,-1 0 0 0 0,1-17-417 0 0,7-18-206 0 0,-2 20 114 0 0,1 0-1 0 0,0 0 1 0 0,1 1 0 0 0,1 0-1 0 0,0 0 1 0 0,1 1 0 0 0,0 0-1 0 0,19-20 1 0 0,-17 22-1302 0 0,1 0 0 0 0,0 1 0 0 0,0 1 1 0 0,1 0-1 0 0,19-10 0 0 0,-17 11-371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6.6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268 1 232 0 0,'0'0'4070'0'0,"-6"0"1722"0"0,-16 2-3069 0 0,2 8-2052 0 0,1 0 0 0 0,0 1 0 0 0,1 2 0 0 0,0-1 0 0 0,1 2 0 0 0,-23 23 0 0 0,31-28-561 0 0,0 1 0 0 0,1 0 0 0 0,0 0 0 0 0,1 1 0 0 0,0 0 0 0 0,0 0-1 0 0,1 1 1 0 0,0 0 0 0 0,1 0 0 0 0,1 0 0 0 0,0 1 0 0 0,-2 14 0 0 0,5-25-115 0 0,1-1 0 0 0,-1 0-1 0 0,1 1 1 0 0,0-1 0 0 0,-1 1 0 0 0,1-1 0 0 0,0 0-1 0 0,0 1 1 0 0,0-1 0 0 0,0 1 0 0 0,1-1 0 0 0,-1 1-1 0 0,0-1 1 0 0,0 0 0 0 0,1 1 0 0 0,-1-1 0 0 0,1 0-1 0 0,-1 1 1 0 0,1-1 0 0 0,0 0 0 0 0,0 1-1 0 0,-1-1 1 0 0,1 0 0 0 0,0 0 0 0 0,0 0 0 0 0,0 0-1 0 0,0 0 1 0 0,0 0 0 0 0,0 0 0 0 0,1 0 0 0 0,-1 0-1 0 0,0-1 1 0 0,0 1 0 0 0,1 0 0 0 0,-1-1 0 0 0,0 1-1 0 0,1-1 1 0 0,-1 1 0 0 0,0-1 0 0 0,1 0 0 0 0,-1 0-1 0 0,1 0 1 0 0,-1 1 0 0 0,1-1 0 0 0,-1 0-1 0 0,0-1 1 0 0,1 1 0 0 0,-1 0 0 0 0,1 0 0 0 0,1-1-1 0 0,6-1-167 0 0,-1 0 1 0 0,1-1-1 0 0,-1 0 0 0 0,1 0 0 0 0,-1 0 0 0 0,13-9 0 0 0,-12 6-41 0 0,0-1 1 0 0,0 0 0 0 0,-1-1-1 0 0,0 0 1 0 0,0 0-1 0 0,-1-1 1 0 0,0 0-1 0 0,0 0 1 0 0,-1 0-1 0 0,6-13 1 0 0,-4 5 60 0 0,-1 0 1 0 0,0-1 0 0 0,-2 1-1 0 0,0-1 1 0 0,4-24 0 0 0,-7 25 377 0 0,-5 23 133 0 0,-3 27-41 0 0,5-24-485 0 0,2 0 0 0 0,-1 0 1 0 0,1 0-1 0 0,1-1 1 0 0,-1 1-1 0 0,1 0 0 0 0,1-1 1 0 0,5 13-1 0 0,-6-18-118 0 0,0 1 0 0 0,0 0-1 0 0,0-1 1 0 0,1 1 0 0 0,0-1 0 0 0,0 0 0 0 0,0 0 0 0 0,0 0 0 0 0,0 0-1 0 0,1 0 1 0 0,-1-1 0 0 0,1 0 0 0 0,0 0 0 0 0,-1 0 0 0 0,1 0-1 0 0,0 0 1 0 0,0-1 0 0 0,0 1 0 0 0,6 0 0 0 0,42 6-4243 0 0,-31-6 2681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176 121 900 0 0,'4'-15'1972'0'0,"6"-37"1655"0"0,-9 49-3374 0 0,-1 1 0 0 0,0-1 0 0 0,1 0 0 0 0,-1 0 0 0 0,-1 0 0 0 0,1 0-1 0 0,0 0 1 0 0,-1 0 0 0 0,1 1 0 0 0,-1-1 0 0 0,0 0 0 0 0,0 0 0 0 0,-2-4 0 0 0,1 6-129 0 0,1 0 0 0 0,-1 0 0 0 0,0 0 1 0 0,1 0-1 0 0,-1 0 0 0 0,0 0 1 0 0,1 1-1 0 0,-1-1 0 0 0,0 1 0 0 0,0 0 1 0 0,0-1-1 0 0,0 1 0 0 0,0 0 0 0 0,1 0 1 0 0,-1 0-1 0 0,0 0 0 0 0,0 0 1 0 0,0 1-1 0 0,0-1 0 0 0,0 0 0 0 0,1 1 1 0 0,-1 0-1 0 0,-3 1 0 0 0,-42 18 855 0 0,37-15-851 0 0,0 1-1 0 0,0 1 1 0 0,1-1-1 0 0,0 2 1 0 0,-13 12-1 0 0,20-18-125 0 0,0 0 0 0 0,0 0-1 0 0,0 1 1 0 0,1-1 0 0 0,-1 1 0 0 0,1-1-1 0 0,-1 1 1 0 0,1 0 0 0 0,0-1 0 0 0,0 1-1 0 0,0 0 1 0 0,1 0 0 0 0,-1 0 0 0 0,1 0-1 0 0,-1-1 1 0 0,1 1 0 0 0,0 0 0 0 0,0 0-1 0 0,0 0 1 0 0,0 0 0 0 0,1 0 0 0 0,-1 0-1 0 0,1 0 1 0 0,0 0 0 0 0,0-1 0 0 0,2 6-1 0 0,17 33-36 0 0,30 68 18 0 0,-46-98-22 0 0,10 31 126 0 0,-13-40-142 0 0,-1 0 0 0 0,1 1 0 0 0,-1-1 1 0 0,0 1-1 0 0,0-1 0 0 0,0 0 0 0 0,0 1 1 0 0,0-1-1 0 0,0 1 0 0 0,0-1 0 0 0,-1 0 1 0 0,1 1-1 0 0,-1-1 0 0 0,-1 3 0 0 0,1-4-90 0 0,1 0-1 0 0,-1 0 1 0 0,0 0-1 0 0,0 0 1 0 0,0 0-1 0 0,0 0 0 0 0,0 0 1 0 0,0-1-1 0 0,0 1 1 0 0,0 0-1 0 0,0-1 1 0 0,0 1-1 0 0,0-1 1 0 0,-2 2-1 0 0,2-2-257 0 0,-1 1 0 0 0,1-1 1 0 0,-1 0-1 0 0,1 0 0 0 0,-1 1 0 0 0,1-1 1 0 0,-1 0-1 0 0,1 0 0 0 0,-1 0 0 0 0,1 0 1 0 0,-1-1-1 0 0,1 1 0 0 0,0 0 0 0 0,-1-1 1 0 0,1 1-1 0 0,-1-1 0 0 0,1 1 1 0 0,0-1-1 0 0,-2-1 0 0 0,-3-2-1626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7.3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 1324 0 0,'1'-1'333'0'0,"0"1"1"0"0,0 0-1 0 0,0-1 0 0 0,-1 1 0 0 0,1 0 0 0 0,0 0 0 0 0,0 0 1 0 0,0 0-1 0 0,0 0 0 0 0,-1 0 0 0 0,1 0 0 0 0,0 0 1 0 0,0 0-1 0 0,0 0 0 0 0,0 0 0 0 0,0 1 0 0 0,-1-1 1 0 0,1 0-1 0 0,0 1 0 0 0,0-1 0 0 0,-1 0 0 0 0,1 1 1 0 0,1 0-1 0 0,14 19 2878 0 0,4 28-862 0 0,0 21 421 0 0,13 96-1 0 0,-11-8-1438 0 0,-17-6-1687 0 0,-5-118-678 0 0,0-33 786 0 0,9-37-1488 0 0,-1 3 1493 0 0,1-1 1 0 0,2 1 0 0 0,16-35 0 0 0,-25 65 237 0 0,3-7 6 0 0,1 0 0 0 0,-1 0-1 0 0,2 1 1 0 0,-1 0-1 0 0,14-15 1 0 0,-18 23 18 0 0,-1 1 1 0 0,1-1-1 0 0,0 1 0 0 0,0-1 0 0 0,0 1 1 0 0,0 0-1 0 0,0-1 0 0 0,1 1 0 0 0,-1 0 1 0 0,0 0-1 0 0,1 1 0 0 0,-1-1 1 0 0,0 0-1 0 0,1 1 0 0 0,-1 0 0 0 0,1-1 1 0 0,-1 1-1 0 0,0 0 0 0 0,1 0 0 0 0,-1 0 1 0 0,1 1-1 0 0,-1-1 0 0 0,1 0 1 0 0,-1 1-1 0 0,0 0 0 0 0,1 0 0 0 0,-1-1 1 0 0,0 1-1 0 0,0 0 0 0 0,1 1 1 0 0,-1-1-1 0 0,0 0 0 0 0,3 4 0 0 0,8 6 28 0 0,0 0-1 0 0,-1 2 0 0 0,0-1 0 0 0,-1 2 0 0 0,-1-1 1 0 0,17 29-1 0 0,-16-23-991 0 0,1-1 1 0 0,1-1-1 0 0,0 0 0 0 0,18 16 1 0 0,-27-29 180 0 0,1-1 1 0 0,-1 1-1 0 0,1-1 1 0 0,0 0 0 0 0,0-1-1 0 0,0 1 1 0 0,0-1-1 0 0,0 0 1 0 0,1 0 0 0 0,-1-1-1 0 0,0 0 1 0 0,8 1-1 0 0,2 1-1586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7.7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8 395 672 0 0,'0'10'10749'0'0,"-2"3"-7120"0"0,-1 29-2952 0 0,2 34 590 0 0,0 0-4455 0 0,1-75 2316 0 0,10-8-9256 0 0,-5 2 7950 0 0</inkml:trace>
  <inkml:trace contextRef="#ctx0" brushRef="#br0" timeOffset="1">42 111 80 0 0,'-3'-8'1088'0'0,"0"-1"1"0"0,1 0-1 0 0,-1 0 1 0 0,2 1-1 0 0,0-1 1 0 0,0 0-1 0 0,0 0 0 0 0,1-1 1 0 0,2-12-1 0 0,-2 22-1094 0 0,0 0 0 0 0,0-1-1 0 0,0 1 1 0 0,0 0-1 0 0,0-1 1 0 0,0 1 0 0 0,0 0-1 0 0,0-1 1 0 0,0 1-1 0 0,0 0 1 0 0,0-1 0 0 0,0 1-1 0 0,0 0 1 0 0,1-1-1 0 0,-1 1 1 0 0,0 0 0 0 0,0 0-1 0 0,0-1 1 0 0,1 1-1 0 0,-1 0 1 0 0,0 0 0 0 0,0-1-1 0 0,1 1 1 0 0,-1 0 0 0 0,0 0-1 0 0,0 0 1 0 0,1-1-1 0 0,-1 1 1 0 0,0 0 0 0 0,1 0-1 0 0,-1 0 1 0 0,0 0-1 0 0,1 0 1 0 0,-1 0 0 0 0,0 0-1 0 0,1 0 1 0 0,10 9-1030 0 0,4 18-1478 0 0,-6 15-2084 0 0,-5-26 2746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8.0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1 117 368 0 0,'7'12'3134'0'0,"1"-1"1"0"0,16 19-1 0 0,-15-21-1640 0 0,0 2-1 0 0,11 19 990 0 0,-20-34-2407 0 0,-1 0 0 0 0,1 0 0 0 0,0 0-1 0 0,0 0 1 0 0,1 1 0 0 0,-1-1 0 0 0,1 0 0 0 0,0 0 0 0 0,0 1 0 0 0,1-5 0 0 0,-1 7-55 0 0,2-13 52 0 0,2-1 0 0 0,0 1 0 0 0,1 0 1 0 0,0 0-1 0 0,1 1 0 0 0,0 0 0 0 0,14-18 0 0 0,-18 27-42 0 0,1 0-1 0 0,-1 1 1 0 0,0 0-1 0 0,1-1 0 0 0,0 1 1 0 0,0 0-1 0 0,0 1 0 0 0,0-1 1 0 0,0 1-1 0 0,0 0 1 0 0,1 0-1 0 0,-1 0 0 0 0,1 0 1 0 0,-1 1-1 0 0,1 0 0 0 0,0 0 1 0 0,0 0-1 0 0,-1 0 1 0 0,1 1-1 0 0,0 0 0 0 0,0 0 1 0 0,0 0-1 0 0,0 1 0 0 0,-1-1 1 0 0,1 1-1 0 0,0 1 1 0 0,6 1-1 0 0,-3 0 14 0 0,0 0-1 0 0,-1 1 1 0 0,0 0-1 0 0,0 0 1 0 0,0 0-1 0 0,0 1 1 0 0,0 0 0 0 0,-1 0-1 0 0,0 1 1 0 0,9 10-1 0 0,1 5-514 0 0,27 46-1 0 0,-30-45-2042 0 0,1-1 0 0 0,19 23 0 0 0,-10-25-2257 0 0,-10-12 2295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9.0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58 1856 0 0,'-7'-51'12029'0'0,"6"45"-8377"0"0,6 29-2099 0 0,55 205 1392 0 0,-19-34-3250 0 0,-16-64-2936 0 0,-12-57-1739 0 0,-5-25-4763 0 0,-8-41 7261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09.7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31 158 2028 0 0,'-6'-5'1518'0'0,"3"3"-555"0"0,1-1 0 0 0,-1 1 0 0 0,0-1 1 0 0,1 0-1 0 0,0 1 0 0 0,-1-1 0 0 0,-2-5 1 0 0,5 7-853 0 0,0 0-1 0 0,-1 1 1 0 0,1-1 0 0 0,0 1 0 0 0,0-1 0 0 0,0 1-1 0 0,0-1 1 0 0,0 1 0 0 0,0-1 0 0 0,0 0 0 0 0,0 1 0 0 0,0-1-1 0 0,0 1 1 0 0,0-1 0 0 0,0 1 0 0 0,1-1 0 0 0,-1 1-1 0 0,0-1 1 0 0,0 1 0 0 0,0-1 0 0 0,1 0 0 0 0,18-11-72 0 0,89-20-601 0 0,62-1-699 0 0,-117 24 897 0 0,-5 2 120 0 0,-22 3 204 0 0,37-9 0 0 0,-55 11 129 0 0,-3 0 1418 0 0,-8 6 386 0 0,-9 9-1240 0 0,4-2-354 0 0,1 0 1 0 0,1 1-1 0 0,0 0 0 0 0,0 0 1 0 0,1 0-1 0 0,1 1 0 0 0,-5 21 1 0 0,3-13-49 0 0,3-11-185 0 0,0 1 1 0 0,0-1-1 0 0,1 1 1 0 0,1 0-1 0 0,0 0 1 0 0,0-1-1 0 0,1 1 1 0 0,1 0-1 0 0,0 0 1 0 0,0 0-1 0 0,5 20 1 0 0,-5-29-74 0 0,0 1 0 0 0,1-1 0 0 0,-1 1-1 0 0,0-1 1 0 0,1 0 0 0 0,-1 1 0 0 0,1-1 0 0 0,0 0 0 0 0,0 0 0 0 0,0 0 0 0 0,0 0 0 0 0,0-1 0 0 0,0 1 0 0 0,0 0 0 0 0,0-1 0 0 0,1 0 0 0 0,4 3 0 0 0,-2-3-56 0 0,-1 1 0 0 0,1-1 0 0 0,0 0 1 0 0,-1-1-1 0 0,1 1 0 0 0,0-1 1 0 0,-1 0-1 0 0,1 0 0 0 0,9-2 0 0 0,-7 1-90 0 0,0 0 0 0 0,1-1 0 0 0,-1 0 0 0 0,0-1 0 0 0,0 0 0 0 0,0 0 0 0 0,0 0 0 0 0,-1-1 0 0 0,0 0 0 0 0,1 0 0 0 0,-1 0 0 0 0,10-11 0 0 0,-8 4-69 0 0,0-1 0 0 0,0-1 0 0 0,9-22 0 0 0,1 0-80 0 0,-18 34 271 0 0,21 44 393 0 0,-17-33-204 0 0,0 0 0 0 0,1 0 1 0 0,0 0-1 0 0,0 0 0 0 0,12 14 1 0 0,-14-20-140 0 0,-1-1 0 0 0,1 1 0 0 0,0-1 0 0 0,-1 0 0 0 0,1 0 0 0 0,1-1 0 0 0,-1 1 0 0 0,0-1 0 0 0,1 1 0 0 0,-1-1 0 0 0,1 0 0 0 0,0 0 0 0 0,-1-1 0 0 0,1 1 0 0 0,0-1 0 0 0,0 0 0 0 0,0 0 0 0 0,5 1 0 0 0,-8-3-44 0 0,1 1 1 0 0,0 0-1 0 0,0-1 1 0 0,-1 1 0 0 0,1-1-1 0 0,-1 0 1 0 0,1 0 0 0 0,-1 1-1 0 0,1-1 1 0 0,-1 0 0 0 0,1 0-1 0 0,-1 0 1 0 0,1 0-1 0 0,-1-1 1 0 0,0 1 0 0 0,0 0-1 0 0,0-1 1 0 0,0 1 0 0 0,0 0-1 0 0,0-1 1 0 0,0 1 0 0 0,0-1-1 0 0,-1 0 1 0 0,1 1 0 0 0,0-1-1 0 0,-1 0 1 0 0,1 1-1 0 0,-1-1 1 0 0,0 0 0 0 0,0 1-1 0 0,1-3 1 0 0,0-10-114 0 0,1 0 0 0 0,-2-26 0 0 0,0 29 111 0 0,0-3 11 0 0,2 0-1 0 0,-1 1 0 0 0,1-1 1 0 0,1 1-1 0 0,1-1 0 0 0,0 1 1 0 0,0 0-1 0 0,1 0 0 0 0,1 1 1 0 0,0 0-1 0 0,1 0 0 0 0,8-12 1 0 0,-13 22 21 0 0,0-1 0 0 0,-1 1 0 0 0,1 0 0 0 0,0 0 0 0 0,0 0 0 0 0,0 0 0 0 0,1 1 0 0 0,-1-1 0 0 0,0 0 0 0 0,1 1 0 0 0,-1-1 1 0 0,1 1-1 0 0,-1 0 0 0 0,1 0 0 0 0,0 0 0 0 0,-1 0 0 0 0,1 1 0 0 0,0-1 0 0 0,4 0 0 0 0,-4 2 27 0 0,-1-1 0 0 0,1 1 0 0 0,0 0 0 0 0,-1 0 0 0 0,1 0 0 0 0,-1 0 0 0 0,1 0 0 0 0,-1 0 0 0 0,0 1 0 0 0,0-1 0 0 0,1 1 0 0 0,-1-1 0 0 0,0 1 0 0 0,0 0 0 0 0,0 0 0 0 0,2 3 0 0 0,6 9 198 0 0,-1 0-1 0 0,-1 1 0 0 0,0-1 1 0 0,11 33-1 0 0,-18-46-222 0 0,14 44 133 0 0,-8-24-617 0 0,16 37 1 0 0,-21-53 29 0 0,1 0 1 0 0,0-1-1 0 0,0 1 1 0 0,0-1 0 0 0,0 1-1 0 0,1-1 1 0 0,0 0 0 0 0,0 0-1 0 0,0-1 1 0 0,0 1-1 0 0,0-1 1 0 0,7 4 0 0 0,-9-6-52 0 0,0 0 0 0 0,-1-1 1 0 0,1 1-1 0 0,0 0 1 0 0,0-1-1 0 0,0 0 0 0 0,0 1 1 0 0,-1-1-1 0 0,1 0 1 0 0,0 0-1 0 0,0 0 0 0 0,0 0 1 0 0,0 0-1 0 0,3-1 1 0 0,3-3-1629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10.1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 29 2172 0 0,'-1'-3'682'0'0,"-6"-12"6717"0"0,3 14-4158 0 0,1 10-2351 0 0,2 7-354 0 0,0 0 0 0 0,1 1 0 0 0,0-1-1 0 0,2 0 1 0 0,4 22 0 0 0,1 20 16 0 0,-6-43-563 0 0,0 5-112 0 0,1 1 0 0 0,5 22 1 0 0,-5-37-311 0 0,-1 0 0 0 0,1-1 0 0 0,1 1 0 0 0,-1-1 0 0 0,1 1 0 0 0,6 9 0 0 0,-9-15 352 0 0,1 1 1 0 0,-1-1-1 0 0,0 1 0 0 0,1-1 1 0 0,-1 1-1 0 0,0-1 1 0 0,1 0-1 0 0,-1 1 0 0 0,1-1 1 0 0,-1 0-1 0 0,0 1 1 0 0,1-1-1 0 0,-1 0 0 0 0,1 0 1 0 0,-1 0-1 0 0,1 1 1 0 0,-1-1-1 0 0,1 0 1 0 0,-1 0-1 0 0,1 0 0 0 0,-1 0 1 0 0,1 0-1 0 0,-1 0 1 0 0,1 0-1 0 0,-1 0 0 0 0,1 0 1 0 0,-1 0-1 0 0,1 0 1 0 0,0 0-1 0 0,-1 0 1 0 0,1-1-1 0 0,15-13-1613 0 0,2-23 98 0 0,24-151 3754 0 0,-39 177-1697 0 0,0 1 1 0 0,2-1-1 0 0,9-20 1 0 0,-12 28-308 0 0,0-1 0 0 0,1 0 0 0 0,-1 1 1 0 0,1-1-1 0 0,0 1 0 0 0,0 0 0 0 0,0 0 0 0 0,0 0 1 0 0,0 0-1 0 0,1 0 0 0 0,-1 1 0 0 0,1-1 0 0 0,5-2 1 0 0,-7 5-95 0 0,-1 0-1 0 0,1 0 1 0 0,-1 0 0 0 0,1 0 0 0 0,-1 0 0 0 0,1 0 0 0 0,0 0 0 0 0,-1 0 0 0 0,1 1-1 0 0,-1-1 1 0 0,1 0 0 0 0,-1 1 0 0 0,1 0 0 0 0,-1-1 0 0 0,0 1 0 0 0,1 0 0 0 0,-1-1-1 0 0,0 1 1 0 0,1 0 0 0 0,-1 0 0 0 0,0 0 0 0 0,0 0 0 0 0,0 1 0 0 0,0-1 0 0 0,0 0-1 0 0,0 0 1 0 0,0 1 0 0 0,0-1 0 0 0,0 0 0 0 0,-1 1 0 0 0,1-1 0 0 0,0 3 0 0 0,4 6 241 0 0,-1 1 1 0 0,0-1 0 0 0,2 13 0 0 0,-6-22-293 0 0,11 70 963 0 0,-9-50-883 0 0,8 40-1 0 0,-8-55-267 0 0,0 0 0 0 0,0-1 0 0 0,0 1 0 0 0,1-1 0 0 0,0 1-1 0 0,4 6 1 0 0,-5-11-2 0 0,-1 1-1 0 0,0-1 0 0 0,0 1 0 0 0,0-1 0 0 0,1 0 1 0 0,-1 1-1 0 0,1-1 0 0 0,-1 0 0 0 0,1 0 1 0 0,-1 0-1 0 0,1 0 0 0 0,0-1 0 0 0,0 1 0 0 0,-1 0 1 0 0,1-1-1 0 0,0 1 0 0 0,0-1 0 0 0,0 1 1 0 0,-1-1-1 0 0,5 0 0 0 0,-3 0-187 0 0,0 0 0 0 0,1-1 0 0 0,-1 0 0 0 0,1 0 0 0 0,-1 0 0 0 0,0 0 0 0 0,0 0 0 0 0,1-1 0 0 0,-1 1 0 0 0,4-4 0 0 0,1-1-561 0 0,0 1 1 0 0,-1-2 0 0 0,0 1-1 0 0,0-1 1 0 0,0 0 0 0 0,-1 0-1 0 0,6-11 1 0 0,-1-3-733 0 0,-8 8 933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10.4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1 288 0 0,'0'0'1560'0'0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11.3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0 1628 0 0,'-2'2'1096'0'0,"0"1"0"0"0,0-1 0 0 0,0 0 0 0 0,1 1 0 0 0,-1-1 0 0 0,1 1 0 0 0,-1-1 0 0 0,-1 5 0 0 0,-5 27 2763 0 0,7 40-3695 0 0,1-47 782 0 0,0-9-1583 0 0,0 1 1 0 0,2-1-1 0 0,-1 1 1 0 0,9 32 0 0 0,-1-31-2091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11.7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26 294 324 0 0,'4'-49'2701'0'0,"-3"0"1"0"0,-2 0-1 0 0,-11-78 1 0 0,6 107-1296 0 0,0 31-1539 0 0,1 33-2380 0 0,10 22-4143 0 0,-3-46 4594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12.0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19 1844 0 0,'3'7'6874'0'0,"3"9"-4742"0"0,-2-1-1448 0 0,-2-9-348 0 0,0 1 1 0 0,0-1-1 0 0,-1 1 0 0 0,0-1 0 0 0,0 8 1 0 0,-1-11-251 0 0,0-1 0 0 0,-1 0 0 0 0,1 1 1 0 0,-1-1-1 0 0,1 0 0 0 0,-1 1 0 0 0,0-1 1 0 0,0 0-1 0 0,0 0 0 0 0,0 1 0 0 0,0-1 1 0 0,-1 0-1 0 0,1 0 0 0 0,-1-1 0 0 0,1 1 1 0 0,-1 0-1 0 0,-3 2 0 0 0,24-37 294 0 0,-2 3-507 0 0,-13 24 102 0 0,0-1 1 0 0,1 1-1 0 0,0 0 0 0 0,0 1 0 0 0,0-1 0 0 0,1 1 0 0 0,-1 0 0 0 0,1 0 0 0 0,1 0 0 0 0,-1 1 0 0 0,11-5 0 0 0,-12 6-85 0 0,0 2 0 0 0,0-1-1 0 0,0 1 1 0 0,0 0-1 0 0,0 0 1 0 0,0 0 0 0 0,0 0-1 0 0,0 1 1 0 0,0 0-1 0 0,1 0 1 0 0,-1 1 0 0 0,0-1-1 0 0,0 1 1 0 0,0 0-1 0 0,0 0 1 0 0,0 1 0 0 0,9 4-1 0 0,23 12-4563 0 0,47 30 0 0 0,-71-38 2683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12.3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327 83 1612 0 0,'1'-16'2578'0'0,"-1"10"-1750"0"0,1 0 0 0 0,-1 0 0 0 0,0 0 0 0 0,-1 0 1 0 0,1 0-1 0 0,-2-6 0 0 0,1 11-727 0 0,1 0 0 0 0,-1 0 0 0 0,1 0 0 0 0,-1 0-1 0 0,1 0 1 0 0,-1 0 0 0 0,1 0 0 0 0,-1 0 0 0 0,0 0 0 0 0,1 0 0 0 0,-1 1 0 0 0,0-1 0 0 0,0 0 0 0 0,0 1 0 0 0,0-1-1 0 0,0 0 1 0 0,0 1 0 0 0,0-1 0 0 0,0 1 0 0 0,0-1 0 0 0,0 1 0 0 0,0 0 0 0 0,0-1 0 0 0,0 1 0 0 0,0 0 0 0 0,0 0-1 0 0,0 0 1 0 0,0 0 0 0 0,0 0 0 0 0,-1 0 0 0 0,1 0 0 0 0,0 0 0 0 0,0 0 0 0 0,0 0 0 0 0,0 1 0 0 0,0-1 0 0 0,0 0-1 0 0,0 1 1 0 0,-2 0 0 0 0,-6 2 56 0 0,0 0 0 0 0,1 1 1 0 0,-1-1-1 0 0,1 2 0 0 0,-1-1 0 0 0,1 2 0 0 0,1-1 0 0 0,-1 1 0 0 0,1 0 0 0 0,0 0 0 0 0,0 1 0 0 0,0 0 1 0 0,1 0-1 0 0,1 0 0 0 0,-1 1 0 0 0,1 0 0 0 0,0 0 0 0 0,1 1 0 0 0,0-1 0 0 0,-4 12 0 0 0,7-18-163 0 0,1 0 0 0 0,-1 0-1 0 0,1 0 1 0 0,-1 0 0 0 0,1 0 0 0 0,0 0-1 0 0,0 0 1 0 0,0 0 0 0 0,0 0-1 0 0,0 1 1 0 0,0-1 0 0 0,1 0-1 0 0,-1 0 1 0 0,1 0 0 0 0,-1 0 0 0 0,1 0-1 0 0,0 0 1 0 0,0 0 0 0 0,0 0-1 0 0,0-1 1 0 0,0 1 0 0 0,0 0 0 0 0,0 0-1 0 0,1-1 1 0 0,-1 1 0 0 0,1-1-1 0 0,-1 1 1 0 0,1-1 0 0 0,-1 0 0 0 0,1 1-1 0 0,0-1 1 0 0,0 0 0 0 0,0 0-1 0 0,0 0 1 0 0,0-1 0 0 0,0 1-1 0 0,0 0 1 0 0,3 0 0 0 0,0 0-83 0 0,-1 0 0 0 0,1-1 0 0 0,-1 0 0 0 0,1 1 0 0 0,0-2 0 0 0,-1 1 0 0 0,1 0 0 0 0,-1-1 0 0 0,1 0-1 0 0,-1 0 1 0 0,1 0 0 0 0,-1-1 0 0 0,0 0 0 0 0,1 1 0 0 0,-1-1 0 0 0,0-1 0 0 0,4-2 0 0 0,-3 1 12 0 0,0 0 1 0 0,0 0-1 0 0,-1-1 0 0 0,1 1 0 0 0,-1-1 1 0 0,0 0-1 0 0,0-1 0 0 0,-1 1 0 0 0,0-1 1 0 0,0 1-1 0 0,0-1 0 0 0,0 0 0 0 0,-1 0 1 0 0,0 0-1 0 0,-1 0 0 0 0,1-1 0 0 0,-1 1 1 0 0,0 0-1 0 0,-1-1 0 0 0,1 1 0 0 0,-1-1 1 0 0,0 1-1 0 0,-1-1 0 0 0,0 1 0 0 0,-2-10 1 0 0,3 15 83 0 0,0 1 1 0 0,0 0 0 0 0,0 0 0 0 0,0 0-1 0 0,0 0 1 0 0,0 0 0 0 0,0-1 0 0 0,0 1-1 0 0,0 0 1 0 0,0 0 0 0 0,0 0 0 0 0,0 0-1 0 0,0-1 1 0 0,0 1 0 0 0,0 0 0 0 0,0 0-1 0 0,0 0 1 0 0,0 0 0 0 0,0 0 0 0 0,0-1 0 0 0,0 1-1 0 0,-1 0 1 0 0,1 0 0 0 0,0 0 0 0 0,0 0-1 0 0,0 0 1 0 0,0 0 0 0 0,0-1 0 0 0,0 1-1 0 0,0 0 1 0 0,-1 0 0 0 0,1 0 0 0 0,0 0-1 0 0,0 0 1 0 0,0 0 0 0 0,0 0 0 0 0,0 0-1 0 0,-1 0 1 0 0,1 0 0 0 0,0 0 0 0 0,0 0-1 0 0,0 0 1 0 0,0 0 0 0 0,0 0 0 0 0,-1 0 0 0 0,1 0-1 0 0,0 0 1 0 0,0 0 0 0 0,0 0 0 0 0,0 0-1 0 0,-1 0 1 0 0,1 0 0 0 0,0 0 0 0 0,0 0-1 0 0,0 0 1 0 0,0 0 0 0 0,0 0 0 0 0,0 0-1 0 0,-1 0 1 0 0,1 1 0 0 0,0-1 0 0 0,0 0-1 0 0,0 0 1 0 0,0 0 0 0 0,0 0 0 0 0,-9 16 419 0 0,-4 23 180 0 0,8 4-234 0 0,3 0 0 0 0,1 0 0 0 0,2 0 0 0 0,3 0 0 0 0,0 0 0 0 0,13 44 0 0 0,-11-59-292 0 0,-1 0 0 0 0,-1 1 0 0 0,-1 0 0 0 0,-2-1 0 0 0,-3 46 0 0 0,1-67-58 0 0,-1 0-1 0 0,-1 0 0 0 0,1 0 1 0 0,-1-1-1 0 0,0 1 0 0 0,-1-1 1 0 0,1 1-1 0 0,-1-1 0 0 0,0-1 1 0 0,-1 1-1 0 0,0 0 0 0 0,1-1 1 0 0,-2 0-1 0 0,1 0 0 0 0,-1-1 1 0 0,1 1-1 0 0,-1-1 0 0 0,0 0 1 0 0,-1-1-1 0 0,-12 6 1 0 0,8-4-27 0 0,1-1 0 0 0,-1 0 1 0 0,0-1-1 0 0,0 0 0 0 0,0-1 1 0 0,-1 0-1 0 0,1-1 0 0 0,0 0 1 0 0,-1-1-1 0 0,1 0 1 0 0,-1 0-1 0 0,-18-4 0 0 0,27 3-2 0 0,0 0-1 0 0,0 1 1 0 0,0-1 0 0 0,0 0-1 0 0,0-1 1 0 0,1 1-1 0 0,-1 0 1 0 0,0-1-1 0 0,0 1 1 0 0,1-1-1 0 0,-1 0 1 0 0,1 0-1 0 0,0 0 1 0 0,0 0-1 0 0,0-1 1 0 0,0 1 0 0 0,0 0-1 0 0,0-1 1 0 0,0 1-1 0 0,1-1 1 0 0,-1 0-1 0 0,1 0 1 0 0,0 0-1 0 0,-2-5 1 0 0,2 4 17 0 0,1 0 0 0 0,0 0 0 0 0,0 0-1 0 0,0 0 1 0 0,1-1 0 0 0,-1 1 0 0 0,1 0 0 0 0,0 1 0 0 0,0-1 0 0 0,0 0 0 0 0,1 0 0 0 0,-1 0-1 0 0,1 1 1 0 0,0-1 0 0 0,0 1 0 0 0,0-1 0 0 0,1 1 0 0 0,4-6 0 0 0,5-4 125 0 0,1 1 1 0 0,1 0-1 0 0,0 1 1 0 0,1 0-1 0 0,0 1 1 0 0,26-13-1 0 0,104-41 639 0 0,-141 63-760 0 0,25-10-127 0 0,0 1 0 0 0,48-9 0 0 0,-63 17-615 0 0,0 0 0 0 0,0 1 1 0 0,0 1-1 0 0,23 2 1 0 0,-33-2 188 0 0,-1 1 0 0 0,0 0 0 0 0,1 0 0 0 0,-1 0 0 0 0,0 0 0 0 0,0 0 0 0 0,0 1 0 0 0,5 3 0 0 0,-7-4 106 0 0,0-1-1 0 0,0 1 0 0 0,0 0 1 0 0,0 0-1 0 0,0 0 0 0 0,0 0 1 0 0,0 0-1 0 0,0 0 1 0 0,-1 0-1 0 0,1 0 0 0 0,0 0 1 0 0,-1 1-1 0 0,1-1 1 0 0,-1 0-1 0 0,1 3 0 0 0,0 5-2281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20.4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369 332 1208 0 0,'-4'-8'861'0'0,"0"1"-1"0"0,1 0 1 0 0,-1-1-1 0 0,1 0 1 0 0,1 1 0 0 0,-1-1-1 0 0,2 0 1 0 0,-2-10-1 0 0,3 13-737 0 0,0-1 0 0 0,0 0 0 0 0,1 0-1 0 0,0 0 1 0 0,0 0 0 0 0,0 1 0 0 0,1-1 0 0 0,0 0-1 0 0,0 1 1 0 0,1 0 0 0 0,-1-1 0 0 0,6-6 0 0 0,1-1 32 0 0,0 1 0 0 0,1 0 0 0 0,1 0 0 0 0,0 1 0 0 0,0 0 0 0 0,1 1 1 0 0,1 0-1 0 0,0 1 0 0 0,0 0 0 0 0,1 1 0 0 0,0 1 0 0 0,0 0 1 0 0,28-9-1 0 0,-23 10 59 0 0,0 1-1 0 0,1 0 1 0 0,-1 1 0 0 0,1 1 0 0 0,0 1 0 0 0,0 1 0 0 0,0 1-1 0 0,0 1 1 0 0,0 0 0 0 0,30 7 0 0 0,-29-2-83 0 0,0 1 0 0 0,-1 1 0 0 0,1 1 0 0 0,-2 0 0 0 0,1 2 0 0 0,-1 0 0 0 0,-1 1-1 0 0,0 1 1 0 0,-1 1 0 0 0,0 1 0 0 0,-1 0 0 0 0,-1 1 0 0 0,0 1 0 0 0,-1 0 0 0 0,17 29 0 0 0,-6-6-5 0 0,-3 1 1 0 0,-1 1-1 0 0,-2 1 0 0 0,-2 1 1 0 0,-2 0-1 0 0,12 60 1 0 0,-19-64-3 0 0,-2 0 0 0 0,-2 0 0 0 0,-1 1-1 0 0,-2 0 1 0 0,-2-1 0 0 0,-2 1 0 0 0,-1-1 0 0 0,-3 1 0 0 0,-1-2 0 0 0,-1 1 0 0 0,-3-1 0 0 0,-1 0 0 0 0,-2-2 0 0 0,-1 1 0 0 0,-2-2 0 0 0,-2 0 0 0 0,-1-1 0 0 0,-1-2 0 0 0,-2 0 0 0 0,-2-1 0 0 0,-32 31 0 0 0,27-32 37 0 0,-1-1 0 0 0,-1-2 0 0 0,-1-1 0 0 0,-2-2 0 0 0,0-1 0 0 0,-2-2 0 0 0,-41 17 0 0 0,61-32-75 0 0,0 0 0 0 0,0-2 1 0 0,0 0-1 0 0,-1-2 0 0 0,0 0 1 0 0,0 0-1 0 0,-37-2 0 0 0,41-2-40 0 0,0-1 0 0 0,0 0 0 0 0,1-1 0 0 0,-1-1 0 0 0,0 0 0 0 0,1-1 0 0 0,0-1 0 0 0,0 0 0 0 0,1-1 0 0 0,0 0 0 0 0,-14-11 0 0 0,3 0-45 0 0,2 0 1 0 0,0-2-1 0 0,1-1 0 0 0,1 0 1 0 0,1-2-1 0 0,1 0 1 0 0,1-1-1 0 0,-19-35 1 0 0,16 20-51 0 0,2 0 0 0 0,2-1 0 0 0,1-1 0 0 0,2 0 0 0 0,-7-45 0 0 0,15 61 28 0 0,2-1 1 0 0,1 0-1 0 0,0 0 1 0 0,2 0-1 0 0,2 0 0 0 0,0 0 1 0 0,1 1-1 0 0,2-1 0 0 0,0 1 1 0 0,2 0-1 0 0,1 0 0 0 0,17-38 1 0 0,-5 25-186 0 0,1 1 1 0 0,1 1 0 0 0,2 1 0 0 0,2 1 0 0 0,1 1-1 0 0,60-55 1 0 0,-54 58-563 0 0,2 1 0 0 0,1 1 0 0 0,0 3 0 0 0,74-39 0 0 0,-81 51-912 0 0,0 1 0 0 0,55-15 0 0 0,-57 21-576 0 0,0 1 1 0 0,0 2 0 0 0,44-2 0 0 0,-34 5-221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21.4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443 103 400 0 0,'4'-26'3220'0'0,"-3"19"-2764"0"0,0 1-1 0 0,0-1 0 0 0,0 0 1 0 0,1 1-1 0 0,0-1 1 0 0,0 1-1 0 0,1 0 1 0 0,3-7-1 0 0,-4 12-421 0 0,-1 0 0 0 0,1-1 0 0 0,0 1 0 0 0,-1 0 1 0 0,1 1-1 0 0,0-1 0 0 0,-1 0 0 0 0,1 0 0 0 0,0 1 0 0 0,0-1 0 0 0,0 1 0 0 0,0-1 0 0 0,0 1 0 0 0,0 0 0 0 0,0 0 0 0 0,2 0 0 0 0,41 1 394 0 0,-25 0-65 0 0,-1-1 9 0 0,0 1-1 0 0,-1 1 0 0 0,1 0 0 0 0,-1 1 0 0 0,1 2 0 0 0,20 6 1 0 0,-32-8-245 0 0,0 0 1 0 0,0 0-1 0 0,0 0 1 0 0,0 1-1 0 0,-1 0 1 0 0,1 1 0 0 0,-1-1-1 0 0,0 1 1 0 0,0 0-1 0 0,-1 1 1 0 0,0-1-1 0 0,0 1 1 0 0,0 0 0 0 0,0 1-1 0 0,-1-1 1 0 0,0 1-1 0 0,4 11 1 0 0,0 4 68 0 0,-2 2 0 0 0,0-1 0 0 0,-2 1 0 0 0,0-1 0 0 0,-2 1 0 0 0,-1 0 0 0 0,-1 0 0 0 0,-3 32 0 0 0,-3-2 95 0 0,-3 0 1 0 0,-25 83-1 0 0,14-70 52 0 0,-4-1 0 0 0,-61 121 1 0 0,58-141-177 0 0,-1-1 1 0 0,-2-1-1 0 0,-3-2 1 0 0,-55 58-1 0 0,85-97-157 0 0,-28 27 141 0 0,-46 38 1 0 0,68-61-81 0 0,0 0 0 0 0,-1-1 1 0 0,1-1-1 0 0,-1 1 0 0 0,0-1 0 0 0,-1-1 1 0 0,1 0-1 0 0,-1 0 0 0 0,0-1 1 0 0,-19 3-1 0 0,25-6-21 0 0,0 0 0 0 0,0 0 0 0 0,0-1 0 0 0,0 1 0 0 0,1-1 0 0 0,-1 0 0 0 0,0 0 0 0 0,1 0 0 0 0,-1-1 1 0 0,1 0-1 0 0,-1 0 0 0 0,1 0 0 0 0,-7-4 0 0 0,4 1 8 0 0,1-1 0 0 0,0 1 1 0 0,0-1-1 0 0,0 0 0 0 0,1 0 1 0 0,0-1-1 0 0,-6-9 0 0 0,0-3 27 0 0,0-1 0 0 0,2-1-1 0 0,1 1 1 0 0,-11-43 0 0 0,5 3-66 0 0,3 0 1 0 0,3-1-1 0 0,2 0 1 0 0,3 0 0 0 0,3 0-1 0 0,2 0 1 0 0,17-103-1 0 0,-12 135-97 0 0,0-1-1 0 0,2 2 1 0 0,1 0-1 0 0,2 0 1 0 0,0 1-1 0 0,2 0 0 0 0,1 1 1 0 0,1 0-1 0 0,38-45 1 0 0,-42 56-331 0 0,2 1 1 0 0,0 0-1 0 0,1 1 0 0 0,0 0 1 0 0,1 1-1 0 0,0 1 1 0 0,1 0-1 0 0,0 1 1 0 0,1 1-1 0 0,0 1 0 0 0,1 1 1 0 0,-1 0-1 0 0,1 1 1 0 0,0 1-1 0 0,1 1 0 0 0,20-2 1 0 0,-24 6-870 0 0,-1 0 0 0 0,0 1 0 0 0,1 0 0 0 0,-1 2 0 0 0,0-1 0 0 0,19 7 0 0 0,-6 2-1226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1:23.6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377 363 240 0 0,'-15'-26'3251'0'0,"7"13"-2099"0"0,0 0 1 0 0,1-1 0 0 0,-8-24-1 0 0,13 34-983 0 0,1-1 1 0 0,0 0-1 0 0,1 0 0 0 0,-1 0 0 0 0,1 0 0 0 0,-1 1 0 0 0,2-1 0 0 0,-1 0 1 0 0,0 0-1 0 0,1 0 0 0 0,0 0 0 0 0,0 0 0 0 0,0 1 0 0 0,1-1 1 0 0,3-8-1 0 0,1 3-23 0 0,1-1 1 0 0,-1 1 0 0 0,2 1 0 0 0,-1-1 0 0 0,1 1 0 0 0,1 0-1 0 0,-1 1 1 0 0,1 0 0 0 0,1 1 0 0 0,0 0 0 0 0,0 0-1 0 0,0 1 1 0 0,1 0 0 0 0,0 1 0 0 0,0 0 0 0 0,21-6 0 0 0,-23 8-79 0 0,0 1 0 0 0,0 0 1 0 0,0 1-1 0 0,0 0 1 0 0,0 0-1 0 0,0 1 1 0 0,1 0-1 0 0,-1 1 1 0 0,0 0-1 0 0,0 0 1 0 0,0 1-1 0 0,0 0 0 0 0,-1 1 1 0 0,1-1-1 0 0,0 2 1 0 0,-1-1-1 0 0,0 1 1 0 0,0 1-1 0 0,0 0 1 0 0,0 0-1 0 0,-1 0 1 0 0,13 13-1 0 0,-5-2 65 0 0,-2 1 1 0 0,0 1-1 0 0,0 0 0 0 0,-2 1 1 0 0,-1 0-1 0 0,0 0 0 0 0,-1 1 0 0 0,-1 1 1 0 0,-1-1-1 0 0,-1 1 0 0 0,-1 1 1 0 0,4 35-1 0 0,-5-23 14 0 0,-2-1 1 0 0,-1 1-1 0 0,-2-1 0 0 0,-1 1 1 0 0,-2-1-1 0 0,-1 1 0 0 0,-15 49 1 0 0,10-55-47 0 0,-1 0 1 0 0,0-1 0 0 0,-3 0-1 0 0,0-1 1 0 0,-1-1-1 0 0,-2 0 1 0 0,0-1 0 0 0,-2-1-1 0 0,0 0 1 0 0,-39 32 0 0 0,43-41-45 0 0,-2-2 1 0 0,0 0-1 0 0,0-1 1 0 0,-1-1-1 0 0,0-1 1 0 0,-1 0-1 0 0,-21 6 1 0 0,25-11 11 0 0,0 0 0 0 0,0-1 1 0 0,0 0-1 0 0,-1-2 0 0 0,1 0 1 0 0,-1 0-1 0 0,1-1 0 0 0,-1-1 1 0 0,1-1-1 0 0,-18-4 1 0 0,21 3 9 0 0,0 0 1 0 0,0-1 0 0 0,0 0 0 0 0,1-1 0 0 0,0-1 0 0 0,0 0 0 0 0,0 0 0 0 0,0-1 0 0 0,1 0 0 0 0,1-1 0 0 0,-1 0 0 0 0,1 0 0 0 0,0-1 0 0 0,-9-13 0 0 0,7 6-21 0 0,0-1-1 0 0,1 0 1 0 0,1-1 0 0 0,1 0 0 0 0,0 0 0 0 0,2-1 0 0 0,0 0-1 0 0,-5-26 1 0 0,5 13-70 0 0,1-1 1 0 0,2 0-1 0 0,1 0 0 0 0,1 0 0 0 0,2 0 0 0 0,1 0 0 0 0,2 1 0 0 0,1-1 0 0 0,12-41 1 0 0,-9 50-113 0 0,1-1 0 0 0,1 1 0 0 0,0 1-1 0 0,2 0 1 0 0,1 0 0 0 0,1 1 0 0 0,1 1 0 0 0,1 1 0 0 0,0 0 0 0 0,2 1 0 0 0,0 0 0 0 0,28-21 0 0 0,-21 22-462 0 0,0 1-1 0 0,1 1 1 0 0,1 2-1 0 0,0 0 1 0 0,1 2-1 0 0,43-13 1 0 0,-52 19-433 0 0,0 1 0 0 0,0 1 0 0 0,1 1 0 0 0,-1 1 0 0 0,1 1 0 0 0,0 0 0 0 0,0 1-1 0 0,-1 2 1 0 0,1 0 0 0 0,-1 1 0 0 0,20 5 0 0 0,0 5-1574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5:03.4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118 120 1080 0 0,'10'-3'4206'0'0,"11"-9"-2093"0"0,13-6-969 0 0,46-2-337 0 0,0 4-1 0 0,1 2 1 0 0,1 5-1 0 0,0 3 1 0 0,0 3-1 0 0,153 16 1 0 0,-181-7-670 0 0,-1 3-1 0 0,-1 1 1 0 0,0 3 0 0 0,0 3 0 0 0,-1 1 0 0 0,-1 3 0 0 0,-1 2 0 0 0,-1 2 0 0 0,-1 2 0 0 0,-2 2 0 0 0,0 2-1 0 0,-2 2 1 0 0,-1 2 0 0 0,64 67 0 0 0,-44-29-115 0 0,-4 3 0 0 0,-3 2 0 0 0,-4 2 0 0 0,65 135 0 0 0,126 361 193 0 0,-224-528-166 0 0,135 378 515 0 0,-107-294-340 0 0,177 547 767 0 0,-61 16 528 0 0,-49 158 381 0 0,-59-411-1309 0 0,-44-360-483 0 0,71 657 1092 0 0,-72-571-872 0 0,-6-1 0 0 0,-29 240 1 0 0,-165 570 1175 0 0,168-882-1259 0 0,-41 102-1 0 0,46-151-162 0 0,-2 0 0 0 0,-3-1 1 0 0,-1-1-1 0 0,-33 45 0 0 0,46-74-67 0 0,-1 1 0 0 0,0-1 0 0 0,-1-1-1 0 0,0 0 1 0 0,-1-1 0 0 0,-1-1 0 0 0,0 0-1 0 0,-32 17 1 0 0,28-19 54 0 0,0-1-1 0 0,0-1 1 0 0,0-1 0 0 0,-34 6 0 0 0,-14 0 112 0 0,-2-3 1 0 0,1-3 0 0 0,-105-4 0 0 0,162-4-175 0 0,-1 0 0 0 0,1 0 0 0 0,0-1 0 0 0,-1-1 0 0 0,1 0 1 0 0,1 0-1 0 0,-1-1 0 0 0,1-1 0 0 0,0 0 0 0 0,0 0 0 0 0,0-1 0 0 0,1 0 0 0 0,-15-14 0 0 0,-7-12 18 0 0,0-1 0 0 0,-30-46 1 0 0,29 37-12 0 0,-38-54-81 0 0,-97-180 1 0 0,117 171-103 0 0,-46-137-1 0 0,57 139 142 0 0,27 72 22 0 0,-199-477 206 0 0,79 214-215 0 0,0-22-162 0 0,57 130 13 0 0,-16-43-132 0 0,-31-72 147 0 0,-98-327 806 0 0,47-100-741 0 0,75-42 240 0 0,80 353 33 0 0,5-189-496 0 0,6 385 59 0 0,4-133 339 0 0,8 318-64 0 0,2 1 0 0 0,1 0 0 0 0,19-48 0 0 0,-18 53-14 0 0,6-16 32 0 0,-3-1 0 0 0,11-96-1 0 0,-23 138-62 0 0,0-1-1 0 0,1 1 1 0 0,-1-1 0 0 0,1 1-1 0 0,1-1 1 0 0,0 1 0 0 0,-1 0-1 0 0,2-1 1 0 0,-1 1-1 0 0,1 0 1 0 0,0 0 0 0 0,0 1-1 0 0,1-1 1 0 0,-1 1 0 0 0,7-7-1 0 0,2 2 7 0 0,-1 0 0 0 0,0 0 0 0 0,-1-1 0 0 0,0-1 0 0 0,-1 0 0 0 0,0 0 0 0 0,-1 0 0 0 0,-1-1 0 0 0,1 0 0 0 0,8-26 0 0 0,6-37-40 0 0,-1 7-39 0 0,11-74 0 0 0,-30 131 77 0 0,4-22-58 0 0,1-61-1 0 0,-6 89 2 0 0,0-1 0 0 0,1 1 0 0 0,-1 0 0 0 0,1 0 0 0 0,0 0 0 0 0,1 1-1 0 0,-1-1 1 0 0,1 0 0 0 0,0 1 0 0 0,0 0 0 0 0,1 0 0 0 0,0 0-1 0 0,5-5 1 0 0,10-12-1343 0 0,31-26 0 0 0,-48 46 1257 0 0,8-5-597 0 0,-1 0 1 0 0,1 0 0 0 0,0 1-1 0 0,1 0 1 0 0,-1 1 0 0 0,1 0-1 0 0,0 1 1 0 0,1 0 0 0 0,-1 0-1 0 0,1 1 1 0 0,17-1 0 0 0,-17 2-690 0 0,0 1 1 0 0,1 1 0 0 0,-1 0-1 0 0,1 1 1 0 0,-1 0 0 0 0,19 4-1 0 0,-8 2-1037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5:04.8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432 456 1840 0 0,'1'-10'908'0'0,"-1"-1"0"0"0,2 0 1 0 0,-1 0-1 0 0,2 1 0 0 0,-1-1 0 0 0,1 1 0 0 0,8-18 0 0 0,-3 13-348 0 0,0 0-1 0 0,0 1 1 0 0,2-1 0 0 0,14-16-1 0 0,6-1 178 0 0,2 1 0 0 0,66-50 0 0 0,-77 64-461 0 0,2 1 0 0 0,0 2 0 0 0,1 0-1 0 0,0 1 1 0 0,44-15 0 0 0,-57 24-206 0 0,1 0-1 0 0,-1 1 1 0 0,1 1 0 0 0,0 0-1 0 0,0 1 1 0 0,0 0 0 0 0,0 0-1 0 0,0 2 1 0 0,0-1 0 0 0,1 2-1 0 0,-2-1 1 0 0,1 2 0 0 0,0-1-1 0 0,0 2 1 0 0,13 5 0 0 0,-6 1-24 0 0,-1 0 1 0 0,0 2-1 0 0,-1 0 1 0 0,0 0 0 0 0,-1 2-1 0 0,0 0 1 0 0,22 27 0 0 0,85 124 75 0 0,-112-150-113 0 0,73 113 154 0 0,-5 3-1 0 0,-7 4 0 0 0,-5 2 1 0 0,-6 4-1 0 0,-7 2 1 0 0,62 251-1 0 0,-7 304 846 0 0,-63 6 10 0 0,-54-194-287 0 0,-3-406-453 0 0,-4 0 0 0 0,-52 187 1 0 0,46-230-129 0 0,-2-1 1 0 0,-3-1-1 0 0,-3-1 1 0 0,-2-1-1 0 0,-2-2 1 0 0,-3-2 0 0 0,-2 0-1 0 0,-2-3 1 0 0,-50 47-1 0 0,-49 34 250 0 0,123-118-327 0 0,-1-1 1 0 0,0 0 0 0 0,-1-1-1 0 0,0-2 1 0 0,0 1 0 0 0,-1-2-1 0 0,-25 8 1 0 0,27-13 43 0 0,0 0-1 0 0,0-1 1 0 0,0-1 0 0 0,0-1 0 0 0,0 0 0 0 0,0-1-1 0 0,-27-6 1 0 0,-4-2 182 0 0,-63-23-1 0 0,94 25-294 0 0,1 0-1 0 0,0-1 1 0 0,1 0-1 0 0,0-2 1 0 0,0 0-1 0 0,1 0 1 0 0,1-1 0 0 0,0-1-1 0 0,0-1 1 0 0,1 1-1 0 0,0-2 1 0 0,1 0-1 0 0,1 0 1 0 0,-13-24-1 0 0,-6-16 54 0 0,3-1 0 0 0,-36-108 0 0 0,-21-148 163 0 0,25-6-201 0 0,40 215-48 0 0,-184-842-307 0 0,29 192 593 0 0,155 648-300 0 0,-31-206-162 0 0,42 244 64 0 0,3-1 1 0 0,8-111 0 0 0,1 127 135 0 0,3 1 1 0 0,2 0 0 0 0,1 1 0 0 0,4 0 0 0 0,24-57-1 0 0,-29 84-9 0 0,2 2 0 0 0,1-1 0 0 0,0 2 0 0 0,1 0 0 0 0,1 0 0 0 0,1 2 0 0 0,1 0 0 0 0,28-23 0 0 0,20-9-200 0 0,80-46 0 0 0,-94 63 93 0 0,4-3-855 0 0,2 2 0 0 0,122-50 0 0 0,-164 78 218 0 0,1 1 1 0 0,1 1-1 0 0,-1 0 0 0 0,0 1 1 0 0,1 0-1 0 0,-1 2 1 0 0,1 0-1 0 0,23 3 1 0 0,-36-2 70 0 0,1 0-1 0 0,-1 1 1 0 0,0-1 0 0 0,1 1 0 0 0,-1 0 0 0 0,0 0-1 0 0,0 1 1 0 0,-1-1 0 0 0,1 1 0 0 0,0 0 0 0 0,-1-1 0 0 0,0 2-1 0 0,1-1 1 0 0,-1 0 0 0 0,0 1 0 0 0,-1-1 0 0 0,1 1-1 0 0,3 7 1 0 0,-1 0-1537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5:07.1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1035 1984 1708 0 0,'-7'-12'529'0'0,"0"-1"1"0"0,1 1-1 0 0,1-1 0 0 0,0 0 0 0 0,1 0 1 0 0,0 0-1 0 0,1-1 0 0 0,-2-25 0 0 0,4 18-33 0 0,0 1 0 0 0,2-1 0 0 0,1 1 0 0 0,1-1-1 0 0,6-25 1 0 0,9-14 512 0 0,3 0 0 0 0,55-107-1 0 0,-58 131-677 0 0,346-602 1230 0 0,-312 562-1484 0 0,3 1 0 0 0,3 4 0 0 0,74-71 0 0 0,-94 108 24 0 0,1 2 1 0 0,2 1-1 0 0,1 2 1 0 0,2 2 0 0 0,0 2-1 0 0,90-36 1 0 0,-56 33 62 0 0,1 3 1 0 0,1 3-1 0 0,122-16 1 0 0,-153 31-84 0 0,1 2-1 0 0,0 2 1 0 0,1 3 0 0 0,70 7 0 0 0,-99-3-34 0 0,1 0 1 0 0,-1 1 0 0 0,0 1 0 0 0,-1 1-1 0 0,0 1 1 0 0,0 1 0 0 0,0 1-1 0 0,-1 1 1 0 0,-1 0 0 0 0,0 2-1 0 0,0 0 1 0 0,19 18 0 0 0,-6 3 105 0 0,-1 0 1 0 0,-1 2 0 0 0,-2 2-1 0 0,-2 0 1 0 0,-2 2 0 0 0,-1 0-1 0 0,21 53 1 0 0,100 314 771 0 0,-136-382-882 0 0,285 1168 1216 0 0,-240-856-562 0 0,18 547 0 0 0,-73-504-88 0 0,-17-1 0 0 0,-16-1 0 0 0,-120 538 0 0 0,-99 64 1695 0 0,154-612-1721 0 0,56-212-291 0 0,-63 150 1 0 0,78-239-93 0 0,-2-2 0 0 0,-3-1 0 0 0,-3-2 0 0 0,-75 98 0 0 0,69-109-8 0 0,-1-1 1 0 0,-3-2-1 0 0,-1-3 0 0 0,-3-2 0 0 0,-1-2 0 0 0,-103 61 0 0 0,137-93-149 0 0,0-1 0 0 0,-1-1 0 0 0,-1-1 0 0 0,1 0 0 0 0,-1-2 0 0 0,0 0 0 0 0,0-1 0 0 0,0-1 0 0 0,0-1 0 0 0,0-1 0 0 0,-24-2 0 0 0,-25-7-95 0 0,-130-33 0 0 0,95 18-37 0 0,99 23 87 0 0,-68-15 7 0 0,-104-36-1 0 0,156 44-15 0 0,0-1 1 0 0,0-1-1 0 0,1-1 0 0 0,0 0 0 0 0,0-2 0 0 0,2 0 0 0 0,0-1 0 0 0,0-1 1 0 0,-18-21-1 0 0,-181-233-57 0 0,80 94 259 0 0,69 90-156 0 0,4-2 1 0 0,4-4-1 0 0,-84-171 0 0 0,-38-151-354 0 0,-89-183-510 0 0,120 261 443 0 0,125 261 332 0 0,3-2-1 0 0,-23-127 1 0 0,3-222-112 0 0,3 28-234 0 0,-24-242 406 0 0,69 382 139 0 0,9 135-150 0 0,32-137 0 0 0,-29 181 4 0 0,53-267-149 0 0,-62 287 97 0 0,3 1 0 0 0,3 0 0 0 0,2 1 0 0 0,3 1 0 0 0,42-88 1 0 0,-30 77 209 0 0,28-90 0 0 0,-49 127-95 0 0,-1 2-10 0 0,23-50 1 0 0,-27 68-53 0 0,0 0 1 0 0,1 1-1 0 0,0-1 1 0 0,0 1-1 0 0,1 0 1 0 0,0 1-1 0 0,0 0 1 0 0,1 0-1 0 0,9-6 1 0 0,24-16 6 0 0,122-94 112 0 0,-126 86-93 0 0,-2-1 1 0 0,52-74-1 0 0,-64 79-28 0 0,4 1-19 0 0,39-38 1 0 0,-19 21-8 0 0,159-158-87 0 0,-13 55-337 0 0,-143 114-869 0 0,-45 34 479 0 0,1 1-1 0 0,0-1 1 0 0,0 1 0 0 0,0 0 0 0 0,0 1 0 0 0,13-4 0 0 0,39-4-9603 0 0,-25 5 3780 0 0,-18 3 3792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6:20.7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743 2091 1452 0 0,'1'-28'2060'0'0,"1"0"1"0"0,11-53-1 0 0,-4 43-1025 0 0,22-57-1 0 0,5 14-386 0 0,51-88 0 0 0,-31 74-27 0 0,5 2 0 0 0,4 3 1 0 0,95-102-1 0 0,-47 74 103 0 0,201-162 1 0 0,-186 184-637 0 0,5 5-1 0 0,3 6 1 0 0,3 7-1 0 0,4 5 1 0 0,238-85-1 0 0,-299 130-100 0 0,2 4-1 0 0,0 3 0 0 0,2 4 0 0 0,0 3 1 0 0,123-3-1 0 0,-148 17 138 0 0,0 2 1 0 0,0 3-1 0 0,0 2 0 0 0,-1 4 0 0 0,-1 1 1 0 0,0 4-1 0 0,0 2 0 0 0,86 39 1 0 0,-80-23 115 0 0,-2 2 1 0 0,-1 4 0 0 0,-2 2-1 0 0,-1 2 1 0 0,-3 3 0 0 0,68 74-1 0 0,-31-18 181 0 0,-6 4-1 0 0,107 169 1 0 0,-111-139-7 0 0,-5 4 1 0 0,98 253 0 0 0,-104-190 402 0 0,67 314 0 0 0,-45-38 126 0 0,-21 4-1 0 0,12 584 1 0 0,-109-360-101 0 0,-53-2-74 0 0,19-214-550 0 0,-122 976 913 0 0,128-1173-1139 0 0,-28 69 951 0 0,-152 428-1 0 0,110-478-26 0 0,91-248-609 0 0,-2-1 0 0 0,-67 96 1 0 0,85-143-266 0 0,1-1 1 0 0,-2 0-1 0 0,0-1 1 0 0,-1-1-1 0 0,-1-1 1 0 0,0 0-1 0 0,-1-1 1 0 0,-40 19-1 0 0,-8-1 206 0 0,-100 30 0 0 0,71-28-179 0 0,-78 29-69 0 0,-144 55 0 0 0,281-102 0 0 0,-1-1 0 0 0,-1-2 0 0 0,0-2 0 0 0,0-1 0 0 0,-1-2 0 0 0,0-2 0 0 0,0-2 0 0 0,-1-2 0 0 0,-79-6 0 0 0,57-4 0 0 0,1-3 0 0 0,0-2 0 0 0,1-3 0 0 0,-104-43 0 0 0,-301-168 0 0 0,398 189 0 0 0,3-4 0 0 0,1-2 0 0 0,3-3 0 0 0,1-3 0 0 0,-64-71 0 0 0,89 85 0 0 0,2 2 0 0 0,-44-60 0 0 0,-202-364-139 0 0,143 223 78 0 0,15 13 161 0 0,-93-244 0 0 0,74 117-351 0 0,109 258 108 0 0,-35-179 0 0 0,47 160-231 0 0,-6 0-1 0 0,-5 1 0 0 0,-65-157 0 0 0,95 267 375 0 0,-197-502-406 0 0,173 434 359 0 0,-64-120 0 0 0,-3-6-43 0 0,3-66-170 0 0,76 213 147 0 0,1 0 0 0 0,-7-82 1 0 0,10-168 13 0 0,3 21 418 0 0,-5 153-258 0 0,-11-256-46 0 0,23 307-89 0 0,3 0 0 0 0,18-88-1 0 0,51-141-176 0 0,-72 295 245 0 0,18-79-30 0 0,-4-2 0 0 0,8-143 0 0 0,1 16 260 0 0,-22 126-189 0 0,-4 67-58 0 0,1 0 0 0 0,2 0 0 0 0,0 1 0 0 0,1-1 0 0 0,8-30 0 0 0,7-2 11 0 0,6-16 31 0 0,20-97 0 0 0,-35 124-78 0 0,2 1 0 0 0,31-76-1 0 0,48-71-79 0 0,-88 184 138 0 0,53-126-148 0 0,-39 114 18 0 0,-15 15 133 0 0,1-1 0 0 0,0 1-1 0 0,0 0 1 0 0,-1-1-1 0 0,1 0 1 0 0,-1 1 0 0 0,0-1-1 0 0,1 0 1 0 0,-1 0-1 0 0,2-4 1 0 0,7-18-47 0 0,2 0-1 0 0,16-24 1 0 0,-14 25 2 0 0,-1-1 1 0 0,11-28-1 0 0,-20 41 22 0 0,-3 5 13 0 0,0 1 0 0 0,1 0 0 0 0,0-1-1 0 0,0 1 1 0 0,1 0 0 0 0,0 0-1 0 0,0 0 1 0 0,5-7 0 0 0,-2 9-21 0 0,-1-1 0 0 0,1 0 1 0 0,-1-1-1 0 0,0 1 1 0 0,7-9-1 0 0,17-15-59 0 0,51-46 36 0 0,-61 55 114 0 0,31-40 1 0 0,-23 26-52 0 0,29-42 31 0 0,-38 49-47 0 0,2 0 1 0 0,44-44-1 0 0,-17 26-15 0 0,-17 15-11 0 0,41-31 1 0 0,69-49 155 0 0,-8 6 58 0 0,-86 69-214 0 0,-38 27 37 0 0,25-19 40 0 0,-24 21-33 0 0,-1-1 0 0 0,0 0 1 0 0,-1 0-1 0 0,1-1 0 0 0,10-12 1 0 0,7-6 14 0 0,-6 7-6 0 0,0-2 1 0 0,22-30 0 0 0,-11 15 1 0 0,0 1 1 0 0,55-46 0 0 0,-79 75-20 0 0,49-40 185 0 0,0 0-3789 0 0,-83 35-13862 0 0,23 8 15488 0 0,-8-2-1198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6:35.3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1 468 0 0,'-13'0'17113'0'0,"16"9"-11896"0"0,5 1-6315 0 0,21 13 1756 0 0,1-1-1 0 0,2-2 1 0 0,33 17-1 0 0,8 5-237 0 0,285 168 317 0 0,-177-105-766 0 0,-123-70-9 0 0,129 68-190 0 0,-165-98-168 0 0,-21-4 171 0 0,-1-1 0 0 0,1-1 1 0 0,-1 1-1 0 0,1 0 0 0 0,-1 0 0 0 0,1 0 1 0 0,-1 0-1 0 0,1 0 0 0 0,-1 0 0 0 0,1-1 1 0 0,-1 1-1 0 0,1 0 0 0 0,-1 0 0 0 0,1-1 0 0 0,-1 1 1 0 0,0 0-1 0 0,1-1 0 0 0,-1 1 0 0 0,1 0 1 0 0,-1-1-1 0 0,0 1 0 0 0,1-1 0 0 0,-1 0 1 0 0,1-1-781 0 0,-1 0 1 0 0,1 0 0 0 0,-1-1 0 0 0,0 1-1 0 0,0-1 1 0 0,0 1 0 0 0,0 0-1 0 0,0-1 1 0 0,-1 1 0 0 0,1 0-1 0 0,-1 0 1 0 0,1-1 0 0 0,-1 1 0 0 0,0 0-1 0 0,-1-3 1 0 0,-1-2-1713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6:35.8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215 17 1852 0 0,'-1'-1'747'0'0,"0"-1"1"0"0,0 1-1 0 0,1 0 0 0 0,-2 0 0 0 0,1 0 0 0 0,0-1 1 0 0,0 1-1 0 0,0 0 0 0 0,0 1 0 0 0,-1-1 0 0 0,1 0 1 0 0,0 0-1 0 0,-3 0 0 0 0,4 0-587 0 0,-1 1 1 0 0,1 0-1 0 0,-1 0 0 0 0,1 0 1 0 0,-1-1-1 0 0,0 1 0 0 0,1 0 1 0 0,-1 0-1 0 0,0 0 0 0 0,1 0 1 0 0,-1 0-1 0 0,1 0 1 0 0,-1 0-1 0 0,0 0 0 0 0,1 1 1 0 0,-1-1-1 0 0,1 0 0 0 0,-1 0 1 0 0,0 0-1 0 0,1 1 0 0 0,-1-1 1 0 0,1 0-1 0 0,-1 0 0 0 0,1 1 1 0 0,-1-1-1 0 0,1 1 0 0 0,-1-1 1 0 0,1 0-1 0 0,0 1 1 0 0,-1-1-1 0 0,1 1 0 0 0,-1-1 1 0 0,1 2-1 0 0,-2-1-6 0 0,1 1-1 0 0,0 0 1 0 0,0 0 0 0 0,0 0-1 0 0,1 0 1 0 0,-1 0 0 0 0,0 0-1 0 0,1 0 1 0 0,-1 0 0 0 0,1 0-1 0 0,0 0 1 0 0,0 1 0 0 0,0-1-1 0 0,0 0 1 0 0,0 0 0 0 0,0 0-1 0 0,0 0 1 0 0,2 4 0 0 0,2 11-63 0 0,0 0 0 0 0,2 0 0 0 0,0 0 0 0 0,1-1 0 0 0,15 26 0 0 0,54 73 5 0 0,-52-80-57 0 0,4-1-14 0 0,8 13 203 0 0,-36-46-169 0 0,0 0 0 0 0,0 0 0 0 0,0 0 0 0 0,0 0 0 0 0,-1 0 0 0 0,1 0 0 0 0,0 0 0 0 0,0 0-1 0 0,-1 0 1 0 0,1 0 0 0 0,-1 0 0 0 0,1 0 0 0 0,-1 0 0 0 0,1 0 0 0 0,-1 0 0 0 0,0 0 0 0 0,1-1 0 0 0,-1 1-1 0 0,0 0 1 0 0,1 0 0 0 0,-1-1 0 0 0,0 1 0 0 0,0-1 0 0 0,0 1 0 0 0,-1 0 0 0 0,-27 19 138 0 0,26-18-123 0 0,-70 46-1865 0 0,-80 70 0 0 0,131-99-544 0 0,-23 25-1 0 0,40-38 1115 0 0,0 0-1 0 0,0 0 0 0 0,1 0 0 0 0,-1 0 0 0 0,1 1 0 0 0,1 0 0 0 0,-1 0 1 0 0,1 0-1 0 0,-3 12 0 0 0,5-5-1469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6:38.5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80 102 1264 0 0,'1'-7'18389'0'0,"14"11"-19850"0"0,-3-1 2078 0 0,36 7-472 0 0,-37-7 104 0 0,1 0 0 0 0,0-1 0 0 0,18 1 0 0 0,-29-3 429 0 0,2-6-418 0 0,-3 5-254 0 0,1 0-1 0 0,-1 1 1 0 0,1-1-1 0 0,-1 0 1 0 0,1 0 0 0 0,-1 0-1 0 0,0 0 1 0 0,1 1-1 0 0,-1-1 1 0 0,0 0 0 0 0,0 0-1 0 0,0 0 1 0 0,0 0-1 0 0,1 0 1 0 0,-1 0-1 0 0,0 0 1 0 0,0 0 0 0 0,-1 0-1 0 0,1 1 1 0 0,0-2-1 0 0,-3-5-16 0 0,0 0-1 0 0,-1 1 1 0 0,0 0-1 0 0,0-1 0 0 0,0 1 1 0 0,-1 1-1 0 0,0-1 1 0 0,0 1-1 0 0,0 0 0 0 0,-1 0 1 0 0,0 0-1 0 0,0 1 1 0 0,0 0-1 0 0,0 0 1 0 0,-1 1-1 0 0,1-1 0 0 0,-1 1 1 0 0,-10-3-1 0 0,16 6 2 0 0,-1 0 0 0 0,0 0 1 0 0,0 0-1 0 0,0 0 0 0 0,0 1 0 0 0,0-1 0 0 0,0 0 0 0 0,0 1 0 0 0,0-1 0 0 0,1 1 0 0 0,-1 0 0 0 0,0-1 1 0 0,0 1-1 0 0,1 0 0 0 0,-1 0 0 0 0,0 0 0 0 0,1 1 0 0 0,-1-1 0 0 0,1 0 0 0 0,-1 0 0 0 0,1 1 0 0 0,0-1 1 0 0,0 1-1 0 0,-1-1 0 0 0,1 1 0 0 0,0 1 0 0 0,-30 52-155 0 0,27-48 147 0 0,-4 10-16 0 0,1 1 0 0 0,1-1 1 0 0,-8 36-1 0 0,12-43 14 0 0,1 0 0 0 0,-1 0 0 0 0,2 0 0 0 0,-1 0 1 0 0,1 0-1 0 0,1 0 0 0 0,0 0 0 0 0,4 18 0 0 0,-2-23 11 0 0,-1 0 0 0 0,0-1 0 0 0,1 1 0 0 0,0-1 0 0 0,0 0-1 0 0,0 0 1 0 0,1 0 0 0 0,-1 0 0 0 0,1-1 0 0 0,0 0 0 0 0,0 1 0 0 0,0-1-1 0 0,1-1 1 0 0,-1 1 0 0 0,1 0 0 0 0,-1-1 0 0 0,1 0 0 0 0,9 2 0 0 0,8 3-497 0 0,1-1 1 0 0,38 5-1 0 0,-58-10 395 0 0,84 9-4767 0 0,0-10-5130 0 0,-69 0 7682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6:39.1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214 1 8 0 0,'-17'0'3707'0'0,"1"-1"-1257"0"0,-1 2 0 0 0,1 0 1 0 0,-17 3-1 0 0,28-3-2251 0 0,0 0 0 0 0,0 1 0 0 0,1-1 0 0 0,-1 1 0 0 0,0 0 1 0 0,1 1-1 0 0,0-1 0 0 0,-1 1 0 0 0,1-1 0 0 0,0 1 0 0 0,0 1 0 0 0,1-1 1 0 0,-1 0-1 0 0,-3 6 0 0 0,0-1 29 0 0,0 1 1 0 0,1 0 0 0 0,0 1-1 0 0,1 0 1 0 0,-5 10-1 0 0,10-19-217 0 0,-1 1 0 0 0,0 0-1 0 0,0 0 1 0 0,1 0-1 0 0,-1-1 1 0 0,1 1 0 0 0,-1 0-1 0 0,1 0 1 0 0,0 0 0 0 0,0 0-1 0 0,0 0 1 0 0,0 0 0 0 0,0 0-1 0 0,0 0 1 0 0,1-1 0 0 0,-1 1-1 0 0,1 0 1 0 0,-1 0 0 0 0,1 0-1 0 0,-1 0 1 0 0,1-1 0 0 0,0 1-1 0 0,0 0 1 0 0,0-1 0 0 0,0 1-1 0 0,0 0 1 0 0,1-1-1 0 0,-1 0 1 0 0,0 1 0 0 0,1-1-1 0 0,-1 0 1 0 0,1 1 0 0 0,-1-1-1 0 0,1 0 1 0 0,-1 0 0 0 0,4 1-1 0 0,0 0-78 0 0,0-1 0 0 0,-1 0-1 0 0,1 0 1 0 0,0 0 0 0 0,0-1 0 0 0,0 1-1 0 0,0-1 1 0 0,0 0 0 0 0,0-1 0 0 0,0 1-1 0 0,-1-1 1 0 0,1 0 0 0 0,0 0-1 0 0,0-1 1 0 0,-1 1 0 0 0,1-1 0 0 0,4-3-1 0 0,9-3-552 0 0,-1-2 0 0 0,30-21-1 0 0,-27 7 238 0 0,-6 6 1164 0 0,-11 27-633 0 0,0 0 1 0 0,1 0 0 0 0,0-1-1 0 0,1 1 1 0 0,0-1-1 0 0,0-1 1 0 0,11 14-1 0 0,-5-8-1379 0 0,1-1-1 0 0,1 0 0 0 0,20 15 0 0 0,0-6-7373 0 0,-28-18 6444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6:39.4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28 688 0 0,'-1'-1'504'0'0,"0"0"-1"0"0,1 0 1 0 0,-1 0-1 0 0,0 0 1 0 0,1 0-1 0 0,-1 0 1 0 0,1 0-1 0 0,-1 0 1 0 0,1-1-1 0 0,0 1 1 0 0,0 0-1 0 0,-1 0 1 0 0,1 0-1 0 0,0-1 1 0 0,0 1-1 0 0,0 0 1 0 0,0 0-1 0 0,0-1 1 0 0,1 0-1 0 0,-1 1-350 0 0,1 1-1 0 0,-1 0 1 0 0,1-1-1 0 0,-1 1 1 0 0,1 0 0 0 0,-1 0-1 0 0,1-1 1 0 0,-1 1-1 0 0,1 0 1 0 0,0 0 0 0 0,-1 0-1 0 0,1 0 1 0 0,-1-1-1 0 0,1 1 1 0 0,0 0-1 0 0,-1 0 1 0 0,1 0 0 0 0,-1 1-1 0 0,1-1 1 0 0,0 0-1 0 0,-1 0 1 0 0,1 0 0 0 0,-1 0-1 0 0,1 0 1 0 0,-1 1-1 0 0,2-1 1 0 0,3 2 58 0 0,0 0 0 0 0,0 1 0 0 0,0-1 0 0 0,-1 1 0 0 0,1 0 0 0 0,-1 0 0 0 0,6 6 0 0 0,-5-3-140 0 0,0 1 0 0 0,-1 0 0 0 0,0 0 0 0 0,0 0 0 0 0,0 1 0 0 0,-1-1 0 0 0,-1 1 0 0 0,1 0 0 0 0,-1 0 0 0 0,0 0 0 0 0,-1 0 0 0 0,0 0 0 0 0,0 0 0 0 0,-1 0 0 0 0,0 0 0 0 0,0 1 0 0 0,-1-1 0 0 0,0 0 1 0 0,-1 0-1 0 0,0 0 0 0 0,0 0 0 0 0,0 0 0 0 0,-1-1 0 0 0,0 1 0 0 0,-1-1 0 0 0,0 1 0 0 0,-4 6 0 0 0,8-14-108 0 0,-1 1-1 0 0,1-1 1 0 0,0 1 0 0 0,-1-1-1 0 0,1 1 1 0 0,0-1 0 0 0,-1 1-1 0 0,1-1 1 0 0,-1 1 0 0 0,1-1-1 0 0,-1 1 1 0 0,1-1 0 0 0,-1 0-1 0 0,1 1 1 0 0,-1-1 0 0 0,0 0-1 0 0,1 0 1 0 0,-1 1 0 0 0,1-1-1 0 0,-1 0 1 0 0,0 0 0 0 0,1 0-1 0 0,-1 0 1 0 0,1 0 0 0 0,-1 0-1 0 0,0 0 1 0 0,1 0 0 0 0,-1 0-1 0 0,0 0 1 0 0,0 0 0 0 0,0-1-20 0 0,0 0 0 0 0,0 1 0 0 0,0-1 1 0 0,0 0-1 0 0,0 0 0 0 0,0 0 0 0 0,0 0 1 0 0,0 0-1 0 0,0 0 0 0 0,1 0 1 0 0,-1 0-1 0 0,0 0 0 0 0,0-3 0 0 0,-1-1-32 0 0,0 0 0 0 0,0-1 1 0 0,0 1-1 0 0,1-1 0 0 0,0 1 0 0 0,0-6 0 0 0,1-1 79 0 0,1 1 0 0 0,0 0 0 0 0,1 0 0 0 0,0 0 0 0 0,1 0 0 0 0,0 1 0 0 0,1-1 0 0 0,6-12 0 0 0,-8 18 41 0 0,0 1 0 0 0,1-1 0 0 0,-1 1 1 0 0,1-1-1 0 0,0 1 0 0 0,1 0 0 0 0,-1 0 0 0 0,1 1 0 0 0,-1-1 1 0 0,1 1-1 0 0,0 0 0 0 0,0 0 0 0 0,1 0 0 0 0,-1 0 0 0 0,1 1 1 0 0,-1 0-1 0 0,1 0 0 0 0,0 0 0 0 0,0 0 0 0 0,6-1 1 0 0,-9 3-20 0 0,1 0 0 0 0,0 1 1 0 0,-1-1-1 0 0,1 0 1 0 0,-1 1-1 0 0,1 0 1 0 0,0 0-1 0 0,-1 0 1 0 0,1 0-1 0 0,-1 0 1 0 0,0 0-1 0 0,1 0 1 0 0,-1 1-1 0 0,0-1 1 0 0,0 1-1 0 0,0 0 1 0 0,0 0-1 0 0,0-1 0 0 0,0 1 1 0 0,0 0-1 0 0,-1 1 1 0 0,1-1-1 0 0,-1 0 1 0 0,1 0-1 0 0,-1 1 1 0 0,0-1-1 0 0,1 5 1 0 0,4 6-564 0 0,0 1 0 0 0,-1 0 1 0 0,4 22-1 0 0,-8-29-770 0 0,1 0 0 0 0,0 0 0 0 0,1 0 0 0 0,-1 0 0 0 0,1 0 0 0 0,1 0 0 0 0,7 11 0 0 0,-6-11-1059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6:39.8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114 7 2296 0 0,'0'0'467'0'0,"-1"-1"0"0"0,1 1 0 0 0,0-1 0 0 0,-1 1 0 0 0,1-1 0 0 0,-1 1 1 0 0,1 0-1 0 0,0-1 0 0 0,-1 1 0 0 0,1 0 0 0 0,-1-1 0 0 0,0 1 0 0 0,1 0 0 0 0,-1-1 0 0 0,1 1 0 0 0,-1 0 0 0 0,1 0 0 0 0,-1 0 0 0 0,0 0 0 0 0,1 0 0 0 0,-1-1 0 0 0,1 1 0 0 0,-1 0 0 0 0,0 0 0 0 0,1 1 0 0 0,-1-1 0 0 0,0 0 0 0 0,-11 19 2966 0 0,10-15-3357 0 0,-5 16 673 0 0,0 0 0 0 0,1 0 0 0 0,-5 40 0 0 0,1-11-63 0 0,-4 14-6 0 0,2 1 0 0 0,-5 118 0 0 0,17-174-699 0 0,0 0-1 0 0,1 1 1 0 0,0-1 0 0 0,0 0-1 0 0,1 0 1 0 0,0 0 0 0 0,1 0-1 0 0,0 0 1 0 0,6 11-1 0 0,-8-16-16 0 0,1-1-1 0 0,-1 0 0 0 0,1 0 0 0 0,-1 0 1 0 0,1 0-1 0 0,0 0 0 0 0,0 0 0 0 0,0 0 1 0 0,0-1-1 0 0,0 1 0 0 0,0-1 1 0 0,0 1-1 0 0,0-1 0 0 0,1 0 0 0 0,-1 0 1 0 0,1 0-1 0 0,-1 0 0 0 0,1 0 0 0 0,-1 0 1 0 0,1-1-1 0 0,-1 1 0 0 0,1-1 1 0 0,-1 0-1 0 0,1 0 0 0 0,0 0 0 0 0,-1 0 1 0 0,1 0-1 0 0,0-1 0 0 0,-1 1 0 0 0,1-1 1 0 0,-1 0-1 0 0,1 1 0 0 0,-1-1 1 0 0,3-2-1 0 0,5-1-95 0 0,-1 0 1 0 0,0-1 0 0 0,0 0 0 0 0,-1-1-1 0 0,0 0 1 0 0,0 0 0 0 0,0-1-1 0 0,0 0 1 0 0,-1 0 0 0 0,11-15-1 0 0,-13 15 105 0 0,-1 1 0 0 0,0-1 0 0 0,0 1 0 0 0,-1-1 0 0 0,0 0-1 0 0,-1-1 1 0 0,1 1 0 0 0,-1 0 0 0 0,0-1 0 0 0,-1 1 0 0 0,0-1 0 0 0,0 1-1 0 0,-1-1 1 0 0,0 0 0 0 0,-1-9 0 0 0,0 14 31 0 0,0 0 1 0 0,0-1-1 0 0,-1 1 0 0 0,1 0 1 0 0,-1 0-1 0 0,0 0 1 0 0,1 0-1 0 0,-2 0 0 0 0,1 0 1 0 0,0 1-1 0 0,0-1 0 0 0,-1 1 1 0 0,0-1-1 0 0,1 1 1 0 0,-1 0-1 0 0,0 0 0 0 0,0 0 1 0 0,0 0-1 0 0,0 1 0 0 0,0-1 1 0 0,-5 0-1 0 0,-5-4-126 0 0,-1 1 1 0 0,0 1-1 0 0,-24-4 0 0 0,12 4-536 0 0,-16-2-1132 0 0,17-2-3012 0 0,34 0-4375 0 0,0 4 6665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6:40.2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61 177 408 0 0,'-4'1'12821'0'0,"14"0"-9104"0"0,0-2-4506 0 0,15-3 967 0 0,0-2-1 0 0,-1 0 1 0 0,0-2 0 0 0,0-1 0 0 0,0 0-1 0 0,-1-2 1 0 0,-1-1 0 0 0,0 0 0 0 0,-1-2 0 0 0,20-16-1 0 0,-40 30-177 0 0,0-1 0 0 0,0 0-1 0 0,0 0 1 0 0,0 1 0 0 0,0-1-1 0 0,0 0 1 0 0,-1 0 0 0 0,1 0-1 0 0,0 0 1 0 0,-1 0 0 0 0,1 0-1 0 0,-1 0 1 0 0,1 0 0 0 0,-1 0-1 0 0,1 0 1 0 0,-1 0 0 0 0,0 0-1 0 0,1 0 1 0 0,-1 0 0 0 0,0 0-1 0 0,0 0 1 0 0,0-1 0 0 0,0 1-1 0 0,0 0 1 0 0,0-2 0 0 0,-1 2-10 0 0,0 0-1 0 0,0-1 1 0 0,1 1 0 0 0,-1 0 0 0 0,0 0 0 0 0,0 0 0 0 0,0 0-1 0 0,-1 0 1 0 0,1 0 0 0 0,0 0 0 0 0,0 0 0 0 0,-1 0 0 0 0,1 1-1 0 0,0-1 1 0 0,-1 0 0 0 0,-1 0 0 0 0,-5-2-50 0 0,1 1 1 0 0,-1 0-1 0 0,0 0 0 0 0,0 1 1 0 0,-14-1-1 0 0,6 2 60 0 0,-1 1 1 0 0,1 1-1 0 0,0 1 0 0 0,-1 0 0 0 0,1 1 1 0 0,0 0-1 0 0,1 1 0 0 0,0 1 1 0 0,-1 1-1 0 0,2 0 0 0 0,-1 1 1 0 0,1 1-1 0 0,0 0 0 0 0,-23 21 1 0 0,34-28 25 0 0,0 1 1 0 0,1-1 0 0 0,0 1-1 0 0,0-1 1 0 0,-1 1-1 0 0,2 0 1 0 0,-1 0 0 0 0,0 0-1 0 0,0 0 1 0 0,1 1 0 0 0,0-1-1 0 0,0 0 1 0 0,0 0-1 0 0,0 1 1 0 0,0-1 0 0 0,1 1-1 0 0,-1-1 1 0 0,1 1 0 0 0,0-1-1 0 0,0 1 1 0 0,0-1 0 0 0,1 1-1 0 0,-1-1 1 0 0,1 0-1 0 0,0 1 1 0 0,1 3 0 0 0,1-2-26 0 0,-1 0 1 0 0,1-1 0 0 0,0 1 0 0 0,0-1-1 0 0,1 0 1 0 0,-1 0 0 0 0,1 0 0 0 0,0 0-1 0 0,0-1 1 0 0,0 0 0 0 0,0 1 0 0 0,1-1-1 0 0,-1-1 1 0 0,1 1 0 0 0,0-1 0 0 0,7 3-1 0 0,13 4-721 0 0,1-2 0 0 0,0 0 0 0 0,1-2 0 0 0,30 3 0 0 0,109-2-9915 0 0,-135-6 8176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6:41.0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6 178 164 0 0,'-6'6'14522'0'0,"6"-5"-14231"0"0,10 15 4691 0 0,27 25-5838 0 0,-26-29 2674 0 0,17 22-157 0 0,45 73 1 0 0,-50-70-1353 0 0,2-2 1 0 0,32 38 0 0 0,-55-71-307 0 0,0 0 1 0 0,-1 0-1 0 0,1 0 0 0 0,0-1 1 0 0,0 1-1 0 0,0-1 0 0 0,0 1 1 0 0,0-1-1 0 0,0 0 0 0 0,0 1 0 0 0,0-1 1 0 0,1 0-1 0 0,-1-1 0 0 0,4 2 1 0 0,-5-2-1 0 0,0 0 0 0 0,0-1 0 0 0,0 1 0 0 0,0-1 0 0 0,0 1 0 0 0,0-1 0 0 0,0 1 0 0 0,0-1 0 0 0,0 1 1 0 0,0-1-1 0 0,0 0 0 0 0,0 0 0 0 0,-1 1 0 0 0,1-1 0 0 0,0 0 0 0 0,0 0 0 0 0,-1 0 0 0 0,1 0 0 0 0,-1 0 0 0 0,1 0 0 0 0,-1 0 0 0 0,1 0 1 0 0,-1 0-1 0 0,0 0 0 0 0,1 0 0 0 0,-1 0 0 0 0,0 0 0 0 0,0 0 0 0 0,0-1 0 0 0,0 1 0 0 0,0 0 0 0 0,0-2 0 0 0,4-81-316 0 0,-3 33-29 0 0,4-20-1530 0 0,2 1 0 0 0,28-111 0 0 0,-34 178 1546 0 0,16-46-2829 0 0,-2 29-782 0 0,-14 20 3619 0 0,0-1 1 0 0,-1 1-1 0 0,1-1 1 0 0,0 1 0 0 0,0 0-1 0 0,0-1 1 0 0,-1 1-1 0 0,1 0 1 0 0,0 0 0 0 0,0-1-1 0 0,0 1 1 0 0,0 0-1 0 0,0 0 1 0 0,-1 0 0 0 0,1 0-1 0 0,0 0 1 0 0,0 0-1 0 0,0 1 1 0 0,0-1 0 0 0,0 0-1 0 0,-1 0 1 0 0,1 0-1 0 0,1 1 1 0 0,3 3-2108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6:41.6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0 166 88 0 0,'2'1'8080'0'0,"12"5"-5671"0"0,2-6-1553 0 0,46 1 793 0 0,0-3 0 0 0,86-14 0 0 0,-145 16-1623 0 0,-1-1 0 0 0,0 1-1 0 0,1-1 1 0 0,-1 1 0 0 0,0-1 0 0 0,1 0-1 0 0,-1 0 1 0 0,0 0 0 0 0,0 0 0 0 0,0 0-1 0 0,0 0 1 0 0,0 0 0 0 0,0-1 0 0 0,0 1-1 0 0,0-1 1 0 0,-1 0 0 0 0,1 1 0 0 0,0-1 0 0 0,-1 0-1 0 0,1 0 1 0 0,1-4 0 0 0,-2 3-18 0 0,-1 1 1 0 0,0-1-1 0 0,0 1 1 0 0,0-1-1 0 0,0 0 1 0 0,0 1-1 0 0,-1-1 1 0 0,1 1-1 0 0,-1-1 1 0 0,1 1-1 0 0,-1 0 1 0 0,0-1-1 0 0,0 1 1 0 0,0 0-1 0 0,0-1 1 0 0,0 1 0 0 0,-1 0-1 0 0,1 0 1 0 0,-1 0-1 0 0,-3-3 1 0 0,1 0-10 0 0,0 0 0 0 0,-1 0 0 0 0,0 1 0 0 0,0 0 0 0 0,-1 0 0 0 0,1 0 0 0 0,-1 0 0 0 0,1 1 0 0 0,-1 0 1 0 0,0 1-1 0 0,-1-1 0 0 0,1 1 0 0 0,0 0 0 0 0,-1 0 0 0 0,1 1 0 0 0,-1 0 0 0 0,1 0 0 0 0,-1 1 0 0 0,-13 0 0 0 0,14 0 17 0 0,0 1-1 0 0,0 0 1 0 0,1 0-1 0 0,-1 0 0 0 0,0 1 1 0 0,0 0-1 0 0,0 0 0 0 0,1 1 1 0 0,0-1-1 0 0,-1 1 1 0 0,1 0-1 0 0,0 1 0 0 0,0-1 1 0 0,0 1-1 0 0,1 0 0 0 0,0 0 1 0 0,-1 0-1 0 0,1 1 0 0 0,1 0 1 0 0,-1-1-1 0 0,1 1 1 0 0,-4 6-1 0 0,4-5-4 0 0,1-1 0 0 0,-1 1 1 0 0,1 0-1 0 0,0 0 0 0 0,0 0 0 0 0,1 0 0 0 0,0 1 0 0 0,0-1 1 0 0,0 0-1 0 0,1 0 0 0 0,0 1 0 0 0,0-1 0 0 0,0 0 1 0 0,1 1-1 0 0,0-1 0 0 0,0 0 0 0 0,1 0 0 0 0,0 0 1 0 0,0 0-1 0 0,0 0 0 0 0,1 0 0 0 0,0 0 0 0 0,0-1 1 0 0,0 1-1 0 0,1-1 0 0 0,-1 0 0 0 0,1 0 0 0 0,1 0 1 0 0,8 7-1 0 0,-3-3-21 0 0,0-2 1 0 0,0 1-1 0 0,1-2 1 0 0,0 1-1 0 0,0-2 1 0 0,1 1-1 0 0,0-1 1 0 0,-1-1-1 0 0,2 0 1 0 0,-1-1-1 0 0,0 0 1 0 0,1-1-1 0 0,-1-1 1 0 0,16 1-1 0 0,-14-2 7 0 0,0-1-1 0 0,0 0 0 0 0,0-1 0 0 0,0 0 0 0 0,23-8 1 0 0,-31 8 6 0 0,0 0 1 0 0,0-1 0 0 0,-1 0 0 0 0,1 0 0 0 0,-1 0 0 0 0,1 0 0 0 0,-1-1 0 0 0,0 0-1 0 0,-1 0 1 0 0,1-1 0 0 0,-1 1 0 0 0,1-1 0 0 0,-1 0 0 0 0,6-10 0 0 0,-4 2-4 0 0,-1 0 1 0 0,0 0 0 0 0,0-1-1 0 0,-1 0 1 0 0,-1 1 0 0 0,-1-1-1 0 0,0-1 1 0 0,1-17 0 0 0,-1 11-16 0 0,-1 9-8 0 0,0 1 1 0 0,1 0-1 0 0,1-1 1 0 0,7-18-1 0 0,-10 29 27 0 0,0-1 1 0 0,1 1-1 0 0,-1-1 0 0 0,1 1 0 0 0,0 0 0 0 0,-1-1 1 0 0,1 1-1 0 0,0 0 0 0 0,0 0 0 0 0,-1-1 0 0 0,1 1 1 0 0,0 0-1 0 0,0 0 0 0 0,1 0 0 0 0,-1 0 0 0 0,0 0 1 0 0,0 0-1 0 0,0 1 0 0 0,1-1 0 0 0,-1 0 0 0 0,0 1 1 0 0,1-1-1 0 0,-1 0 0 0 0,0 1 0 0 0,1 0 0 0 0,-1-1 1 0 0,1 1-1 0 0,-1 0 0 0 0,1 0 0 0 0,-1 0 0 0 0,1 0 1 0 0,-1 0-1 0 0,0 0 0 0 0,1 0 0 0 0,-1 0 0 0 0,1 1 0 0 0,-1-1 1 0 0,1 0-1 0 0,-1 1 0 0 0,0-1 0 0 0,1 1 0 0 0,-1 0 1 0 0,0-1-1 0 0,1 1 0 0 0,-1 0 0 0 0,0 0 0 0 0,2 1 1 0 0,1 2 69 0 0,1 1 0 0 0,-1-1 0 0 0,0 1 0 0 0,0 0 0 0 0,0 0 0 0 0,-1 0 0 0 0,1 1 0 0 0,-1-1 0 0 0,2 8 0 0 0,20 53 520 0 0,-12-17-300 0 0,-10-34-589 0 0,1 0 0 0 0,0 0 0 0 0,1-1 0 0 0,1 1 0 0 0,0-1 0 0 0,1-1 0 0 0,10 16 0 0 0,4-11-3511 0 0,-19-17 3087 0 0,0 0 1 0 0,1 0 0 0 0,-1 0 0 0 0,0 0 0 0 0,1-1 0 0 0,-1 1 0 0 0,1-1 0 0 0,-1 1-1 0 0,1-1 1 0 0,-1 0 0 0 0,1 0 0 0 0,-1 0 0 0 0,1 0 0 0 0,3-2 0 0 0,4 0-1722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6:42.0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247 1 1744 0 0,'-1'-1'469'0'0,"0"1"-1"0"0,0 0 0 0 0,0 0 1 0 0,0 0-1 0 0,0 0 0 0 0,0 0 1 0 0,0 0-1 0 0,0 0 0 0 0,0 1 1 0 0,0-1-1 0 0,0 0 0 0 0,0 1 1 0 0,0-1-1 0 0,0 0 0 0 0,0 1 1 0 0,0-1-1 0 0,0 1 0 0 0,0-1 1 0 0,0 1-1 0 0,1 0 0 0 0,-2 0 1 0 0,2 0-295 0 0,0 0 0 0 0,0-1 0 0 0,0 1 0 0 0,0 0 1 0 0,0-1-1 0 0,0 1 0 0 0,0 0 0 0 0,0-1 0 0 0,0 1 1 0 0,0 0-1 0 0,0-1 0 0 0,0 1 0 0 0,1 0 0 0 0,-1-1 0 0 0,0 1 1 0 0,1-1-1 0 0,-1 1 0 0 0,0 0 0 0 0,1-1 0 0 0,-1 1 0 0 0,1-1 1 0 0,-1 1-1 0 0,1 0 0 0 0,3 3 98 0 0,0 0 0 0 0,0-1 0 0 0,0 1 1 0 0,0-1-1 0 0,1 0 0 0 0,8 5 0 0 0,0-3-92 0 0,0-1-1 0 0,1 0 1 0 0,0-1 0 0 0,0 0-1 0 0,0-1 1 0 0,0-1 0 0 0,0 0-1 0 0,0-1 1 0 0,0 0 0 0 0,0-1 0 0 0,0-1-1 0 0,0 0 1 0 0,25-7 0 0 0,-10-11-93 0 0,-28 19-89 0 0,0 1 1 0 0,0-1-1 0 0,0 0 0 0 0,0 0 0 0 0,0 1 0 0 0,-1-1 1 0 0,1 0-1 0 0,0 0 0 0 0,0 0 0 0 0,0 0 1 0 0,-1 0-1 0 0,1 0 0 0 0,0 0 0 0 0,-1-1 0 0 0,1 1 1 0 0,-1 0-1 0 0,0 0 0 0 0,1 0 0 0 0,-1 0 0 0 0,0-1 1 0 0,0 1-1 0 0,1 0 0 0 0,-1-3 0 0 0,-1 3-7 0 0,0 1 1 0 0,0-1-1 0 0,0 0 0 0 0,0 0 0 0 0,-1 0 0 0 0,1 1 1 0 0,0-1-1 0 0,0 0 0 0 0,0 1 0 0 0,0-1 0 0 0,-1 1 1 0 0,1-1-1 0 0,0 1 0 0 0,-1 0 0 0 0,1 0 0 0 0,0 0 1 0 0,-1-1-1 0 0,1 1 0 0 0,0 0 0 0 0,-1 1 0 0 0,1-1 0 0 0,0 0 1 0 0,-1 0-1 0 0,1 0 0 0 0,0 1 0 0 0,0-1 0 0 0,-1 1 1 0 0,1-1-1 0 0,0 1 0 0 0,-2 1 0 0 0,-36 19-120 0 0,28-11 148 0 0,1 0 0 0 0,1 0 0 0 0,-1 1-1 0 0,2 0 1 0 0,0 1 0 0 0,0 0 0 0 0,1 0-1 0 0,0 0 1 0 0,1 1 0 0 0,-5 15 0 0 0,-4 16 223 0 0,-15 77 1 0 0,25-98-192 0 0,-6 31 203 0 0,-24 70 0 0 0,28-107-172 0 0,0 0-1 0 0,-1-1 1 0 0,0 0 0 0 0,-1 0 0 0 0,-1-1-1 0 0,-1 0 1 0 0,0-1 0 0 0,-14 15-1 0 0,18-22-35 0 0,-1 0 0 0 0,1-1-1 0 0,-1 0 1 0 0,-1 0 0 0 0,1-1-1 0 0,-1 0 1 0 0,-10 5-1 0 0,16-9-64 0 0,1 0 0 0 0,-1 0 0 0 0,1 0-1 0 0,-1-1 1 0 0,1 1 0 0 0,-1 0 0 0 0,1-1-1 0 0,-1 0 1 0 0,0 0 0 0 0,1 0 0 0 0,-1 0-1 0 0,0 0 1 0 0,1 0 0 0 0,-1-1 0 0 0,0 1 0 0 0,1-1-1 0 0,-1 0 1 0 0,1 0 0 0 0,-1 0 0 0 0,1 0-1 0 0,-1 0 1 0 0,1 0 0 0 0,0-1 0 0 0,0 1-1 0 0,-1-1 1 0 0,1 1 0 0 0,0-1 0 0 0,1 0-1 0 0,-1 0 1 0 0,0 0 0 0 0,0 0 0 0 0,-1-3-1 0 0,2 4-159 0 0,0-1-1 0 0,0 1 1 0 0,0-1 0 0 0,0 0-1 0 0,0 0 1 0 0,0 0-1 0 0,1 1 1 0 0,-1-1-1 0 0,1 0 1 0 0,-1 0-1 0 0,1 0 1 0 0,0 0-1 0 0,0 0 1 0 0,0 0-1 0 0,0 0 1 0 0,0 0 0 0 0,0 0-1 0 0,0 0 1 0 0,1 0-1 0 0,-1 0 1 0 0,1 0-1 0 0,-1 0 1 0 0,1 1-1 0 0,0-1 1 0 0,-1 0-1 0 0,1 0 1 0 0,0 1-1 0 0,2-4 1 0 0,2 0-1422 0 0,-1 0 1 0 0,1 1-1 0 0,0-1 0 0 0,0 1 0 0 0,1 0 1 0 0,-1 1-1 0 0,9-5 0 0 0,-4 3-956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6:42.9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115 63 364 0 0,'0'-4'1128'0'0,"-1"-1"0"0"0,0 1-1 0 0,-1-1 1 0 0,1 1 0 0 0,-1 0-1 0 0,0-1 1 0 0,0 1 0 0 0,0 0 0 0 0,-3-4-1 0 0,0-1 1089 0 0,4 9-2080 0 0,1 0 0 0 0,0-1 1 0 0,0 1-1 0 0,-1-1 0 0 0,1 1 1 0 0,0 0-1 0 0,-1-1 0 0 0,1 1 1 0 0,0-1-1 0 0,-1 1 0 0 0,1 0 1 0 0,-1 0-1 0 0,1-1 0 0 0,0 1 1 0 0,-1 0-1 0 0,1 0 0 0 0,-1-1 1 0 0,1 1-1 0 0,-1 0 0 0 0,1 0 1 0 0,-1 0-1 0 0,1 0 0 0 0,-1 0 1 0 0,1 0-1 0 0,-1 0 0 0 0,1 0 1 0 0,-1 0-1 0 0,1 0 0 0 0,-1 0 1 0 0,0 0-1 0 0,-17 11 1649 0 0,-9 20-446 0 0,22-21-1198 0 0,0 0 0 0 0,1 0 0 0 0,0 0 0 0 0,0 1 0 0 0,1 0 1 0 0,1 0-1 0 0,0 0 0 0 0,0 0 0 0 0,1 0 0 0 0,0 0 0 0 0,1 0 1 0 0,1 1-1 0 0,-1-1 0 0 0,6 21 0 0 0,2 5-1 0 0,2-2 1 0 0,2 1-1 0 0,18 39 1 0 0,-27-69-179 0 0,24 57 446 0 0,29 103 0 0 0,-51-148-706 0 0,0 1-1 0 0,-2 0 1 0 0,0-1-1 0 0,-2 1 1 0 0,0 0-1 0 0,0 0 1 0 0,-2 0-1 0 0,-1 0 1 0 0,0 0-1 0 0,-8 32 1 0 0,9-50 25 0 0,0 1 1 0 0,0 0-1 0 0,1-1 1 0 0,-1 1-1 0 0,0 0 1 0 0,0-1-1 0 0,0 1 1 0 0,-1-1 0 0 0,1 1-1 0 0,0-1 1 0 0,-1 0-1 0 0,1 0 1 0 0,0 1-1 0 0,-1-1 1 0 0,0 0-1 0 0,1 0 1 0 0,-1-1 0 0 0,0 1-1 0 0,1 0 1 0 0,-1 0-1 0 0,0-1 1 0 0,0 1-1 0 0,1-1 1 0 0,-1 1-1 0 0,0-1 1 0 0,0 0 0 0 0,0 0-1 0 0,0 0 1 0 0,0 0-1 0 0,1 0 1 0 0,-5-1-1 0 0,0 0-854 0 0,-1 0 0 0 0,1-1-1 0 0,0 1 1 0 0,0-2 0 0 0,-1 1-1 0 0,1 0 1 0 0,-10-7 0 0 0,3 0-809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6:43.4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10 337 1128 0 0,'-1'-2'359'0'0,"0"-1"1"0"0,-1 1-1 0 0,1-1 0 0 0,0 1 0 0 0,0-1 1 0 0,1 1-1 0 0,-1-1 0 0 0,0 1 0 0 0,1-1 1 0 0,0 0-1 0 0,0 1 0 0 0,-1-1 0 0 0,1 0 1 0 0,1 0-1 0 0,-1 1 0 0 0,0-1 0 0 0,1 1 1 0 0,-1-1-1 0 0,1 0 0 0 0,0 1 0 0 0,0-1 1 0 0,0 1-1 0 0,0-1 0 0 0,3-2 0 0 0,0-1-146 0 0,0 1-1 0 0,0 1 0 0 0,1-1 1 0 0,0 1-1 0 0,0-1 1 0 0,0 1-1 0 0,0 1 0 0 0,1-1 1 0 0,8-3-1 0 0,49-21-384 0 0,0 3 0 0 0,2 2 1 0 0,108-21-1 0 0,-105 27-997 0 0,-4 2-199 0 0,-6 2 145 0 0,68-26 0 0 0,-87 20 4372 0 0,-81 21 838 0 0,25 5-3556 0 0,0 2 1 0 0,0 0-1 0 0,1 0 1 0 0,0 1-1 0 0,1 2 1 0 0,0-1 0 0 0,-21 22-1 0 0,28-24-330 0 0,0-1 0 0 0,0 2 0 0 0,1-1 0 0 0,0 1-1 0 0,0 0 1 0 0,1 0 0 0 0,1 1 0 0 0,-1 0 0 0 0,2 0 0 0 0,0 0-1 0 0,0 1 1 0 0,1-1 0 0 0,-2 15 0 0 0,5-24-111 0 0,-1 1 0 0 0,1-1 0 0 0,0 1 1 0 0,0-1-1 0 0,0 1 0 0 0,0 0 0 0 0,1-1 0 0 0,-1 1 0 0 0,1-1 0 0 0,-1 1 0 0 0,1-1 0 0 0,0 0 1 0 0,0 1-1 0 0,0-1 0 0 0,0 0 0 0 0,1 1 0 0 0,-1-1 0 0 0,0 0 0 0 0,1 0 0 0 0,0 0 1 0 0,-1 0-1 0 0,1 0 0 0 0,0-1 0 0 0,0 1 0 0 0,0 0 0 0 0,0-1 0 0 0,1 0 0 0 0,-1 1 1 0 0,0-1-1 0 0,0 0 0 0 0,1 0 0 0 0,-1 0 0 0 0,1 0 0 0 0,-1-1 0 0 0,1 1 0 0 0,-1-1 1 0 0,1 1-1 0 0,-1-1 0 0 0,4 0 0 0 0,4 0-181 0 0,0 0 0 0 0,-1 0 0 0 0,1-1-1 0 0,-1 0 1 0 0,0-1 0 0 0,1 0 0 0 0,-1-1 0 0 0,0 1 0 0 0,14-8 0 0 0,-15 6 18 0 0,0-1 0 0 0,0 0-1 0 0,0-1 1 0 0,-1 0 0 0 0,0 0 0 0 0,0-1 0 0 0,0 0 0 0 0,-1 0 0 0 0,0 0 0 0 0,0-1-1 0 0,-1 0 1 0 0,0 0 0 0 0,6-15 0 0 0,-3 4 138 0 0,0 0-1 0 0,-2-1 1 0 0,0 0-1 0 0,-2-1 1 0 0,3-24 0 0 0,-6-11 1483 0 0,-1 55-1066 0 0,8 37 413 0 0,-2-16-834 0 0,0-1 0 0 0,2 1-1 0 0,0-1 1 0 0,1 0 0 0 0,1-1 0 0 0,20 28-1 0 0,-19-31-1054 0 0,1 0-1 0 0,26 24 0 0 0,-27-30-793 0 0,0 0 1 0 0,1 0-1 0 0,0-1 1 0 0,15 7-1 0 0,-17-10-373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6:43.7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 38 1060 0 0,'-1'-2'600'0'0,"0"-1"0"0"0,0 1 0 0 0,0-1 1 0 0,-1 1-1 0 0,1 0 0 0 0,0-1 0 0 0,-1 1 0 0 0,0 0 0 0 0,1 0 0 0 0,-1 0 0 0 0,0 0 1 0 0,0 0-1 0 0,0 1 0 0 0,-1-1 0 0 0,-3-2 0 0 0,5 4-441 0 0,-1-1 1 0 0,1 1-1 0 0,0 0 1 0 0,0 0-1 0 0,0 0 1 0 0,0 0-1 0 0,-1 0 0 0 0,1 0 1 0 0,0 0-1 0 0,0 0 1 0 0,0 1-1 0 0,0-1 1 0 0,-1 0-1 0 0,1 1 0 0 0,0-1 1 0 0,0 1-1 0 0,0-1 1 0 0,0 1-1 0 0,0-1 1 0 0,0 1-1 0 0,0 0 0 0 0,0 0 1 0 0,1-1-1 0 0,-1 1 1 0 0,0 0-1 0 0,0 0 1 0 0,0 0-1 0 0,1 0 0 0 0,-1 0 1 0 0,0 0-1 0 0,1 0 1 0 0,-1 0-1 0 0,1 0 0 0 0,0 0 1 0 0,-1 0-1 0 0,1 0 1 0 0,-1 3-1 0 0,-4 11 361 0 0,1 0 0 0 0,0 1 0 0 0,1-1-1 0 0,1 1 1 0 0,0 0 0 0 0,1 0 0 0 0,1 0-1 0 0,2 18 1 0 0,22 131 1327 0 0,-18-134-1510 0 0,17 89-443 0 0,44 137-1 0 0,-61-237-1006 0 0,17 32-1 0 0,-20-46 347 0 0,0-1 0 0 0,1 1-1 0 0,0-1 1 0 0,0 1 0 0 0,0-1 0 0 0,0 0 0 0 0,1-1-1 0 0,0 1 1 0 0,7 5 0 0 0,-11-10 175 0 0,1 1 0 0 0,0 0 0 0 0,-1 0 0 0 0,1-1-1 0 0,-1 1 1 0 0,1-1 0 0 0,0 1 0 0 0,0-1 0 0 0,-1 0 0 0 0,1 0 0 0 0,0 0 0 0 0,-1 0 0 0 0,1 0 0 0 0,0 0-1 0 0,0 0 1 0 0,2-1 0 0 0,2-3-1972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6:44.4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1 377 1776 0 0,'92'-2'9260'0'0,"133"-15"-9276"0"0,217-32-1181 0 0,-425 45 1179 0 0,-14 0 725 0 0,-5 3-596 0 0,1 0 1 0 0,-1 0-1 0 0,0 1 1 0 0,1-1-1 0 0,-1 1 1 0 0,0-1-1 0 0,1 1 1 0 0,-1-1 0 0 0,0 1-1 0 0,0 0 1 0 0,0 0-1 0 0,1 0 1 0 0,-3 0-1 0 0,-7 1 107 0 0,0 0 0 0 0,0 1 0 0 0,1 0 0 0 0,-1 1 0 0 0,1 0 0 0 0,0 0 0 0 0,0 1 0 0 0,0 1 0 0 0,0-1 0 0 0,0 2 0 0 0,1-1 0 0 0,0 1 0 0 0,0 1-1 0 0,-9 8 1 0 0,1 1-38 0 0,0 1 1 0 0,1 0-1 0 0,1 2 0 0 0,0-1 0 0 0,-16 30 0 0 0,27-40-145 0 0,0 0 0 0 0,0 1-1 0 0,1-1 1 0 0,0 1 0 0 0,1 0 0 0 0,0-1 0 0 0,0 1 0 0 0,1 0 0 0 0,0 0 0 0 0,0 14 0 0 0,1-21-39 0 0,0 1 1 0 0,0 0 0 0 0,1 0 0 0 0,-1-1 0 0 0,0 1 0 0 0,1 0 0 0 0,0 0-1 0 0,-1-1 1 0 0,1 1 0 0 0,0-1 0 0 0,1 1 0 0 0,-1-1 0 0 0,0 1-1 0 0,1-1 1 0 0,-1 0 0 0 0,1 1 0 0 0,0-1 0 0 0,0 0 0 0 0,-1 0 0 0 0,1 0-1 0 0,1 0 1 0 0,-1-1 0 0 0,0 1 0 0 0,0-1 0 0 0,1 1 0 0 0,-1-1 0 0 0,1 0-1 0 0,-1 0 1 0 0,1 0 0 0 0,0 0 0 0 0,-1 0 0 0 0,1 0 0 0 0,0-1-1 0 0,-1 1 1 0 0,1-1 0 0 0,0 0 0 0 0,3 0 0 0 0,3 0-116 0 0,0-1 0 0 0,-1 0-1 0 0,1 0 1 0 0,0-1 0 0 0,0 0 0 0 0,-1 0 0 0 0,1-1 0 0 0,-1 0-1 0 0,0-1 1 0 0,1 0 0 0 0,-2 0 0 0 0,1-1 0 0 0,0 0 0 0 0,-1 0-1 0 0,0-1 1 0 0,0 0 0 0 0,-1 0 0 0 0,0 0 0 0 0,0-1 0 0 0,7-10 0 0 0,-6 7 38 0 0,-1-1 1 0 0,0 1-1 0 0,-1-1 1 0 0,0 0-1 0 0,-1 0 1 0 0,0 0-1 0 0,-1-1 1 0 0,0 1-1 0 0,-1-1 1 0 0,-1 0-1 0 0,1 0 1 0 0,-2 0-1 0 0,1 0 1 0 0,-2 0-1 0 0,-1-11 1 0 0,2 20 128 0 0,-1 1 0 0 0,1 0 0 0 0,0 0 0 0 0,-1 0 1 0 0,0 0-1 0 0,1 0 0 0 0,-1 0 0 0 0,0 0 1 0 0,0 0-1 0 0,0 0 0 0 0,0 0 0 0 0,-1 0 1 0 0,1 0-1 0 0,0 1 0 0 0,-1-1 0 0 0,1 0 1 0 0,-1 1-1 0 0,0 0 0 0 0,-2-2 0 0 0,3 3-9 0 0,1 0 0 0 0,-1 1 0 0 0,0-1 0 0 0,1 1 0 0 0,-1-1 0 0 0,0 1 0 0 0,1 0 0 0 0,-1-1 0 0 0,1 1 0 0 0,-1 0 0 0 0,1-1 0 0 0,-1 1 0 0 0,1 0 0 0 0,0-1 0 0 0,-1 1-1 0 0,1 0 1 0 0,0 0 0 0 0,-1 0 0 0 0,1-1 0 0 0,0 1 0 0 0,0 0 0 0 0,0 0 0 0 0,0 0 0 0 0,0 0 0 0 0,0 0 0 0 0,-5 27 415 0 0,4-18-376 0 0,1 1 1 0 0,0 0-1 0 0,1 0 0 0 0,0 0 1 0 0,1-1-1 0 0,0 1 0 0 0,0-1 1 0 0,2 1-1 0 0,-1-1 0 0 0,1 0 1 0 0,0 0-1 0 0,1 0 0 0 0,0-1 0 0 0,1 1 1 0 0,9 11-1 0 0,-10-14-56 0 0,1 0-1 0 0,0-1 1 0 0,1 1 0 0 0,-1-1-1 0 0,1 0 1 0 0,0-1 0 0 0,1 0-1 0 0,-1 0 1 0 0,1-1-1 0 0,0 1 1 0 0,0-2 0 0 0,0 1-1 0 0,1-1 1 0 0,-1 0 0 0 0,1-1-1 0 0,0 0 1 0 0,0-1 0 0 0,17 2-1 0 0,-19-4-38 0 0,1 0-1 0 0,0 0 1 0 0,-1 0 0 0 0,0-1-1 0 0,1-1 1 0 0,-1 1 0 0 0,0-1-1 0 0,0 0 1 0 0,0 0 0 0 0,-1-1-1 0 0,1 0 1 0 0,-1 0-1 0 0,0-1 1 0 0,0 0 0 0 0,0 0-1 0 0,-1 0 1 0 0,1-1 0 0 0,-1 1-1 0 0,-1-1 1 0 0,1-1-1 0 0,5-9 1 0 0,6-13-181 0 0,0 0-1 0 0,-2-2 1 0 0,15-46-1 0 0,-27 72 178 0 0,10-33-104 0 0,-1 0-1 0 0,-2-1 0 0 0,7-57 0 0 0,-15 81 139 0 0,0 1 0 0 0,-1-1 1 0 0,-1 0-1 0 0,0 1 0 0 0,-1-1 0 0 0,-5-20 0 0 0,6 31 18 0 0,0 1 0 0 0,-1-1 0 0 0,0 0-1 0 0,1 0 1 0 0,-1 0 0 0 0,-1 1 0 0 0,1-1-1 0 0,0 1 1 0 0,-1 0 0 0 0,0 0 0 0 0,-5-5 0 0 0,6 6 7 0 0,-1 0 1 0 0,0 1 0 0 0,1-1 0 0 0,-1 1 0 0 0,0 0 0 0 0,1 0-1 0 0,-1 0 1 0 0,0 0 0 0 0,0 1 0 0 0,0-1 0 0 0,0 1 0 0 0,0 0-1 0 0,0-1 1 0 0,0 1 0 0 0,0 1 0 0 0,0-1 0 0 0,0 0 0 0 0,-4 2 0 0 0,4-2 21 0 0,-1 1 1 0 0,1 0 0 0 0,-1 1 0 0 0,1-1 0 0 0,0 0 0 0 0,-1 1 0 0 0,1 0 0 0 0,0-1 0 0 0,0 1 0 0 0,0 1 0 0 0,0-1 0 0 0,1 0 0 0 0,-1 1 0 0 0,0-1 0 0 0,1 1 0 0 0,-4 5 0 0 0,3-3 19 0 0,0 0 0 0 0,1 1 0 0 0,-1 0 0 0 0,1-1 0 0 0,0 1 0 0 0,1 0 0 0 0,-1 0 0 0 0,1 0 0 0 0,0 7 0 0 0,0 3 61 0 0,1 1 0 0 0,1-1 0 0 0,0 1 0 0 0,1-1 0 0 0,1 0 0 0 0,6 23 0 0 0,-2-20-124 0 0,0 0-1 0 0,1 0 0 0 0,1-1 1 0 0,1 0-1 0 0,1 0 1 0 0,0-1-1 0 0,1-1 1 0 0,1 0-1 0 0,0 0 1 0 0,1-1-1 0 0,25 19 0 0 0,-20-18-796 0 0,2-2-1 0 0,0 0 1 0 0,34 16-1 0 0,-30-18-1417 0 0,1-2-1 0 0,0 0 1 0 0,28 5 0 0 0,-25-8-389 0 0,-2 0-39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2:33.0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3 770 1576 0 0,'6'-21'793'0'0,"0"1"-1"0"0,2 0 1 0 0,1 0 0 0 0,0 0-1 0 0,2 1 1 0 0,20-29 0 0 0,-12 23-391 0 0,2 1 1 0 0,0 0 0 0 0,49-39-1 0 0,-12 20-222 0 0,2 3 0 0 0,2 3 0 0 0,84-39 1 0 0,-36 27 120 0 0,2 5 1 0 0,2 5-1 0 0,2 5 1 0 0,1 4-1 0 0,137-15 1 0 0,-116 29 59 0 0,0 7 1 0 0,0 5 0 0 0,1 7 0 0 0,166 24-1 0 0,-228-15-214 0 0,-1 3 0 0 0,-1 3-1 0 0,-1 4 1 0 0,140 60 0 0 0,-164-57-63 0 0,-1 2 1 0 0,-1 2-1 0 0,-1 2 1 0 0,-1 2-1 0 0,-3 2 1 0 0,0 1-1 0 0,58 67 1 0 0,-47-34 89 0 0,-2 1 0 0 0,-3 3 1 0 0,-4 2-1 0 0,-3 2 0 0 0,-3 1 1 0 0,-4 3-1 0 0,32 108 0 0 0,-27-46 237 0 0,-6 2-1 0 0,-6 1 1 0 0,13 223-1 0 0,-33-194-21 0 0,-19 238 1 0 0,-2-282-163 0 0,-5-2 1 0 0,-54 191-1 0 0,40-214 147 0 0,-4-1 0 0 0,-5-2 0 0 0,-5-2 0 0 0,-4-2 0 0 0,-93 139-1 0 0,95-171-126 0 0,-3-1-1 0 0,-3-3 0 0 0,-2-3 0 0 0,-3-2 0 0 0,-3-2 0 0 0,-2-4 1 0 0,-2-2-1 0 0,-75 43 0 0 0,42-38-190 0 0,-3-4 1 0 0,-1-5-1 0 0,-149 44 1 0 0,165-65-36 0 0,-2-3 1 0 0,-1-5-1 0 0,0-4 0 0 0,-152 4 1 0 0,196-19 26 0 0,0-1 0 0 0,1-2 1 0 0,-1-2-1 0 0,1-2 1 0 0,1-3-1 0 0,0-1 1 0 0,0-2-1 0 0,2-1 1 0 0,0-3-1 0 0,1-2 1 0 0,-40-26-1 0 0,28 11-34 0 0,1-2 0 0 0,2-3 0 0 0,2-2-1 0 0,2-2 1 0 0,2-2 0 0 0,2-2 0 0 0,-47-71 0 0 0,31 30-92 0 0,4-3 1 0 0,4-2 0 0 0,-51-138 0 0 0,51 91 3 0 0,-57-271 1 0 0,79 250 34 0 0,6-2 0 0 0,9 0 0 0 0,6-1 0 0 0,7 0 0 0 0,28-211 0 0 0,-12 274 27 0 0,3 1 1 0 0,6 1-1 0 0,3 1 1 0 0,5 1 0 0 0,78-161-1 0 0,-68 179-365 0 0,3 2-1 0 0,3 1 0 0 0,4 3 0 0 0,2 2 1 0 0,4 3-1 0 0,118-108 0 0 0,-130 138-718 0 0,1 2 0 0 0,2 2 1 0 0,1 3-1 0 0,59-29 0 0 0,-66 42-771 0 0,0 1 0 0 0,1 2 1 0 0,0 3-1 0 0,2 1 0 0 0,80-11 1 0 0,-44 16-1004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3:44.2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546 370 1164 0 0,'12'-10'2226'0'0,"1"0"0"0"0,1 0 0 0 0,20-10 0 0 0,-8 7-1031 0 0,34-12 0 0 0,121-28-194 0 0,-180 53-965 0 0,85-19 967 0 0,141-13 0 0 0,90 18 426 0 0,-95 18-789 0 0,-1 10 1 0 0,293 55-1 0 0,424 143-146 0 0,-126 30-601 0 0,-12 40 626 0 0,-546-192 124 0 0,417 169 1499 0 0,-623-236-1943 0 0,-1 2 1 0 0,-1 1-1 0 0,-2 3 0 0 0,0 2 1 0 0,-2 1-1 0 0,-2 3 1 0 0,-1 1-1 0 0,40 47 0 0 0,-31-22 90 0 0,-4 2 0 0 0,-1 1 0 0 0,53 113 0 0 0,-87-158-249 0 0,-1 1 0 0 0,-1 0 0 0 0,-1 0 1 0 0,-1 0-1 0 0,0 1 0 0 0,-2-1 0 0 0,0 1 1 0 0,-2 0-1 0 0,-1 37 0 0 0,-3-29 4 0 0,-1 0-1 0 0,-1 0 1 0 0,-2 0 0 0 0,-1-1 0 0 0,-1 0-1 0 0,-15 31 1 0 0,-2-5 53 0 0,-3-2-1 0 0,-41 59 0 0 0,-76 84 256 0 0,132-177-310 0 0,-351 392 446 0 0,218-255-448 0 0,57-60-47 0 0,-179 145 0 0 0,207-193-14 0 0,-3-2 0 0 0,-2-4-1 0 0,-1-2 1 0 0,-92 37 0 0 0,70-40 167 0 0,-1-5 0 0 0,-2-3 0 0 0,0-5 0 0 0,-2-3 1 0 0,-1-5-1 0 0,-192 6 0 0 0,78-27-145 0 0,2-9-1 0 0,-385-78 1 0 0,400 47 171 0 0,3-9 0 0 0,-341-148-1 0 0,434 159-149 0 0,-550-253-332 0 0,574 262 233 0 0,-255-131-250 0 0,264 128 290 0 0,1-2-1 0 0,-111-95 1 0 0,-8-25-99 0 0,-169-158 51 0 0,328 294 92 0 0,1-1-1 0 0,2 0 1 0 0,0-2 0 0 0,2 0-1 0 0,0-1 1 0 0,3-1 0 0 0,0 0 0 0 0,1-1-1 0 0,2-1 1 0 0,2 0 0 0 0,-13-56 0 0 0,2-15 5 0 0,-11-135 1 0 0,28 182-56 0 0,3-1 0 0 0,3 0 1 0 0,1 0-1 0 0,14-63 0 0 0,45-113-181 0 0,-23 122-12 0 0,82-167 0 0 0,-53 164 280 0 0,-43 74 26 0 0,32-65 0 0 0,-17 32 2 0 0,-2 7-36 0 0,-27 44-54 0 0,2 1 0 0 0,1 0 0 0 0,19-23 0 0 0,-4 10-43 0 0,1 2 1 0 0,2 1-1 0 0,0 1 1 0 0,2 2 0 0 0,1 2-1 0 0,1 0 1 0 0,67-31-1 0 0,-55 34 47 0 0,1 2 0 0 0,0 2 0 0 0,70-15 0 0 0,132-12-1271 0 0,-204 40-851 0 0,0 2 0 0 0,1 2 0 0 0,63 7 1 0 0,-94-4-157 0 0,-1 1 1 0 0,0 1 0 0 0,0 0-1 0 0,0 1 1 0 0,29 14 0 0 0,-24-8-523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06.2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155 986 980 0 0,'10'-24'2351'0'0,"1"0"1"0"0,24-39-1 0 0,-13 30-1119 0 0,32-36 0 0 0,2 7-392 0 0,66-55 0 0 0,-57 63-412 0 0,2 2-1 0 0,2 4 1 0 0,2 2 0 0 0,78-36 0 0 0,-25 23 305 0 0,223-71 0 0 0,-233 96-242 0 0,233-37 0 0 0,-270 61-415 0 0,0 5 1 0 0,1 2 0 0 0,-1 4 0 0 0,85 12-1 0 0,-123-8-37 0 0,-1 3 0 0 0,0 1 0 0 0,-1 1-1 0 0,0 2 1 0 0,0 2 0 0 0,65 35 0 0 0,-80-36 53 0 0,-1 0 0 0 0,-1 2 0 0 0,-1 0-1 0 0,0 1 1 0 0,-1 1 0 0 0,0 1 0 0 0,-1 0 0 0 0,-2 2 0 0 0,0-1 0 0 0,-1 2 0 0 0,22 42-1 0 0,-15-16 167 0 0,-2 1 0 0 0,-3 1-1 0 0,20 100 1 0 0,-24-75-64 0 0,-4 0 1 0 0,-1 86 0 0 0,-8-107-108 0 0,-3 0 0 0 0,-2 0 0 0 0,-2 0 0 0 0,-3-1 1 0 0,-2-1-1 0 0,-2 0 0 0 0,-3 0 0 0 0,-1-2 0 0 0,-3 0 1 0 0,-2-2-1 0 0,-2 0 0 0 0,-2-2 0 0 0,-2-1 0 0 0,-57 66 1 0 0,13-31 79 0 0,-4-3 0 0 0,-3-3 0 0 0,-3-4 0 0 0,-2-3 0 0 0,-4-5 0 0 0,-2-3 0 0 0,-3-5 0 0 0,-1-4-1 0 0,-3-4 1 0 0,-184 57 0 0 0,222-85-181 0 0,-1-3-1 0 0,0-2 0 0 0,0-3 1 0 0,-1-3-1 0 0,0-3 0 0 0,-81-5 1 0 0,106-1 21 0 0,-1-2 1 0 0,1-2 0 0 0,0-1 0 0 0,1-1-1 0 0,0-3 1 0 0,0-1 0 0 0,1-1 0 0 0,1-2-1 0 0,1-2 1 0 0,0-1 0 0 0,-45-34-1 0 0,45 24-63 0 0,0-2-1 0 0,2-2 0 0 0,2 0 0 0 0,-49-70 1 0 0,-79-165 6 0 0,135 223 76 0 0,2 0 0 0 0,2-2 0 0 0,1-1 0 0 0,3 0 0 0 0,-12-69 0 0 0,22 88-45 0 0,2 0-1 0 0,1 0 1 0 0,2 0 0 0 0,0 0-1 0 0,2 0 1 0 0,2 0 0 0 0,0 0-1 0 0,2 1 1 0 0,1 0 0 0 0,19-49-1 0 0,-13 46-50 0 0,2 2 0 0 0,1 0 0 0 0,1 1 0 0 0,1 0 0 0 0,2 2 0 0 0,0 0 0 0 0,40-37 0 0 0,-26 32-42 0 0,3 1 0 0 0,0 2 0 0 0,2 2 0 0 0,72-37 0 0 0,-36 27-1414 0 0,150-47 1 0 0,80 4-6507 0 0,-150 45 287 0 0,-114 26 5128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0.5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0 129 1856 0 0,'0'-4'747'0'0,"1"0"-1"0"0,-1 0 1 0 0,1 1-1 0 0,0-1 1 0 0,0 0-1 0 0,0 1 1 0 0,0-1-1 0 0,1 0 0 0 0,-1 1 1 0 0,1 0-1 0 0,0-1 1 0 0,5-5-1 0 0,-3 4-313 0 0,0 0-1 0 0,0 1 0 0 0,1-1 0 0 0,0 1 1 0 0,0 0-1 0 0,0 1 0 0 0,10-6 1 0 0,-10 6-331 0 0,-1 1 1 0 0,1-1 0 0 0,-1 2-1 0 0,1-1 1 0 0,0 0 0 0 0,0 1 0 0 0,0 0-1 0 0,0 0 1 0 0,0 0 0 0 0,0 1 0 0 0,0-1-1 0 0,0 1 1 0 0,0 1 0 0 0,0-1 0 0 0,0 1-1 0 0,0-1 1 0 0,0 2 0 0 0,0-1 0 0 0,-1 0-1 0 0,1 1 1 0 0,0 0 0 0 0,4 3 0 0 0,1 1 12 0 0,-1 1 0 0 0,-1 1 0 0 0,1-1 0 0 0,-1 1 0 0 0,-1 1 0 0 0,0 0 0 0 0,0 0 0 0 0,0 0 0 0 0,-1 1 0 0 0,-1-1 0 0 0,1 2 0 0 0,-2-1 0 0 0,1 0 1 0 0,-2 1-1 0 0,1 0 0 0 0,-1 0 0 0 0,1 12 0 0 0,-2-3-35 0 0,0 1 1 0 0,-1 0-1 0 0,-1-1 1 0 0,-2 1 0 0 0,0 0-1 0 0,0-1 1 0 0,-2 1-1 0 0,-9 28 1 0 0,11-42-40 0 0,0 1 1 0 0,-1-1-1 0 0,1 1 1 0 0,-2-1 0 0 0,1 0-1 0 0,-1 0 1 0 0,0 0-1 0 0,0-1 1 0 0,-7 9-1 0 0,10-15-38 0 0,1 0 0 0 0,0 1 0 0 0,0-1 0 0 0,-1 0 0 0 0,1 0 0 0 0,0 0 0 0 0,0 1 1 0 0,-1-1-1 0 0,1 0 0 0 0,0 0 0 0 0,-1 0 0 0 0,1 0 0 0 0,0 0 0 0 0,-1 0 0 0 0,1 0 0 0 0,0 0 0 0 0,-1 0 0 0 0,1 0 0 0 0,0 0 0 0 0,-1 0 0 0 0,1 0 0 0 0,0 0 0 0 0,-1 0 0 0 0,1 0 0 0 0,0 0 0 0 0,-1 0 0 0 0,1 0 0 0 0,0 0 0 0 0,0-1 0 0 0,-1 1 0 0 0,1 0 0 0 0,0 0 0 0 0,-1 0 0 0 0,1-1 1 0 0,-10-13 5 0 0,0-16-81 0 0,6 7-1 0 0,2 1 1 0 0,1 0-1 0 0,1-1 1 0 0,1 1-1 0 0,0-1 1 0 0,2 1-1 0 0,1 0 1 0 0,0 0-1 0 0,2 0 1 0 0,0 1 0 0 0,2 0-1 0 0,0 0 1 0 0,1 0-1 0 0,18-27 1 0 0,-21 39 36 0 0,0 1 1 0 0,1 0-1 0 0,0 0 1 0 0,1 1 0 0 0,-1 0-1 0 0,1 0 1 0 0,1 1-1 0 0,-1 0 1 0 0,1 1-1 0 0,0-1 1 0 0,1 2-1 0 0,-1-1 1 0 0,1 1 0 0 0,0 1-1 0 0,0 0 1 0 0,0 0-1 0 0,0 1 1 0 0,0 0-1 0 0,1 1 1 0 0,-1 0 0 0 0,1 0-1 0 0,-1 1 1 0 0,0 1-1 0 0,14 2 1 0 0,-6 4-1295 0 0,-12 4-3481 0 0,-6-3-3649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0.8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138 1 1936 0 0,'3'1'792'0'0,"1"1"0"0"0,0 1 0 0 0,-1-1 1 0 0,0 0-1 0 0,1 1 0 0 0,-1 0 0 0 0,0 0 0 0 0,-1 0 0 0 0,1 0 0 0 0,4 6 0 0 0,-3-3-250 0 0,-1 0-1 0 0,1 1 1 0 0,-1 0 0 0 0,-1-1-1 0 0,4 13 1 0 0,-3-9-300 0 0,-1 0 0 0 0,-1 0 1 0 0,0 0-1 0 0,0 0 0 0 0,-1 0 0 0 0,0 0 0 0 0,-1 0 1 0 0,-3 19-1 0 0,0-13 17 0 0,-1 0 0 0 0,-1 0 0 0 0,-1-1 0 0 0,-10 20 0 0 0,13-28-199 0 0,-1 0-1 0 0,0 0 1 0 0,0 0-1 0 0,-1 0 1 0 0,1-1 0 0 0,-2 0-1 0 0,1 0 1 0 0,-1 0-1 0 0,1-1 1 0 0,-10 5 0 0 0,14-9-50 0 0,0 1 0 0 0,0-1 1 0 0,0 0-1 0 0,0 0 0 0 0,0 0 1 0 0,0 0-1 0 0,0-1 0 0 0,0 1 1 0 0,-1-1-1 0 0,1 1 0 0 0,0-1 1 0 0,-1 0-1 0 0,1 0 0 0 0,0 0 1 0 0,-1 0-1 0 0,1 0 0 0 0,0 0 1 0 0,0-1-1 0 0,-1 1 0 0 0,1-1 1 0 0,-3 0-1 0 0,3-1-7 0 0,0 1-1 0 0,0-1 1 0 0,0 0 0 0 0,0 0-1 0 0,0 0 1 0 0,0 0 0 0 0,0 0 0 0 0,0 0-1 0 0,1 0 1 0 0,-1-1 0 0 0,1 1-1 0 0,0 0 1 0 0,0-1 0 0 0,0 1-1 0 0,-1-4 1 0 0,-2-6-39 0 0,2 0-1 0 0,-1 0 1 0 0,2 0-1 0 0,-1 0 1 0 0,2 0-1 0 0,0-20 1 0 0,2 21-127 0 0,-1 0 0 0 0,2-1 0 0 0,-1 1 0 0 0,1 0 0 0 0,1 1 0 0 0,0-1 0 0 0,1 0 0 0 0,0 1 0 0 0,0 0 0 0 0,8-10 0 0 0,-9 14-294 0 0,1 0-1 0 0,0 1 1 0 0,0-1-1 0 0,1 1 0 0 0,-1 0 1 0 0,1 0-1 0 0,7-4 1 0 0,-9 7-310 0 0,1-1 1 0 0,0 1 0 0 0,0 0-1 0 0,-1 0 1 0 0,1 0 0 0 0,1 1 0 0 0,-1 0-1 0 0,0 0 1 0 0,0 0 0 0 0,10 0-1 0 0,-5 1-1343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1.2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168 3 1384 0 0,'-5'-3'6502'0'0,"-5"7"-4055"0"0,-7 7-774 0 0,7-2-1219 0 0,0 0 0 0 0,0 0 0 0 0,1 1 0 0 0,0 1 0 0 0,1-1 0 0 0,0 1 0 0 0,0 1 0 0 0,1-1 0 0 0,-9 22 0 0 0,8-14-238 0 0,1 1-1 0 0,0 0 1 0 0,2 0 0 0 0,0 1-1 0 0,-3 32 1 0 0,7-45-197 0 0,1 0 0 0 0,0 0 1 0 0,1-1-1 0 0,0 1 0 0 0,0 0 1 0 0,1 0-1 0 0,4 11 0 0 0,-6-17-28 0 0,1-1 0 0 0,-1 0 0 0 0,1 1 0 0 0,-1-1 0 0 0,1 1 0 0 0,-1-1 0 0 0,1 0 0 0 0,0 0 0 0 0,0 1 0 0 0,0-1 0 0 0,0 0 0 0 0,0 0 0 0 0,0 0 0 0 0,0 0 0 0 0,0 0 0 0 0,0 0 0 0 0,0 0 0 0 0,1 0 0 0 0,-1 0 0 0 0,0-1 0 0 0,1 1 0 0 0,-1 0 0 0 0,0-1 0 0 0,1 0 0 0 0,-1 1 0 0 0,1-1 0 0 0,-1 0 0 0 0,1 1 0 0 0,-1-1 0 0 0,1 0 0 0 0,-1 0 0 0 0,1 0 0 0 0,-1 0 0 0 0,1 0 0 0 0,-1-1 0 0 0,1 1 0 0 0,-1 0-1 0 0,1-1 1 0 0,-1 1 0 0 0,0-1 0 0 0,1 0 0 0 0,-1 1 0 0 0,0-1 0 0 0,1 0 0 0 0,-1 0 0 0 0,2-1 0 0 0,6-5-150 0 0,0 0-1 0 0,-1-1 1 0 0,0 1 0 0 0,0-2-1 0 0,0 1 1 0 0,-1-1-1 0 0,-1-1 1 0 0,0 1 0 0 0,0-1-1 0 0,0 0 1 0 0,-1 0-1 0 0,-1-1 1 0 0,0 1-1 0 0,3-12 1 0 0,0-5-68 0 0,-1 1 1 0 0,-2-1-1 0 0,0 0 1 0 0,0-47-1 0 0,-4 73 276 0 0,-1 6 11 0 0,0 0 0 0 0,0 0 1 0 0,1 0-1 0 0,-1 0 0 0 0,2 9 0 0 0,-1-11-34 0 0,0 15-103 0 0,1 1 0 0 0,0 0 1 0 0,2 0-1 0 0,0 0 0 0 0,11 34 0 0 0,-10-44-450 0 0,-1-1 0 0 0,2 1 0 0 0,-1 0 1 0 0,1-1-1 0 0,10 13 0 0 0,-10-16-479 0 0,0 1 0 0 0,0-1 0 0 0,1 0 0 0 0,0 0 0 0 0,0 0 0 0 0,0-1 0 0 0,14 7 0 0 0,-5-4-1110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1.5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103 22 816 0 0,'-1'-22'10907'0'0,"2"36"-9783"0"0,21 89 1926 0 0,-2-16-1613 0 0,-15-62-1181 0 0,-1 1 0 0 0,-2-1 0 0 0,0 1-1 0 0,-1 0 1 0 0,-2-1 0 0 0,-1 1 0 0 0,0 0 0 0 0,-10 36-1 0 0,3-32-132 0 0,4-8-18 0 0,-17 38 0 0 0,20-55-98 0 0,-1 0-1 0 0,1 0 1 0 0,-1 0 0 0 0,0 0-1 0 0,-1-1 1 0 0,1 0 0 0 0,-1 1-1 0 0,0-1 1 0 0,0 0 0 0 0,0-1-1 0 0,0 1 1 0 0,-9 4 0 0 0,13-7-12 0 0,-1-1 1 0 0,0 1 0 0 0,0-1-1 0 0,0 1 1 0 0,0-1 0 0 0,0 1-1 0 0,0-1 1 0 0,0 0 0 0 0,0 0-1 0 0,0 0 1 0 0,0 0-1 0 0,0 1 1 0 0,0-1 0 0 0,0-1-1 0 0,0 1 1 0 0,0 0 0 0 0,0 0-1 0 0,0 0 1 0 0,0 0 0 0 0,0-1-1 0 0,0 1 1 0 0,0 0-1 0 0,0-1 1 0 0,0 1 0 0 0,0-1-1 0 0,-1 0 1 0 0,0-1-9 0 0,0 0 0 0 0,0 0 1 0 0,1 0-1 0 0,-1 0 0 0 0,1 0 0 0 0,0-1 1 0 0,-1 1-1 0 0,1 0 0 0 0,0-1 0 0 0,-1-3 0 0 0,0-3-31 0 0,0 1-1 0 0,0-1 1 0 0,1 1-1 0 0,0-1 0 0 0,0-15 1 0 0,3 4-54 0 0,0-1 0 0 0,2 1 1 0 0,0 0-1 0 0,2 0 0 0 0,7-20 0 0 0,-10 33-59 0 0,-1 0 0 0 0,1 1 0 0 0,1-1-1 0 0,-1 1 1 0 0,1 0 0 0 0,0 0-1 0 0,1 0 1 0 0,-1 0 0 0 0,1 1-1 0 0,0 0 1 0 0,1 0 0 0 0,-1 0 0 0 0,1 1-1 0 0,0-1 1 0 0,0 1 0 0 0,0 1-1 0 0,12-6 1 0 0,-11 8-162 0 0,-1 0 1 0 0,1 0-1 0 0,0 0 0 0 0,0 1 0 0 0,-1 0 1 0 0,1 1-1 0 0,0-1 0 0 0,-1 1 0 0 0,1 1 0 0 0,0-1 1 0 0,-1 1-1 0 0,1 0 0 0 0,6 3 0 0 0,8 4-2343 0 0,0 1-1 0 0,28 18 1 0 0,-36-20 784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1.9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158 46 1860 0 0,'-14'-23'7063'0'0,"0"8"-3477"0"0,12 13-3428 0 0,0 1 0 0 0,0 0 0 0 0,-1 1 1 0 0,1-1-1 0 0,0 0 0 0 0,-1 1 0 0 0,1-1 0 0 0,-1 1 0 0 0,1 0 0 0 0,-1 0 0 0 0,1 0 1 0 0,-1 0-1 0 0,1 0 0 0 0,0 0 0 0 0,-1 1 0 0 0,1-1 0 0 0,-5 2 0 0 0,2 0-79 0 0,-1-1 0 0 0,1 1-1 0 0,0 0 1 0 0,-1 1 0 0 0,1-1-1 0 0,0 1 1 0 0,1 0-1 0 0,-1 1 1 0 0,0-1 0 0 0,1 1-1 0 0,0 0 1 0 0,0 0 0 0 0,0 0-1 0 0,0 0 1 0 0,0 1 0 0 0,-3 6-1 0 0,7-10-79 0 0,0-1-1 0 0,0 1 1 0 0,0 0 0 0 0,0-1-1 0 0,0 1 1 0 0,0 0 0 0 0,0 0-1 0 0,0-1 1 0 0,0 1-1 0 0,0 0 1 0 0,0-1 0 0 0,1 1-1 0 0,-1 0 1 0 0,0 0-1 0 0,0-1 1 0 0,1 1 0 0 0,-1-1-1 0 0,0 1 1 0 0,1 0 0 0 0,-1-1-1 0 0,1 1 1 0 0,-1-1-1 0 0,1 1 1 0 0,-1-1 0 0 0,1 1-1 0 0,-1-1 1 0 0,1 1-1 0 0,0-1 1 0 0,-1 1 0 0 0,1-1-1 0 0,-1 0 1 0 0,1 1 0 0 0,0-1-1 0 0,1 0 1 0 0,32 15-21 0 0,-23-11 22 0 0,-6-2 29 0 0,0 1-1 0 0,0-1 0 0 0,0 1 1 0 0,-1 0-1 0 0,1 0 0 0 0,-1 0 1 0 0,1 1-1 0 0,-1 0 0 0 0,0-1 1 0 0,-1 2-1 0 0,1-1 0 0 0,0 0 1 0 0,-1 1-1 0 0,0-1 0 0 0,0 1 1 0 0,-1 0-1 0 0,1 0 0 0 0,-1 0 1 0 0,0 0-1 0 0,-1 1 0 0 0,1-1 1 0 0,-1 0-1 0 0,0 1 0 0 0,0-1 1 0 0,0 1-1 0 0,-1-1 0 0 0,0 1 1 0 0,0 0-1 0 0,-1-1 1 0 0,1 1-1 0 0,-1-1 0 0 0,0 1 1 0 0,-1-1-1 0 0,1 0 0 0 0,-1 1 1 0 0,0-1-1 0 0,-1 0 0 0 0,-3 6 1 0 0,0 0-119 0 0,-1 0 0 0 0,0-1 1 0 0,-15 17-1 0 0,19-23-348 0 0,-1 0 0 0 0,0 0 0 0 0,-1-1 0 0 0,1 0 0 0 0,-1 0 0 0 0,-8 5 0 0 0,13-8 151 0 0,-1 0 0 0 0,1 0 0 0 0,-1 0 0 0 0,1 0 0 0 0,-1 0 0 0 0,1 0 0 0 0,-1 0 0 0 0,1 0 0 0 0,-1 0-1 0 0,1 0 1 0 0,-1 0 0 0 0,1 0 0 0 0,-1 0 0 0 0,1-1 0 0 0,-1 1 0 0 0,1 0 0 0 0,-1 0 0 0 0,1 0 0 0 0,-1-1 0 0 0,1 1 0 0 0,0 0 0 0 0,-1-1-1 0 0,1 1 1 0 0,-1 0 0 0 0,1-1 0 0 0,0 1 0 0 0,-1 0 0 0 0,1-1 0 0 0,0 1 0 0 0,0-1 0 0 0,-1 1 0 0 0,1-1 0 0 0,0 1 0 0 0,0-1-1 0 0,0 1 1 0 0,-1-1 0 0 0,1 1 0 0 0,0 0 0 0 0,0-2 0 0 0,0 1-245 0 0,-3-5-1708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2.2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0 281 544 0 0,'37'4'7703'0'0,"-5"8"-3671"0"0,-29-10-3798 0 0,1 0 0 0 0,-1 1 0 0 0,0-1 0 0 0,0 1 1 0 0,0 0-1 0 0,-1-1 0 0 0,1 1 0 0 0,-1 0 0 0 0,0 1 0 0 0,1-1 0 0 0,-2 0 0 0 0,1 1 0 0 0,0-1 1 0 0,0 1-1 0 0,-1 0 0 0 0,2 7 0 0 0,-1-2 42 0 0,0 1 0 0 0,-1-1 0 0 0,0 1 0 0 0,-1 0 0 0 0,0 0 0 0 0,0-1 0 0 0,-1 1 0 0 0,-4 16 0 0 0,3-18-747 0 0,0-1 0 0 0,0 0 0 0 0,-1 0 0 0 0,0 0 0 0 0,-1 0 0 0 0,1-1 0 0 0,-6 8 0 0 0,8-13 234 0 0,1-1 0 0 0,0 1-1 0 0,0-1 1 0 0,-1 0 0 0 0,1 1 0 0 0,0-1-1 0 0,-1 1 1 0 0,1-1 0 0 0,-1 0-1 0 0,1 1 1 0 0,0-1 0 0 0,-1 0 0 0 0,1 1-1 0 0,-1-1 1 0 0,1 0 0 0 0,-1 0-1 0 0,1 0 1 0 0,-1 1 0 0 0,1-1-1 0 0,-1 0 1 0 0,1 0 0 0 0,-1 0 0 0 0,1 0-1 0 0,-1 0 1 0 0,1 0 0 0 0,-1 0-1 0 0,1 0 1 0 0,-1 0 0 0 0,1 0-1 0 0,-1 0 1 0 0,1 0 0 0 0,-1 0 0 0 0,1-1-1 0 0,-1 1 1 0 0,1 0 0 0 0,-1 0-1 0 0,1 0 1 0 0,-1-1 0 0 0,1 1 0 0 0,-1 0-1 0 0,1-1 1 0 0,0 1 0 0 0,-1 0-1 0 0,0-1 1 0 0,-2-4-2096 0 0</inkml:trace>
  <inkml:trace contextRef="#ctx0" brushRef="#br0" timeOffset="1">75 7 48 0 0,'0'-7'9511'0'0,"1"15"-6909"0"0,6 24-2797 0 0,10-5-1829 0 0,-14-25 1058 0 0,-1 1 1 0 0,1-1-1 0 0,-1 0 0 0 0,1 0 1 0 0,0 0-1 0 0,0 0 0 0 0,4 2 1 0 0,-4-2-1096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2.8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1308 0 0,'0'0'9578'0'0,"1"4"-6215"0"0,3 15-1743 0 0,38 63 1581 0 0,-15-30-1796 0 0,25 68 1 0 0,-46-102-1348 0 0,0 0 0 0 0,-2 0 1 0 0,0 0-1 0 0,-1 1 0 0 0,0 0 0 0 0,-2-1 0 0 0,-1 39 1 0 0,-1-51-152 0 0,0 0-1 0 0,0 0 1 0 0,-1-1 0 0 0,0 1 0 0 0,0 0 0 0 0,0-1 0 0 0,-1 1 0 0 0,1-1 0 0 0,-1 0 0 0 0,0 0-1 0 0,-5 5 1 0 0,8-9 41 0 0,-1 0 0 0 0,0 0 0 0 0,0 0 0 0 0,0 0 0 0 0,0 0 0 0 0,-1 0-1 0 0,1 0 1 0 0,0 0 0 0 0,0-1 0 0 0,0 1 0 0 0,-1-1 0 0 0,1 1 0 0 0,0-1 0 0 0,-1 1-1 0 0,1-1 1 0 0,0 0 0 0 0,-1 1 0 0 0,1-1 0 0 0,-1 0 0 0 0,-1 0 0 0 0,1-1-1 0 0,0 1 0 0 0,0-1 0 0 0,0 0 1 0 0,0 0-1 0 0,0 0 0 0 0,0 0 0 0 0,1 0 0 0 0,-1-1 1 0 0,0 1-1 0 0,1 0 0 0 0,-1-1 0 0 0,1 1 0 0 0,-1-1 1 0 0,1 0-1 0 0,0 1 0 0 0,-1-1 0 0 0,-1-4 0 0 0,0 1 2 0 0,0-1 0 0 0,0-1-1 0 0,1 1 1 0 0,0 0 0 0 0,0-1-1 0 0,0 1 1 0 0,1-1 0 0 0,0 0-1 0 0,0 1 1 0 0,1-1 0 0 0,0 0-1 0 0,0 1 1 0 0,0-1 0 0 0,1 0-1 0 0,0 1 1 0 0,0-1 0 0 0,4-8-1 0 0,-4 9 33 0 0,1 0 0 0 0,0 1 1 0 0,1-1-1 0 0,-1 1 0 0 0,1 0 0 0 0,0 0 0 0 0,0 0 0 0 0,1 0 0 0 0,-1 0 1 0 0,1 1-1 0 0,0-1 0 0 0,1 1 0 0 0,-1 0 0 0 0,1 1 0 0 0,0-1 0 0 0,-1 1 1 0 0,2 0-1 0 0,-1 0 0 0 0,9-4 0 0 0,24-3 95 0 0,0 1 0 0 0,39-4 0 0 0,46-11 222 0 0,-76 7-163 0 0,-44 16-113 0 0,-1 0-1 0 0,1-1 1 0 0,-1 1 0 0 0,1 0-1 0 0,-1-1 1 0 0,0 0 0 0 0,0 1-1 0 0,0-1 1 0 0,0 0 0 0 0,0 0 0 0 0,0 0-1 0 0,-1-1 1 0 0,1 1 0 0 0,0 0-1 0 0,1-5 1 0 0,-2 6-11 0 0,-1 0 1 0 0,0 0-1 0 0,0 0 0 0 0,1 0 0 0 0,-1 0 1 0 0,0 1-1 0 0,0-1 0 0 0,0 0 0 0 0,0 0 1 0 0,0 0-1 0 0,0 0 0 0 0,-1 0 0 0 0,1 0 1 0 0,0 1-1 0 0,0-1 0 0 0,-1 0 0 0 0,1 0 1 0 0,0 0-1 0 0,-1 0 0 0 0,1 1 0 0 0,-1-1 1 0 0,1 0-1 0 0,-1 0 0 0 0,1 1 0 0 0,-2-2 1 0 0,0 1-2 0 0,1 0 0 0 0,-1 0 1 0 0,0 0-1 0 0,0 0 0 0 0,0 0 1 0 0,0 0-1 0 0,0 1 0 0 0,0-1 1 0 0,0 1-1 0 0,-4-1 0 0 0,-5 0 5 0 0,-1 0-1 0 0,1 2 1 0 0,-14 1-1 0 0,19-2 9 0 0,-6 1 33 0 0,0 1 1 0 0,-1 1 0 0 0,1 0 0 0 0,0 0-1 0 0,0 1 1 0 0,1 1 0 0 0,-22 11-1 0 0,27-13-3 0 0,0 1-1 0 0,0 0 1 0 0,1 0-1 0 0,-1 1 1 0 0,1 0 0 0 0,0 0-1 0 0,0 0 1 0 0,0 0-1 0 0,1 1 1 0 0,0 0-1 0 0,0 0 1 0 0,0 0-1 0 0,1 0 1 0 0,0 0-1 0 0,-3 9 1 0 0,4-9-45 0 0,1 0 0 0 0,-1 0 1 0 0,1 0-1 0 0,1 0 0 0 0,-1 0 0 0 0,1 0 1 0 0,0 0-1 0 0,0 0 0 0 0,0 0 0 0 0,1 0 1 0 0,0 0-1 0 0,1 0 0 0 0,-1 0 0 0 0,1 0 1 0 0,5 11-1 0 0,-5-13-167 0 0,1 1 0 0 0,0-1 0 0 0,0 0 0 0 0,1 0 0 0 0,-1 0 0 0 0,1-1 0 0 0,0 1 0 0 0,0-1 0 0 0,0 1-1 0 0,1-1 1 0 0,-1-1 0 0 0,1 1 0 0 0,-1-1 0 0 0,1 0 0 0 0,0 0 0 0 0,0 0 0 0 0,0 0 0 0 0,0-1 0 0 0,6 1 0 0 0,2 0-783 0 0,1 0-1 0 0,0-1 1 0 0,0-1 0 0 0,0-1 0 0 0,20-2 0 0 0,-3-2-3672 0 0,40-12 0 0 0,-48 8 2256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3.1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86 548 0 0,'6'-37'10515'0'0,"-3"30"-9317"0"0,0 0 1 0 0,1 0 0 0 0,-1 0-1 0 0,1 0 1 0 0,6-6-1 0 0,-7 13 2483 0 0,-1 7-1329 0 0,1 21-476 0 0,-3 34-1366 0 0,-6 41-2279 0 0,5-35-6816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3.5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35 1360 0 0,'-8'-34'9793'0'0,"8"33"-9132"0"0,29 10-7943 0 0,-24-6 5278 0 0,2 1-52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3.8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186 13 1132 0 0,'12'-9'9396'0'0,"-18"5"-4068"0"0,-23 6-3414 0 0,10 5-1874 0 0,1 1 1 0 0,0 0-1 0 0,0 2 1 0 0,1 0-1 0 0,0 1 1 0 0,1 1-1 0 0,-23 21 1 0 0,38-33-73 0 0,2 0 29 0 0,21 0-89 0 0,0 1 0 0 0,38 6 0 0 0,-54-6 126 0 0,1 0 1 0 0,-1 1-1 0 0,0 0 1 0 0,0 1-1 0 0,0-1 1 0 0,0 1-1 0 0,-1 0 1 0 0,1 0-1 0 0,-1 1 0 0 0,0 0 1 0 0,0 0-1 0 0,0 0 1 0 0,0 0-1 0 0,4 7 1 0 0,-7-9 14 0 0,0 0 0 0 0,-1 0-1 0 0,1 1 1 0 0,-1-1 0 0 0,0 1 0 0 0,1-1 0 0 0,-1 1 0 0 0,0-1 0 0 0,-1 1 0 0 0,1 0 0 0 0,0-1 0 0 0,-1 1 0 0 0,0 0 0 0 0,1 0 0 0 0,-1-1 0 0 0,0 1 0 0 0,-1 0 0 0 0,0 5-1 0 0,0-3 28 0 0,-1-1 0 0 0,1 1 0 0 0,-1 0 0 0 0,0-1 0 0 0,-1 0-1 0 0,1 1 1 0 0,-1-1 0 0 0,0 0 0 0 0,-6 7 0 0 0,0-2-60 0 0,0-1 0 0 0,0 0 0 0 0,-1 0-1 0 0,0-1 1 0 0,0 0 0 0 0,-1-1 0 0 0,-20 9 0 0 0,28-14-171 0 0,1 0-1 0 0,0 0 1 0 0,-1 0 0 0 0,0 0-1 0 0,1-1 1 0 0,-1 0-1 0 0,1 1 1 0 0,-1-1 0 0 0,0 0-1 0 0,1 0 1 0 0,-1 0-1 0 0,0-1 1 0 0,1 1 0 0 0,-1 0-1 0 0,1-1 1 0 0,-6-1 0 0 0,7 1-236 0 0,0 0 1 0 0,0 0-1 0 0,-1 0 1 0 0,1 0-1 0 0,0 1 1 0 0,0-2-1 0 0,0 1 1 0 0,0 0 0 0 0,0 0-1 0 0,0 0 1 0 0,0 0-1 0 0,-1-2 1 0 0,1 0-547 0 0,0 1-1 0 0,1 0 1 0 0,-1 0 0 0 0,0-1-1 0 0,1 1 1 0 0,-1 0 0 0 0,1-1 0 0 0,0 1-1 0 0,0-3 1 0 0,0-4-1568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4.2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59 9 452 0 0,'0'-1'405'0'0,"0"1"0"0"0,-1-1 1 0 0,1 0-1 0 0,-1 1 0 0 0,1-1 0 0 0,-1 1 1 0 0,1 0-1 0 0,-1-1 0 0 0,1 1 0 0 0,-1-1 0 0 0,1 1 1 0 0,-1 0-1 0 0,0-1 0 0 0,1 1 0 0 0,-1 0 1 0 0,0 0-1 0 0,1-1 0 0 0,-1 1 0 0 0,0 0 1 0 0,1 0-1 0 0,-1 0 0 0 0,0 0 0 0 0,1 0 0 0 0,-1 0 1 0 0,0 0-1 0 0,1 0 0 0 0,-1 0 0 0 0,0 0 1 0 0,1 1-1 0 0,-2-1 0 0 0,-9 20 5334 0 0,8-10-6072 0 0,-4 10 633 0 0,2 0 0 0 0,1 0 0 0 0,0 0-1 0 0,1 1 1 0 0,2-1 0 0 0,0 1 0 0 0,1 0-1 0 0,1-1 1 0 0,0 1 0 0 0,2-1 0 0 0,7 28-1 0 0,-9-43-295 0 0,1 1 0 0 0,0 0 0 0 0,0-1 0 0 0,0 1 0 0 0,0-1-1 0 0,1 0 1 0 0,0 0 0 0 0,0 0 0 0 0,0 0 0 0 0,1 0 0 0 0,0-1-1 0 0,0 1 1 0 0,0-1 0 0 0,6 5 0 0 0,-7-7-19 0 0,0 0 0 0 0,1-1 1 0 0,-1 1-1 0 0,0-1 0 0 0,0 0 0 0 0,1 1 0 0 0,-1-2 1 0 0,1 1-1 0 0,-1 0 0 0 0,1-1 0 0 0,-1 1 1 0 0,1-1-1 0 0,-1 0 0 0 0,1 0 0 0 0,0-1 0 0 0,-1 1 1 0 0,1-1-1 0 0,-1 1 0 0 0,0-1 0 0 0,1 0 0 0 0,-1-1 1 0 0,0 1-1 0 0,1 0 0 0 0,4-4 0 0 0,4-2-148 0 0,-1 0-1 0 0,0-1 0 0 0,0 0 0 0 0,-1-1 0 0 0,0 0 1 0 0,-1-1-1 0 0,0 0 0 0 0,0 0 0 0 0,-1-1 0 0 0,-1 0 1 0 0,1-1-1 0 0,-2 0 0 0 0,10-22 0 0 0,-8 12-804 0 0,0-1 0 0 0,-2 0 1 0 0,-1 0-1 0 0,0 0 0 0 0,-2-1 0 0 0,0-46 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4.6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225 0 352 0 0,'-2'0'9851'0'0,"-5"2"-5019"0"0,-41 12-3452 0 0,24-3-975 0 0,0 2-1 0 0,1 0 0 0 0,1 1 0 0 0,0 1 0 0 0,-30 28 0 0 0,64-41-506 0 0,1 0 1 0 0,-1 1-1 0 0,1 0 0 0 0,-1 1 1 0 0,23 10-1 0 0,-31-12 120 0 0,0 0-1 0 0,-1 0 0 0 0,1 0 0 0 0,-1 0 1 0 0,0 1-1 0 0,0-1 0 0 0,0 1 1 0 0,0 0-1 0 0,0 0 0 0 0,0 0 0 0 0,-1 0 1 0 0,1 0-1 0 0,-1 0 0 0 0,0 1 1 0 0,0 0-1 0 0,0-1 0 0 0,-1 1 0 0 0,1 0 1 0 0,-1 0-1 0 0,0 0 0 0 0,0-1 0 0 0,0 1 1 0 0,0 0-1 0 0,-1 6 0 0 0,0-4-302 0 0,-1 0-1 0 0,0-1 1 0 0,0 1-1 0 0,0-1 1 0 0,-1 1-1 0 0,0-1 0 0 0,0 0 1 0 0,0 1-1 0 0,-1-1 1 0 0,0 0-1 0 0,0-1 1 0 0,0 1-1 0 0,0 0 1 0 0,-1-1-1 0 0,0 0 0 0 0,-7 7 1 0 0,-20 14-10016 0 0,26-22 8054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4.9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0 195 1424 0 0,'60'-29'9493'0'0,"35"-2"-5124"0"0,3-2-2651 0 0,-73 23-1279 0 0,40-24 0 0 0,-65 33-434 0 0,1 1 0 0 0,-1-1 0 0 0,1 1-1 0 0,-1-1 1 0 0,0 1 0 0 0,1-1 0 0 0,-1 1-1 0 0,0-1 1 0 0,1 0 0 0 0,-1 1 0 0 0,0-1 0 0 0,0 1-1 0 0,0-1 1 0 0,1 0 0 0 0,-1 1 0 0 0,0-1-1 0 0,0 0 1 0 0,0 1 0 0 0,0-1 0 0 0,0 0-1 0 0,0 1 1 0 0,0-1 0 0 0,-1 1 0 0 0,1-1-1 0 0,0 0 1 0 0,0 1 0 0 0,0-1 0 0 0,-1 0 0 0 0,1 1-1 0 0,0-1 1 0 0,-1 1 0 0 0,1-1 0 0 0,0 1-1 0 0,-1-1 1 0 0,1 1 0 0 0,-1-1 0 0 0,1 1-1 0 0,-1-1 1 0 0,1 1 0 0 0,-2-1 0 0 0,-20-17-151 0 0,8 14 68 0 0,1 1 0 0 0,0 0 0 0 0,-1 1 0 0 0,0 0 0 0 0,1 1 0 0 0,-1 1 0 0 0,0 0 0 0 0,1 1 0 0 0,-22 4 0 0 0,27-4 107 0 0,-1 2 0 0 0,1-1 0 0 0,0 1 0 0 0,0 1 0 0 0,0 0 0 0 0,0 0 0 0 0,1 0 0 0 0,0 1 0 0 0,-1 0 0 0 0,2 0 0 0 0,-1 1 0 0 0,0 0 0 0 0,1 0 0 0 0,1 1 1 0 0,-1-1-1 0 0,-4 9 0 0 0,7-11-42 0 0,0 0 0 0 0,1 0 0 0 0,-1 0 0 0 0,1 1 0 0 0,0-1 0 0 0,1 1 0 0 0,-1 0 0 0 0,1 0 0 0 0,0-1 0 0 0,0 1 0 0 0,1 0 0 0 0,-1 0 0 0 0,1 0 0 0 0,0 0 1 0 0,0 0-1 0 0,1 0 0 0 0,-1 0 0 0 0,1-1 0 0 0,0 1 0 0 0,0 0 0 0 0,1 0 0 0 0,0-1 0 0 0,0 1 0 0 0,0-1 0 0 0,0 1 0 0 0,0-1 0 0 0,1 0 0 0 0,0 0 0 0 0,0 0 0 0 0,0 0 0 0 0,0-1 1 0 0,1 1-1 0 0,0-1 0 0 0,-1 0 0 0 0,1 0 0 0 0,0 0 0 0 0,0 0 0 0 0,9 4 0 0 0,-6-4-393 0 0,1-1 0 0 0,-1 1 0 0 0,1-1 1 0 0,0 0-1 0 0,-1-1 0 0 0,1 1 0 0 0,0-2 0 0 0,0 1 1 0 0,14-2-1 0 0,-5-1-1799 0 0,0-1-1 0 0,0 0 1 0 0,22-9 0 0 0,-21 7-57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5.3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111 17 1748 0 0,'0'0'444'0'0,"0"-1"0"0"0,-1 1 0 0 0,1-1-1 0 0,0 0 1 0 0,0 1 0 0 0,0-1 0 0 0,0 1 0 0 0,0-1-1 0 0,0 0 1 0 0,0 1 0 0 0,0-1 0 0 0,0 1 0 0 0,0-1-1 0 0,0 1 1 0 0,0-1 0 0 0,0 0 0 0 0,0 1 0 0 0,0-1 0 0 0,1 1-1 0 0,-1-1 1 0 0,0 1 0 0 0,0-1 0 0 0,1 1 0 0 0,-1-1-1 0 0,0 1 1 0 0,1-1 0 0 0,-1 1 0 0 0,1-1 0 0 0,9 19 5945 0 0,-5-8-7227 0 0,8 19 1253 0 0,-2 0 0 0 0,0 1 1 0 0,-2 0-1 0 0,-1 0 0 0 0,-2 1 1 0 0,-1 0-1 0 0,-1 0 0 0 0,-2 0 1 0 0,-2 47-1 0 0,-1-68-386 0 0,0-1 0 0 0,-1 0 0 0 0,-1 0 0 0 0,0 0 0 0 0,0 0 0 0 0,0-1 0 0 0,-1 1 0 0 0,0-1 0 0 0,-1 0 0 0 0,0 0 0 0 0,-9 11 0 0 0,9-13-84 0 0,0-1-1 0 0,0 0 1 0 0,0 1-1 0 0,-1-2 1 0 0,1 1-1 0 0,-1-1 1 0 0,0 1-1 0 0,-1-2 1 0 0,1 1-1 0 0,-1-1 0 0 0,0 0 1 0 0,1 0-1 0 0,-1-1 1 0 0,-1 0-1 0 0,-7 2 1 0 0,13-4 26 0 0,1 1 0 0 0,-1-1 1 0 0,1 0-1 0 0,-1 0 0 0 0,1 0 1 0 0,-1 0-1 0 0,0 0 0 0 0,1 0 0 0 0,-1 0 1 0 0,1-1-1 0 0,-1 1 0 0 0,1 0 1 0 0,0-1-1 0 0,-1 1 0 0 0,1-1 0 0 0,-1 1 1 0 0,1-1-1 0 0,0 0 0 0 0,-1 0 1 0 0,1 0-1 0 0,0 0 0 0 0,0 0 0 0 0,0 0 1 0 0,-2-2-1 0 0,2 1-3 0 0,0 0 0 0 0,0 0 1 0 0,0-1-1 0 0,0 1 0 0 0,1 0 0 0 0,-1 0 1 0 0,1-1-1 0 0,0 1 0 0 0,0 0 1 0 0,0-1-1 0 0,0 1 0 0 0,0 0 0 0 0,0-1 1 0 0,1-3-1 0 0,1-2-19 0 0,0 0-1 0 0,1 1 1 0 0,-1-1 0 0 0,1 0-1 0 0,1 1 1 0 0,0-1 0 0 0,0 1 0 0 0,7-9-1 0 0,1 2-211 0 0,1 1-1 0 0,1 0 0 0 0,20-15 0 0 0,-27 23-198 0 0,1 0 0 0 0,-1 0 0 0 0,1 1 0 0 0,0 0 0 0 0,0 1 0 0 0,0 0 0 0 0,0 0 0 0 0,1 0 0 0 0,11-1 0 0 0,-16 4-220 0 0,0 1-1 0 0,-1-1 1 0 0,1 1-1 0 0,0 0 1 0 0,-1 0-1 0 0,1 1 0 0 0,-1-1 1 0 0,0 0-1 0 0,1 1 1 0 0,-1 0-1 0 0,0 0 1 0 0,0 0-1 0 0,0 0 1 0 0,0 1-1 0 0,-1-1 1 0 0,5 5-1 0 0,3 2-1782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5.8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239 60 236 0 0,'0'0'304'0'0,"0"-1"-1"0"0,0 1 1 0 0,0-1-1 0 0,0 1 1 0 0,0-1-1 0 0,0 1 1 0 0,0-1-1 0 0,-1 1 1 0 0,1-1-1 0 0,0 1 1 0 0,0-1 0 0 0,-1 1-1 0 0,1 0 1 0 0,0-1-1 0 0,0 1 1 0 0,-1-1-1 0 0,1 1 1 0 0,0 0-1 0 0,-1-1 1 0 0,1 1-1 0 0,-1 0 1 0 0,1 0 0 0 0,-1-1-1 0 0,1 1 1 0 0,0 0-1 0 0,-1-1 1 0 0,-18-2 2755 0 0,-20 6-1349 0 0,37-3-1277 0 0,-6 2-104 0 0,-1 0 0 0 0,1 0 0 0 0,0 1 0 0 0,0 1-1 0 0,0-1 1 0 0,1 1 0 0 0,-1 0 0 0 0,1 1 0 0 0,0 0 0 0 0,0 0 0 0 0,-7 7 0 0 0,6-5-172 0 0,1 0-1 0 0,0 1 1 0 0,1-1 0 0 0,-1 1 0 0 0,1 0 0 0 0,1 1 0 0 0,0-1-1 0 0,0 1 1 0 0,-4 12 0 0 0,7-17-166 0 0,1 0 0 0 0,0 0 1 0 0,0 0-1 0 0,0-1 0 0 0,0 1 0 0 0,1 0 0 0 0,-1 0 0 0 0,1 0 0 0 0,0 0 1 0 0,1 0-1 0 0,-1 0 0 0 0,0 0 0 0 0,1 0 0 0 0,0 0 0 0 0,0 0 1 0 0,0 0-1 0 0,1-1 0 0 0,-1 1 0 0 0,1 0 0 0 0,3 4 0 0 0,-3-6-35 0 0,1 1-1 0 0,0 0 1 0 0,0-1-1 0 0,-1 0 1 0 0,2 1 0 0 0,-1-1-1 0 0,0-1 1 0 0,0 1-1 0 0,1 0 1 0 0,-1-1-1 0 0,1 1 1 0 0,-1-1-1 0 0,1 0 1 0 0,-1 0-1 0 0,1-1 1 0 0,0 1-1 0 0,0-1 1 0 0,-1 0-1 0 0,1 0 1 0 0,0 0-1 0 0,6-1 1 0 0,0 0-95 0 0,0-1 0 0 0,0 1-1 0 0,0-2 1 0 0,0 1 0 0 0,-1-2 0 0 0,1 1-1 0 0,-1-1 1 0 0,0-1 0 0 0,0 1 0 0 0,15-12 0 0 0,-19 13 89 0 0,-1-1 1 0 0,1 0-1 0 0,-1-1 1 0 0,0 1 0 0 0,0 0-1 0 0,-1-1 1 0 0,1 0 0 0 0,-1 0-1 0 0,0 0 1 0 0,-1-1-1 0 0,1 1 1 0 0,-1 0 0 0 0,0-1-1 0 0,0 0 1 0 0,0 1 0 0 0,-1-1-1 0 0,0 0 1 0 0,0 0-1 0 0,-1-9 1 0 0,1 0 141 0 0,-1 0 0 0 0,0 1 0 0 0,-2-1 0 0 0,1 0 0 0 0,-2 1 0 0 0,0-1 0 0 0,-1 1 0 0 0,-6-17 0 0 0,9 31-76 0 0,1-1 0 0 0,0 1 0 0 0,0 0 0 0 0,0 0-1 0 0,0 0 1 0 0,-1-1 0 0 0,1 1 0 0 0,0 0 0 0 0,0 0 0 0 0,-1 0 0 0 0,1 0-1 0 0,0 0 1 0 0,0 0 0 0 0,-1-1 0 0 0,1 1 0 0 0,0 0 0 0 0,0 0 0 0 0,-1 0-1 0 0,1 0 1 0 0,0 0 0 0 0,-1 0 0 0 0,1 0 0 0 0,0 0 0 0 0,0 0 0 0 0,-1 0-1 0 0,1 0 1 0 0,0 1 0 0 0,0-1 0 0 0,-1 0 0 0 0,1 0 0 0 0,0 0 0 0 0,0 0-1 0 0,-1 0 1 0 0,1 0 0 0 0,0 1 0 0 0,0-1 0 0 0,-1 0 0 0 0,1 0 0 0 0,0 0-1 0 0,0 0 1 0 0,0 1 0 0 0,0-1 0 0 0,-1 0 0 0 0,1 0 0 0 0,0 1 0 0 0,0-1-1 0 0,0 0 1 0 0,0 0 0 0 0,0 1 0 0 0,0-1 0 0 0,-1 1 0 0 0,-5 11 313 0 0,4-5-386 0 0,1 0 0 0 0,0 0 1 0 0,1 0-1 0 0,-1 0 0 0 0,2 0 1 0 0,-1 0-1 0 0,1 0 0 0 0,0 0 1 0 0,0 0-1 0 0,1 0 0 0 0,0 0 1 0 0,0 0-1 0 0,0-1 0 0 0,1 1 1 0 0,0-1-1 0 0,0 0 0 0 0,1 1 1 0 0,0-2-1 0 0,0 1 0 0 0,0 0 0 0 0,1-1 1 0 0,0 0-1 0 0,0 0 0 0 0,0 0 1 0 0,1-1-1 0 0,-1 1 0 0 0,8 3 1 0 0,1 0-1171 0 0,0 0 0 0 0,22 9 1 0 0,-24-12-700 0 0,0-1 0 0 0,1 0 0 0 0,18 2 1 0 0,-15-5-373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6.2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236 42 1960 0 0,'0'-2'442'0'0,"0"0"0"0"0,0 1 0 0 0,0-1 0 0 0,0 1 0 0 0,-1-1 0 0 0,1 1 0 0 0,0-1 0 0 0,-1 0 1 0 0,1 1-1 0 0,-1-1 0 0 0,1 1 0 0 0,-1-1 0 0 0,0 1 0 0 0,1 0 0 0 0,-1-1 0 0 0,0 1 0 0 0,0 0 0 0 0,0-1 0 0 0,0 1 0 0 0,0 0 0 0 0,-1 0 0 0 0,1 0 0 0 0,0 0 0 0 0,-3-1 0 0 0,1 0-174 0 0,0 1 0 0 0,0 1 0 0 0,0-1 0 0 0,0 0 0 0 0,0 1 0 0 0,0-1 0 0 0,0 1 0 0 0,0 0 0 0 0,0 0 0 0 0,0 1 0 0 0,0-1 0 0 0,-4 1 0 0 0,-5 2-140 0 0,1 0 0 0 0,-1 1 0 0 0,0 0 0 0 0,1 1 0 0 0,-17 9 1 0 0,14-6 7 0 0,11-7-123 0 0,0 1-1 0 0,0-1 1 0 0,1 1 0 0 0,-1-1 0 0 0,1 1 0 0 0,-1 0 0 0 0,1 0 0 0 0,-1 1 0 0 0,1-1 0 0 0,-3 4-1 0 0,5-5-17 0 0,0 1 0 0 0,-1-1-1 0 0,1 1 1 0 0,0-1-1 0 0,0 1 1 0 0,0-1-1 0 0,0 1 1 0 0,0-1-1 0 0,1 1 1 0 0,-1-1-1 0 0,0 1 1 0 0,1-1 0 0 0,-1 1-1 0 0,1-1 1 0 0,0 1-1 0 0,-1-1 1 0 0,1 0-1 0 0,0 1 1 0 0,0-1-1 0 0,0 0 1 0 0,0 1 0 0 0,0-1-1 0 0,0 0 1 0 0,0 0-1 0 0,0 0 1 0 0,1 1-1 0 0,20 20 61 0 0,42 34 0 0 0,-60-53 24 0 0,-1 0-1 0 0,1 0 0 0 0,-1 0 0 0 0,0 0 0 0 0,0 0 1 0 0,0 1-1 0 0,0-1 0 0 0,-1 1 0 0 0,0 0 1 0 0,1 0-1 0 0,-1 0 0 0 0,-1 0 0 0 0,1 0 1 0 0,0 0-1 0 0,-1 1 0 0 0,1 6 0 0 0,-2-8-54 0 0,0 0 0 0 0,0 0 0 0 0,0 0-1 0 0,-1 0 1 0 0,1 0 0 0 0,-1 0-1 0 0,0 0 1 0 0,0 0 0 0 0,0 0 0 0 0,0-1-1 0 0,0 1 1 0 0,-1 0 0 0 0,1-1-1 0 0,-1 1 1 0 0,0-1 0 0 0,1 0 0 0 0,-1 1-1 0 0,0-1 1 0 0,-1 0 0 0 0,1 0 0 0 0,0 0-1 0 0,-1 0 1 0 0,1-1 0 0 0,-1 1-1 0 0,-4 1 1 0 0,-1 2-492 0 0,-1 0 1 0 0,0-1-1 0 0,0-1 1 0 0,0 1-1 0 0,-14 2 0 0 0,-12-5-4009 0 0,31-2 3370 0 0,0 1 1 0 0,0-1-1 0 0,1 0 0 0 0,-1 0 0 0 0,1-1 1 0 0,-1 1-1 0 0,-5-4 0 0 0,2 1-1283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6.8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21 2088 0 0,'-4'-7'2730'0'0,"-2"-6"6960"0"0,19 26-6629 0 0,7 9-2580 0 0,-1 1 0 0 0,0 0-1 0 0,-2 1 1 0 0,-1 1 0 0 0,21 46 0 0 0,-31-59-312 0 0,-1 1 0 0 0,0 1 0 0 0,-1-1 0 0 0,-1 1 0 0 0,0-1 0 0 0,-1 1-1 0 0,-1 0 1 0 0,0 0 0 0 0,0 0 0 0 0,-2-1 0 0 0,0 1 0 0 0,0 0 0 0 0,-1 0 0 0 0,-5 17 0 0 0,4-23-105 0 0,0 1-1 0 0,0-1 1 0 0,-1 1-1 0 0,0-1 1 0 0,0 0-1 0 0,-1 0 1 0 0,0-1 0 0 0,0 1-1 0 0,-1-1 1 0 0,0-1-1 0 0,0 1 1 0 0,-1-1-1 0 0,1 0 1 0 0,-2 0 0 0 0,1-1-1 0 0,0 0 1 0 0,-12 6-1 0 0,17-10-67 0 0,0 0 1 0 0,1 0-1 0 0,-1 0 0 0 0,0-1 0 0 0,0 1 1 0 0,0 0-1 0 0,1-1 0 0 0,-1 1 1 0 0,0-1-1 0 0,0 0 0 0 0,0 0 0 0 0,0 0 1 0 0,0 0-1 0 0,0 0 0 0 0,0 0 0 0 0,0 0 1 0 0,0-1-1 0 0,0 1 0 0 0,0-1 0 0 0,0 1 1 0 0,1-1-1 0 0,-1 0 0 0 0,0 0 0 0 0,0 0 1 0 0,1 0-1 0 0,-1 0 0 0 0,0 0 0 0 0,1 0 1 0 0,-1 0-1 0 0,1-1 0 0 0,0 1 0 0 0,-1 0 1 0 0,1-1-1 0 0,0 0 0 0 0,0 1 0 0 0,0-1 1 0 0,0 0-1 0 0,0 1 0 0 0,0-1 0 0 0,0 0 1 0 0,1 0-1 0 0,-1 0 0 0 0,1 1 0 0 0,-1-1 1 0 0,1 0-1 0 0,0-2 0 0 0,-1-5-60 0 0,0 1-1 0 0,0 0 0 0 0,1 0 1 0 0,1 0-1 0 0,-1 0 1 0 0,2 0-1 0 0,-1-1 0 0 0,1 1 1 0 0,4-12-1 0 0,-1 10-235 0 0,0 0 1 0 0,0 1-1 0 0,1 0 0 0 0,0 0 0 0 0,1 0 0 0 0,0 1 1 0 0,0 0-1 0 0,1 1 0 0 0,0-1 0 0 0,1 1 0 0 0,-1 1 1 0 0,1 0-1 0 0,0 0 0 0 0,1 0 0 0 0,-1 1 1 0 0,1 1-1 0 0,17-6 0 0 0,-16 7-1077 0 0,1 0 0 0 0,-1 0 0 0 0,25-1 1 0 0,-26 3-491 0 0,0 1 1 0 0,0 1 0 0 0,0 0-1 0 0,19 4 1 0 0,-16-1-561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7.2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88 9 2028 0 0,'-1'0'509'0'0,"1"-1"0"0"0,-1 0 0 0 0,0 0 0 0 0,0 1 0 0 0,0-1 0 0 0,1 0 0 0 0,-1 1 0 0 0,0-1 0 0 0,0 1 0 0 0,0-1 0 0 0,0 1 0 0 0,0 0 0 0 0,0-1 0 0 0,0 1 0 0 0,0 0 0 0 0,0 0 0 0 0,0-1 0 0 0,0 1 0 0 0,0 0 0 0 0,0 0 0 0 0,0 0 0 0 0,0 0 0 0 0,0 0 0 0 0,0 1 0 0 0,0-1 0 0 0,-2 1 0 0 0,1 0-156 0 0,0 0 0 0 0,1 1 0 0 0,-1-1 1 0 0,1 0-1 0 0,-1 1 0 0 0,1-1 0 0 0,0 1 1 0 0,-1 0-1 0 0,1-1 0 0 0,0 1 0 0 0,0 0 1 0 0,0 0-1 0 0,0 2 0 0 0,-5 12-406 0 0,1 0-1 0 0,-5 32 0 0 0,7-31 1242 0 0,2-14-1151 0 0,-5 23 348 0 0,-4 44-1 0 0,10-64-375 0 0,-1 0 0 0 0,1 1-1 0 0,0-1 1 0 0,1 0 0 0 0,0 0-1 0 0,-1 0 1 0 0,2 0 0 0 0,-1 0 0 0 0,1 0-1 0 0,0 0 1 0 0,0-1 0 0 0,1 1 0 0 0,4 8-1 0 0,-6-13-29 0 0,0 0 0 0 0,-1 0 0 0 0,1 0 0 0 0,0 0-1 0 0,0-1 1 0 0,0 1 0 0 0,0 0 0 0 0,1 0 0 0 0,-1-1-1 0 0,0 1 1 0 0,0 0 0 0 0,0-1 0 0 0,1 1-1 0 0,-1-1 1 0 0,0 0 0 0 0,0 1 0 0 0,1-1 0 0 0,-1 0-1 0 0,0 0 1 0 0,1 0 0 0 0,-1 0 0 0 0,3 0 0 0 0,-1 0-52 0 0,1-1 0 0 0,-1 0 0 0 0,1 0 0 0 0,0 0 1 0 0,-1-1-1 0 0,0 1 0 0 0,1-1 0 0 0,3-2 0 0 0,3-3-231 0 0,0 0-1 0 0,0-1 0 0 0,-1 0 0 0 0,10-11 1 0 0,-6 4-145 0 0,0-2 1 0 0,-1 0 0 0 0,-1 0-1 0 0,11-22 1 0 0,-16 27 371 0 0,-1 1 1 0 0,0-1 0 0 0,-1 0-1 0 0,0 0 1 0 0,-1 0-1 0 0,-1 0 1 0 0,0-1-1 0 0,1-15 1 0 0,-3 28 308 0 0,-2 4-105 0 0,0-1 0 0 0,1 1 1 0 0,-1 0-1 0 0,1 0 0 0 0,0 0 1 0 0,0 0-1 0 0,-1 8 0 0 0,1-7-36 0 0,-2 11 62 0 0,0-1 1 0 0,1 1 0 0 0,1 28 0 0 0,1-38-400 0 0,0 0 1 0 0,1 0 0 0 0,0 0-1 0 0,0 0 1 0 0,0 0-1 0 0,1-1 1 0 0,-1 1 0 0 0,1-1-1 0 0,1 1 1 0 0,-1-1 0 0 0,1 0-1 0 0,0 1 1 0 0,5 5-1 0 0,-5-9-467 0 0,0 0 0 0 0,0-1-1 0 0,1 1 1 0 0,-1-1 0 0 0,0 0-1 0 0,1 0 1 0 0,-1 0 0 0 0,0 0-1 0 0,1-1 1 0 0,-1 1-1 0 0,1-1 1 0 0,0 0 0 0 0,-1 0-1 0 0,1 0 1 0 0,-1-1 0 0 0,1 1-1 0 0,4-2 1 0 0,3-1-1670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7.6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232 8 2092 0 0,'-1'0'777'0'0,"0"-1"-1"0"0,0 0 1 0 0,0 0-1 0 0,-1 0 0 0 0,1 1 1 0 0,0-1-1 0 0,-1 0 1 0 0,1 1-1 0 0,-1-1 1 0 0,1 1-1 0 0,-1 0 0 0 0,-2-1 1 0 0,-22 4 3386 0 0,-27 17-4043 0 0,31-11 645 0 0,2 0-719 0 0,0 0 0 0 0,-29 20 0 0 0,28-16-21 0 0,67-13-184 0 0,-35 0 155 0 0,6 0-51 0 0,1 0 0 0 0,-1 1 0 0 0,24 5 1 0 0,-37-5 66 0 0,-1-1 0 0 0,0 1 0 0 0,1 0 0 0 0,-1 0 0 0 0,0 1 0 0 0,0-1 0 0 0,1 0 0 0 0,-1 1 0 0 0,0 0 0 0 0,-1 0 0 0 0,1 0 0 0 0,0 0 0 0 0,0 0 0 0 0,-1 1 0 0 0,1-1 0 0 0,-1 1 0 0 0,0 0 0 0 0,0 0 0 0 0,0-1 0 0 0,0 1 0 0 0,-1 1 1 0 0,1-1-1 0 0,1 4 0 0 0,-2-2 24 0 0,-1-1 1 0 0,1 0 0 0 0,-1 0 0 0 0,0 1 0 0 0,0-1-1 0 0,-1 0 1 0 0,1 0 0 0 0,-1 1 0 0 0,0-1 0 0 0,0 0-1 0 0,-1 0 1 0 0,1 0 0 0 0,-1 0 0 0 0,0 0 0 0 0,0 0 0 0 0,0-1-1 0 0,0 1 1 0 0,-1-1 0 0 0,1 1 0 0 0,-7 5 0 0 0,0 1-807 0 0,-2 0 1 0 0,1-1-1 0 0,-1 0 1 0 0,-24 14-1 0 0,14-13-2182 0 0,8-10-4640 0 0,8-3 5299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7.9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53 1052 0 0,'5'-6'1527'0'0,"-1"1"0"0"0,1 0-1 0 0,0 0 1 0 0,1 0 0 0 0,-1 1 0 0 0,1-1-1 0 0,0 2 1 0 0,10-6 0 0 0,-14 8-1292 0 0,0 0-1 0 0,1 0 1 0 0,-1 0 0 0 0,0 1 0 0 0,1-1-1 0 0,-1 1 1 0 0,1 0 0 0 0,-1-1 0 0 0,0 1-1 0 0,1 0 1 0 0,-1 1 0 0 0,1-1 0 0 0,-1 0-1 0 0,0 1 1 0 0,1-1 0 0 0,-1 1 0 0 0,0 0-1 0 0,1 0 1 0 0,-1 0 0 0 0,0 0 0 0 0,0 0-1 0 0,0 0 1 0 0,0 1 0 0 0,0-1 0 0 0,0 1-1 0 0,0-1 1 0 0,0 1 0 0 0,1 2 0 0 0,5 5 134 0 0,-1 1 1 0 0,1 1 0 0 0,-2-1-1 0 0,0 1 1 0 0,0 0-1 0 0,-1 1 1 0 0,0-1 0 0 0,-1 1-1 0 0,0 0 1 0 0,-1 0-1 0 0,2 18 1 0 0,0 13-304 0 0,0 82 0 0 0,-4-111-599 0 0,-1 7-393 0 0,-4 35 0 0 0,-6-20-3023 0 0,9-34 3239 0 0,0 0 0 0 0,0 0 0 0 0,0 0 0 0 0,0 0 0 0 0,-1 0-1 0 0,1 0 1 0 0,-1-1 0 0 0,1 1 0 0 0,-1-1 0 0 0,0 1 0 0 0,-3 2-1 0 0,-13-4-6801 0 0,13-4 4996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8.3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84 812 0 0,'82'-4'11428'0'0,"10"-9"-7247"0"0,7-5-5198 0 0,1-2-3365 0 0,15-3-2757 0 0,-89 18 4884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8.6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94 30 1648 0 0,'0'-15'6791'0'0,"0"0"3378"0"0,-8 32-5502 0 0,-46 150-2193 0 0,47-137-2436 0 0,1 1 1 0 0,1 0-1 0 0,-1 51 0 0 0,6-77-54 0 0,0 0 0 0 0,1-1 1 0 0,-1 1-1 0 0,1 0 0 0 0,0 0 1 0 0,0 0-1 0 0,0-1 0 0 0,1 1 1 0 0,-1-1-1 0 0,5 9 0 0 0,-5-12-25 0 0,0 1 0 0 0,1-1 0 0 0,-1 0-1 0 0,0 0 1 0 0,0 0 0 0 0,0 0 0 0 0,1 0 0 0 0,-1 0-1 0 0,0 0 1 0 0,1-1 0 0 0,-1 1 0 0 0,1 0 0 0 0,-1-1-1 0 0,1 1 1 0 0,-1-1 0 0 0,1 1 0 0 0,0-1-1 0 0,-1 0 1 0 0,1 0 0 0 0,-1 0 0 0 0,1 0 0 0 0,0 0-1 0 0,-1 0 1 0 0,1 0 0 0 0,0 0 0 0 0,-1 0 0 0 0,1-1-1 0 0,-1 1 1 0 0,1-1 0 0 0,-1 0 0 0 0,1 1-1 0 0,-1-1 1 0 0,1 0 0 0 0,-1 0 0 0 0,2-1 0 0 0,12-6-637 0 0,0-1 0 0 0,-1-1 0 0 0,0 0 1 0 0,-1-1-1 0 0,22-22 0 0 0,-29 27 406 0 0,0 0 32 0 0,-1 1 0 0 0,1-1 0 0 0,-1-1 1 0 0,0 1-1 0 0,6-12 0 0 0,-10 17 229 0 0,-1 0 0 0 0,1 0 1 0 0,-1 0-1 0 0,0 0 0 0 0,1 0 1 0 0,-1 0-1 0 0,0 0 0 0 0,0 0 0 0 0,0 0 1 0 0,0-1-1 0 0,0 1 0 0 0,0 0 1 0 0,0 0-1 0 0,0 0 0 0 0,0 0 0 0 0,-1 0 1 0 0,1 0-1 0 0,0 0 0 0 0,-1-2 1 0 0,0 2 38 0 0,-1-1 0 0 0,1 1 0 0 0,0 0-1 0 0,-1-1 1 0 0,1 1 0 0 0,0 0 0 0 0,-1 0 0 0 0,1 0 0 0 0,-1 1 0 0 0,0-1 0 0 0,1 0 0 0 0,-1 0 0 0 0,0 1 0 0 0,1-1 0 0 0,-1 1 0 0 0,-3-1 0 0 0,-23-3-7 0 0,-1 0 0 0 0,1 2 0 0 0,-42 2 0 0 0,28 1-2625 0 0,42-1 2493 0 0,0 0 0 0 0,0 0 0 0 0,0-1 0 0 0,0 1 0 0 0,0 0 0 0 0,0 0 0 0 0,0 0 0 0 0,0 0 0 0 0,0 0-1 0 0,0 0 1 0 0,0 0 0 0 0,0 0 0 0 0,0-1 0 0 0,0 1 0 0 0,0 0 0 0 0,0 0 0 0 0,10-7-11256 0 0,-2 4 9025 0 0</inkml:trace>
  <inkml:trace contextRef="#ctx0" brushRef="#br0" timeOffset="1">295 137 460 0 0,'0'0'486'0'0,"1"0"1"0"0,0 0-1 0 0,-1 0 1 0 0,1 1-1 0 0,0-1 0 0 0,-1 0 1 0 0,1 0-1 0 0,0 0 0 0 0,-1 1 1 0 0,1-1-1 0 0,0 0 0 0 0,-1 0 1 0 0,1 1-1 0 0,-1-1 1 0 0,1 1-1 0 0,-1-1 0 0 0,1 0 1 0 0,-1 1-1 0 0,1-1 0 0 0,-1 1 1 0 0,1-1-1 0 0,-1 1 1 0 0,1 0-1 0 0,4 19 4411 0 0,-9 27-3159 0 0,2-35-278 0 0,-5 84 2294 0 0,6-31-5516 0 0,1-61-358 0 0,8-19-16520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9.0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50 1980 0 0,'-15'-49'12459'0'0,"17"49"-12620"0"0,0 0 1 0 0,0-1-1 0 0,0 1 1 0 0,0 0-1 0 0,0 0 1 0 0,1 1-1 0 0,-1-1 1 0 0,0 0 0 0 0,0 1-1 0 0,0-1 1 0 0,3 2-1 0 0,-5-2 161 0 0,2 1-616 0 0,0 1 0 0 0,0-1 1 0 0,0 0-1 0 0,0 1 0 0 0,0 0 0 0 0,0-1 0 0 0,0 1 1 0 0,-1 0-1 0 0,1 0 0 0 0,-1 0 0 0 0,1 0 0 0 0,-1 0 0 0 0,2 4 1 0 0,-1 0-1549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19.4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62 84 0 0,'18'22'9693'0'0,"5"-6"-5010"0"0,-20-14-4341 0 0,1 0-1 0 0,-1 0 1 0 0,0 1-1 0 0,0-1 1 0 0,0 1-1 0 0,0-1 1 0 0,0 1-1 0 0,0 0 1 0 0,-1 0-1 0 0,1 0 1 0 0,-1 1-1 0 0,0-1 1 0 0,3 5-1 0 0,-5-5-224 0 0,1-1 1 0 0,0 1-1 0 0,-1-1 0 0 0,1 1 1 0 0,-1-1-1 0 0,0 1 0 0 0,0-1 1 0 0,0 1-1 0 0,-1 2 0 0 0,1 7-348 0 0,0-12 124 0 0,18-30-1541 0 0,11-17 1290 0 0,-20 30 291 0 0,1 0-1 0 0,22-27 1 0 0,-30 42 108 0 0,0-1-1 0 0,0 1 1 0 0,0 0 0 0 0,0 0 0 0 0,0 0 0 0 0,0 1 0 0 0,1-1 0 0 0,-1 0 0 0 0,1 1 0 0 0,-1 0 0 0 0,1-1-1 0 0,0 1 1 0 0,0 0 0 0 0,-1 0 0 0 0,1 1 0 0 0,0-1 0 0 0,0 0 0 0 0,0 1 0 0 0,0 0 0 0 0,3 0 0 0 0,-2 0 127 0 0,0 1 1 0 0,-1 0 0 0 0,1 0-1 0 0,-1 1 1 0 0,1-1 0 0 0,-1 1-1 0 0,1-1 1 0 0,-1 1 0 0 0,0 0-1 0 0,0 0 1 0 0,0 1-1 0 0,0-1 1 0 0,5 5 0 0 0,-1 1 267 0 0,0 1 1 0 0,0 0-1 0 0,-1 0 1 0 0,0 0-1 0 0,0 1 1 0 0,-1 0-1 0 0,0 0 0 0 0,-1 0 1 0 0,5 19-1 0 0,-5-9-61 0 0,-3-14-422 0 0,0-1-1 0 0,0 1 0 0 0,0-1 0 0 0,1 1 1 0 0,0-1-1 0 0,0 0 0 0 0,4 7 1 0 0,-5-11-75 0 0,0 1 1 0 0,0-1-1 0 0,1 0 1 0 0,-1 1-1 0 0,0-1 1 0 0,1 0-1 0 0,-1 0 1 0 0,1 0-1 0 0,0 0 1 0 0,-1 0-1 0 0,1-1 1 0 0,0 1-1 0 0,-1 0 1 0 0,1-1-1 0 0,0 1 0 0 0,0-1 1 0 0,0 0-1 0 0,-1 0 1 0 0,1 0-1 0 0,0 1 1 0 0,0-1-1 0 0,0-1 1 0 0,0 1-1 0 0,-1 0 1 0 0,1 0-1 0 0,0-1 1 0 0,2 0-1 0 0,55-14-6310 0 0,-3-7-5368 0 0,-48 17 8925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28.5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681 109 1396 0 0,'12'-8'9251'0'0,"16"-17"-6870"0"0,-19 16-1384 0 0,18-17 479 0 0,-2 1 1223 0 0,-24 25-2679 0 0,0 0 1 0 0,0-1 0 0 0,0 1 0 0 0,0-1-1 0 0,-1 1 1 0 0,1-1 0 0 0,0 1 0 0 0,0-1 0 0 0,0 0-1 0 0,0 1 1 0 0,-1-1 0 0 0,1 0 0 0 0,0 0-1 0 0,-1 1 1 0 0,1-1 0 0 0,-1 0 0 0 0,1 0-1 0 0,0-1 1 0 0,-1 0 767 0 0,-8 15-183 0 0,4-8-497 0 0,-1 0 0 0 0,0-1 0 0 0,0 1 0 0 0,-1-1 0 0 0,1 0 0 0 0,-1-1 0 0 0,1 1 1 0 0,-1-1-1 0 0,-11 4 0 0 0,-11 7 27 0 0,-340 231-15 0 0,208-135-198 0 0,115-80-420 0 0,-41 37 0 0 0,75-64-3881 0 0,-13-3-6463 0 0,22 0 9160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28.9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127 36 1776 0 0,'26'-15'6715'0'0,"-21"12"-6037"0"0,1 0 1 0 0,0 0-1 0 0,-1 1 0 0 0,1 0 1 0 0,0 0-1 0 0,1 0 0 0 0,-1 1 0 0 0,0 0 1 0 0,8 0-1 0 0,-14 1-632 0 0,1 0 0 0 0,-1 0 0 0 0,0 1 0 0 0,0-1 0 0 0,1 0 0 0 0,-1 1 0 0 0,0-1-1 0 0,0 0 1 0 0,0 1 0 0 0,0-1 0 0 0,1 0 0 0 0,-1 0 0 0 0,0 1 0 0 0,0-1 0 0 0,0 1 0 0 0,0-1 0 0 0,0 0 0 0 0,0 1 0 0 0,0-1 0 0 0,0 0 0 0 0,0 1-1 0 0,0-1 1 0 0,0 0 0 0 0,0 1 0 0 0,0-1 0 0 0,0 0 0 0 0,0 1 0 0 0,0-1 0 0 0,0 0 0 0 0,-1 1 0 0 0,1-1 0 0 0,0 0 0 0 0,0 1 0 0 0,0-1 0 0 0,-1 0-1 0 0,1 1 1 0 0,0-1 0 0 0,0 0 0 0 0,-1 0 0 0 0,1 1 0 0 0,0-1 0 0 0,0 0 0 0 0,-1 0 0 0 0,1 0 0 0 0,-1 1 0 0 0,-11 15 658 0 0,-39 37 450 0 0,24-26-939 0 0,0 1-1 0 0,2 1 0 0 0,2 1 1 0 0,-22 35-1 0 0,44-64-214 0 0,0 0-1 0 0,1 0 0 0 0,-1 0 1 0 0,0 0-1 0 0,1 0 0 0 0,-1 0 1 0 0,1 0-1 0 0,-1 0 0 0 0,1 0 1 0 0,0 0-1 0 0,-1 0 0 0 0,1 0 1 0 0,0 1-1 0 0,0-1 1 0 0,0 0-1 0 0,0 0 0 0 0,0 0 1 0 0,0 0-1 0 0,0 0 0 0 0,0 1 1 0 0,0-1-1 0 0,0 0 0 0 0,1 0 1 0 0,-1 0-1 0 0,0 0 0 0 0,1 0 1 0 0,-1 0-1 0 0,1 0 0 0 0,-1 0 1 0 0,1 0-1 0 0,0 0 1 0 0,-1 0-1 0 0,1 0 0 0 0,0 0 1 0 0,0 0-1 0 0,1 1 0 0 0,2 0-12 0 0,0-1 0 0 0,0 1 1 0 0,0-1-1 0 0,0 0 0 0 0,1 1 0 0 0,-1-2 0 0 0,0 1 0 0 0,9 0 0 0 0,75 2-873 0 0,-47-2-1450 0 0,57 8 1 0 0,-82-6-678 0 0,0 0 1 0 0,-1 1-1 0 0,28 12 1 0 0,-30-11 542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3.0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284 29 72 0 0,'-8'-6'3808'0'0,"7"5"-3477"0"0,-1 0-1 0 0,1 0 1 0 0,0 0 0 0 0,-1 0-1 0 0,1 0 1 0 0,0 0-1 0 0,0 0 1 0 0,0 0 0 0 0,0 0-1 0 0,0-1 1 0 0,0 1 0 0 0,-8-8 11494 0 0,6 9-12390 0 0,-6 8 733 0 0,0-1 0 0 0,1 2 0 0 0,0-1-1 0 0,0 1 1 0 0,1 0 0 0 0,0 1 0 0 0,1-1-1 0 0,0 2 1 0 0,-5 9 0 0 0,7-10-123 0 0,1 0 0 0 0,0 0 0 0 0,0 0 1 0 0,1 0-1 0 0,1 1 0 0 0,0-1 0 0 0,0 0 0 0 0,1 1 0 0 0,0-1 0 0 0,1 0 1 0 0,3 19-1 0 0,4 3 122 0 0,1 0-1 0 0,18 42 1 0 0,-14-43-22 0 0,-2 0 0 0 0,8 36 0 0 0,-17-54-92 0 0,0 0 1 0 0,-1 0-1 0 0,0 0 1 0 0,-1 1-1 0 0,-1-1 0 0 0,0 0 1 0 0,-1 0-1 0 0,0 0 1 0 0,-1 0-1 0 0,0-1 1 0 0,-1 1-1 0 0,0-1 1 0 0,-1 0-1 0 0,-1 0 1 0 0,-13 22-1 0 0,17-31-292 0 0,-1 0 0 0 0,1-1 0 0 0,-1 1-1 0 0,0-1 1 0 0,0 1 0 0 0,1-1 0 0 0,-2 0 0 0 0,1 0-1 0 0,0 0 1 0 0,0-1 0 0 0,0 1 0 0 0,-1-1 0 0 0,1 0 0 0 0,-1 0-1 0 0,1 0 1 0 0,-1 0 0 0 0,0-1 0 0 0,1 1 0 0 0,-1-1-1 0 0,0 0 1 0 0,1 0 0 0 0,-1 0 0 0 0,-7-2 0 0 0,-6-1-2956 0 0,0-1 1 0 0,0 0 0 0 0,-27-12 0 0 0,41 14 2607 0 0,-15-5-1947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3.7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1 184 1276 0 0,'0'-1'335'0'0,"0"0"0"0"0,0 0-1 0 0,1 0 1 0 0,-1 0 0 0 0,1 0 0 0 0,-1 0-1 0 0,1 0 1 0 0,0 0 0 0 0,-1 0 0 0 0,1 0-1 0 0,0 0 1 0 0,0 0 0 0 0,-1 0 0 0 0,1 1-1 0 0,0-1 1 0 0,0 0 0 0 0,0 1 0 0 0,0-1-1 0 0,0 0 1 0 0,0 1 0 0 0,0-1 0 0 0,0 1-1 0 0,0 0 1 0 0,0-1 0 0 0,1 1 0 0 0,0 0 0 0 0,39-9 1134 0 0,-29 8-966 0 0,181-30 702 0 0,56-12-1914 0 0,-229 38 194 0 0,-1 2 1 0 0,39-3 0 0 0,-4-2 1723 0 0,-42 5-367 0 0,0 1 0 0 0,24-2-1 0 0,-29 5-660 0 0,0-1-1 0 0,0 1 1 0 0,0 0-1 0 0,0 1 1 0 0,-1-1-1 0 0,1 1 1 0 0,0 1-1 0 0,-1-1 1 0 0,1 1-1 0 0,-1 0 1 0 0,0 1-1 0 0,0-1 1 0 0,0 1-1 0 0,8 7 1 0 0,-11-8-132 0 0,-1-1 0 0 0,0 0 0 0 0,0 1 0 0 0,0-1 0 0 0,0 1 0 0 0,0 0 0 0 0,-1 0 0 0 0,1 0 0 0 0,-1-1 0 0 0,1 1 0 0 0,-1 1 0 0 0,0-1 0 0 0,0 0 0 0 0,-1 0 0 0 0,1 0 0 0 0,-1 0 0 0 0,1 1 0 0 0,-1-1 0 0 0,0 0 0 0 0,0 0 0 0 0,-1 1 0 0 0,1-1 0 0 0,-1 0 0 0 0,1 0 0 0 0,-1 0 0 0 0,0 0 0 0 0,0 1 0 0 0,0-1 0 0 0,-1 0 0 0 0,1-1 0 0 0,-1 1 0 0 0,0 0 0 0 0,-2 2 0 0 0,-4 7 79 0 0,-1 0-1 0 0,0-1 1 0 0,-1 0-1 0 0,0-1 1 0 0,-20 16-1 0 0,26-23-106 0 0,1 0 0 0 0,-1 0 0 0 0,0-1 0 0 0,-1 1 0 0 0,1-1 0 0 0,0 0 0 0 0,-1 0 0 0 0,1-1 0 0 0,-1 1-1 0 0,1-1 1 0 0,-1 0 0 0 0,0 0 0 0 0,1 0 0 0 0,-1-1 0 0 0,0 0 0 0 0,0 0 0 0 0,1 0 0 0 0,-1 0 0 0 0,0-1-1 0 0,0 0 1 0 0,-5-1 0 0 0,6 0-31 0 0,1 0-1 0 0,-1 0 0 0 0,0 0 1 0 0,1 0-1 0 0,-1 0 0 0 0,1-1 1 0 0,0 1-1 0 0,0-1 0 0 0,0 0 1 0 0,0 0-1 0 0,0 0 0 0 0,1 0 1 0 0,-1-1-1 0 0,1 1 1 0 0,0-1-1 0 0,0 0 0 0 0,0 1 1 0 0,0-1-1 0 0,1 0 0 0 0,0 0 1 0 0,0 0-1 0 0,0 0 0 0 0,0 0 1 0 0,0 0-1 0 0,1 0 0 0 0,0 0 1 0 0,0-1-1 0 0,0-6 1 0 0,1 4-105 0 0,0 0 1 0 0,0 0-1 0 0,1 0 1 0 0,0 0-1 0 0,0 0 1 0 0,0 1 0 0 0,1-1-1 0 0,0 1 1 0 0,0 0-1 0 0,1 0 1 0 0,-1 0-1 0 0,1 0 1 0 0,1 0 0 0 0,-1 1-1 0 0,11-10 1 0 0,-1 5-282 0 0,1 1 1 0 0,-1 0 0 0 0,1 1 0 0 0,1 1-1 0 0,0 0 1 0 0,0 1 0 0 0,33-8 0 0 0,-24 9 139 0 0,1 1 1 0 0,-1 1-1 0 0,1 1 0 0 0,42 2 1 0 0,-62 0 296 0 0,-1 1 0 0 0,0 0 1 0 0,1 0-1 0 0,-1 0 0 0 0,0 1 0 0 0,0 0 1 0 0,0-1-1 0 0,0 2 0 0 0,0-1 0 0 0,0 1 1 0 0,-1-1-1 0 0,1 1 0 0 0,-1 1 0 0 0,0-1 1 0 0,0 1-1 0 0,0-1 0 0 0,0 1 0 0 0,-1 0 0 0 0,1 0 1 0 0,3 7-1 0 0,-4-5 66 0 0,1 1 1 0 0,-1-1-1 0 0,-1 1 0 0 0,1 0 0 0 0,-1 0 1 0 0,0 0-1 0 0,-1 0 0 0 0,0 0 1 0 0,0 1-1 0 0,0-1 0 0 0,-1 0 1 0 0,0 0-1 0 0,-1 1 0 0 0,-2 11 1 0 0,2-7 83 0 0,-2-1 1 0 0,0 1 0 0 0,0-1-1 0 0,-1 0 1 0 0,0 0 0 0 0,-1 0-1 0 0,-10 16 1 0 0,12-24-107 0 0,0 1 0 0 0,0 0 1 0 0,0-1-1 0 0,0 1 0 0 0,-1-1 1 0 0,0 0-1 0 0,1 0 0 0 0,-1 0 0 0 0,0-1 1 0 0,-1 0-1 0 0,1 1 0 0 0,0-1 1 0 0,-1-1-1 0 0,1 1 0 0 0,-1-1 0 0 0,1 1 1 0 0,-1-1-1 0 0,0-1 0 0 0,0 1 1 0 0,1-1-1 0 0,-7 1 0 0 0,7-1-60 0 0,-1 0 1 0 0,1 0-1 0 0,0-1 0 0 0,0 1 0 0 0,0-1 0 0 0,0 0 1 0 0,0 0-1 0 0,0 0 0 0 0,0-1 0 0 0,0 1 0 0 0,0-1 0 0 0,1 0 1 0 0,-1 0-1 0 0,1 0 0 0 0,-1-1 0 0 0,1 1 0 0 0,0-1 1 0 0,0 0-1 0 0,0 1 0 0 0,0-2 0 0 0,0 1 0 0 0,1 0 1 0 0,-1 0-1 0 0,1-1 0 0 0,0 1 0 0 0,0-1 0 0 0,0 0 1 0 0,1 0-1 0 0,-1 0 0 0 0,1 0 0 0 0,0 0 0 0 0,0 0 1 0 0,0 0-1 0 0,0-6 0 0 0,1 2-91 0 0,-1 0 1 0 0,2 0-1 0 0,-1 1 0 0 0,1-1 1 0 0,0 0-1 0 0,0 0 0 0 0,1 0 1 0 0,0 1-1 0 0,0-1 0 0 0,1 1 1 0 0,0 0-1 0 0,0-1 0 0 0,1 1 1 0 0,0 1-1 0 0,0-1 0 0 0,1 1 1 0 0,7-10-1 0 0,-7 11-159 0 0,0 1-1 0 0,0-1 0 0 0,0 1 1 0 0,0 0-1 0 0,1 0 1 0 0,0 0-1 0 0,0 1 1 0 0,0 0-1 0 0,0 0 1 0 0,0 0-1 0 0,0 1 1 0 0,1 0-1 0 0,-1 0 0 0 0,1 1 1 0 0,7-1-1 0 0,-7 2-591 0 0,0 0 0 0 0,0 0-1 0 0,0 1 1 0 0,0 0 0 0 0,0 1 0 0 0,0 0-1 0 0,0 0 1 0 0,0 0 0 0 0,7 4-1 0 0,14 6-3755 0 0,-17-5 2237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4.0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20 1484 0 0,'0'-1'506'0'0,"0"0"-1"0"0,0 0 0 0 0,-1 0 1 0 0,1 0-1 0 0,0 0 1 0 0,0 0-1 0 0,1 0 1 0 0,-1 0-1 0 0,0 1 1 0 0,0-1-1 0 0,0 0 1 0 0,1 0-1 0 0,-1 0 0 0 0,0 0 1 0 0,1 0-1 0 0,-1 0 1 0 0,1 0-1 0 0,-1 1 1 0 0,1-2-1 0 0,0 2-250 0 0,-1 0 0 0 0,1 0 0 0 0,-1 1 1 0 0,1-1-1 0 0,-1 0 0 0 0,1 0 0 0 0,-1 1 0 0 0,1-1 0 0 0,-1 0 0 0 0,1 0 0 0 0,-1 1 1 0 0,1-1-1 0 0,-1 1 0 0 0,0-1 0 0 0,1 0 0 0 0,-1 1 0 0 0,0-1 0 0 0,1 1 0 0 0,-1-1 1 0 0,0 1-1 0 0,1-1 0 0 0,-1 2 0 0 0,17 38 2897 0 0,-13-16-2416 0 0,-1 0 0 0 0,-1 0 0 0 0,-1 1 0 0 0,-4 45 0 0 0,-22 95-69 0 0,22-151-880 0 0,-8 58-1177 0 0,11-65 584 0 0,0-1 0 0 0,0 1 0 0 0,0-1 0 0 0,1 0 1 0 0,2 9-1 0 0,-1-11-642 0 0,3-18-14538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4.3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42 460 0 0,'-9'-9'15731'0'0,"32"7"-14916"0"0,30-9-2601 0 0,87-7 1 0 0,-102 17-2821 0 0,55 4 0 0 0,-67 0 2299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4.8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23 116 916 0 0,'2'2'10327'0'0,"2"9"-7572"0"0,3 16-1882 0 0,-3 64 1277 0 0,-3 0 0 0 0,-14 103 0 0 0,10-155-1950 0 0,-7 53 22 0 0,10-91-246 0 0,-2-4-180 0 0,1 0 100 0 0,0-1 0 0 0,0 1 0 0 0,0-1 0 0 0,0 1 0 0 0,0-7 0 0 0,-3-30-131 0 0,2 0 1 0 0,2 1-1 0 0,1-1 1 0 0,2 0-1 0 0,2 1 1 0 0,2 0 0 0 0,1 0-1 0 0,2 0 1 0 0,2 1-1 0 0,1 1 1 0 0,2 0-1 0 0,23-42 1 0 0,-32 70 198 0 0,-1 0 0 0 0,1 0 1 0 0,0 1-1 0 0,1 0 0 0 0,0 1 0 0 0,0-1 1 0 0,13-9-1 0 0,-18 16 32 0 0,0-1 0 0 0,0 1 0 0 0,0 0 1 0 0,0-1-1 0 0,0 1 0 0 0,1 1 0 0 0,-1-1 0 0 0,0 0 0 0 0,1 0 1 0 0,-1 1-1 0 0,1-1 0 0 0,-1 1 0 0 0,1 0 0 0 0,-1 0 0 0 0,1 0 1 0 0,-1 0-1 0 0,1 0 0 0 0,-1 1 0 0 0,0-1 0 0 0,1 1 0 0 0,-1-1 0 0 0,1 1 1 0 0,-1 0-1 0 0,0 0 0 0 0,0 0 0 0 0,1 0 0 0 0,-1 0 0 0 0,0 1 1 0 0,0-1-1 0 0,0 1 0 0 0,0-1 0 0 0,0 1 0 0 0,-1 0 0 0 0,1 0 1 0 0,-1 0-1 0 0,3 3 0 0 0,-1-2 18 0 0,0 1 0 0 0,0 0 0 0 0,-1 0 1 0 0,0 0-1 0 0,1 0 0 0 0,-1 0 0 0 0,-1 0 0 0 0,1 0 0 0 0,-1 1 1 0 0,1-1-1 0 0,-1 1 0 0 0,0-1 0 0 0,-1 1 0 0 0,1-1 0 0 0,-1 1 1 0 0,0 6-1 0 0,-1-4 9 0 0,-1-1 0 0 0,1 1 0 0 0,-1 0 1 0 0,0-1-1 0 0,0 1 0 0 0,-1-1 0 0 0,0 0 0 0 0,0 0 1 0 0,-1 0-1 0 0,-4 6 0 0 0,-2 1 22 0 0,-1 1 0 0 0,-1-2-1 0 0,0 0 1 0 0,-1 0 0 0 0,0-1 0 0 0,-1-1 0 0 0,-28 17 0 0 0,38-25-55 0 0,0-1-1 0 0,0 1 1 0 0,0-1 0 0 0,0 1 0 0 0,-1-1 0 0 0,1 0 0 0 0,0 0 0 0 0,0-1-1 0 0,-1 1 1 0 0,1-1 0 0 0,0 0 0 0 0,-1-1 0 0 0,1 1 0 0 0,0 0 0 0 0,-1-1-1 0 0,1 0 1 0 0,0 0 0 0 0,-7-3 0 0 0,8 3-92 0 0,1-1 0 0 0,0 1 0 0 0,0 0 1 0 0,0-1-1 0 0,0 1 0 0 0,0-1 0 0 0,1 0 0 0 0,-1 0 0 0 0,0 0 0 0 0,1 1 0 0 0,-1-1 0 0 0,1-1 0 0 0,0 1 1 0 0,0 0-1 0 0,0 0 0 0 0,0 0 0 0 0,0-1 0 0 0,0 1 0 0 0,0 0 0 0 0,1-1 0 0 0,-1 1 0 0 0,1-1 0 0 0,0 1 1 0 0,0-1-1 0 0,0 1 0 0 0,0-1 0 0 0,0 1 0 0 0,0-1 0 0 0,1 1 0 0 0,-1 0 0 0 0,1-1 0 0 0,-1 1 0 0 0,1-1 1 0 0,1-1-1 0 0,1-1-524 0 0,-1 0 1 0 0,1 0-1 0 0,0 0 1 0 0,0 1 0 0 0,0 0-1 0 0,0-1 1 0 0,1 1 0 0 0,0 0-1 0 0,0 1 1 0 0,0-1-1 0 0,0 1 1 0 0,0 0 0 0 0,1 0-1 0 0,0 0 1 0 0,5-3-1 0 0,6-3-1678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5.2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220 1 1396 0 0,'-5'11'8568'0'0,"-12"10"-5389"0"0,13-16-2538 0 0,-40 53 1670 0 0,-22 30-243 0 0,30-39-1225 0 0,27-37-652 0 0,5-7-143 0 0,-1-1 0 0 0,2 1 0 0 0,-1 0 0 0 0,0 1-1 0 0,1-1 1 0 0,0 1 0 0 0,1-1 0 0 0,-1 1 0 0 0,1 0-1 0 0,0 0 1 0 0,-1 7 0 0 0,3-13-58 0 0,1 0 0 0 0,-1 1 0 0 0,1-1 0 0 0,-1 0 0 0 0,1 1 0 0 0,-1-1 0 0 0,1 0 0 0 0,-1 0 0 0 0,1 0-1 0 0,-1 1 1 0 0,1-1 0 0 0,0 0 0 0 0,-1 0 0 0 0,1 0 0 0 0,-1 0 0 0 0,1 0 0 0 0,0 0 0 0 0,-1 0 0 0 0,1 0 0 0 0,-1 0 0 0 0,1 0 0 0 0,-1 0 0 0 0,1-1 0 0 0,0 1-1 0 0,-1 0 1 0 0,1 0 0 0 0,-1-1 0 0 0,1 1 0 0 0,-1 0 0 0 0,1 0 0 0 0,0-1 0 0 0,21-8-319 0 0,-21 8 303 0 0,14-7-206 0 0,-1 0-1 0 0,0-1 1 0 0,0-1-1 0 0,-1 0 1 0 0,0-1-1 0 0,-1 0 1 0 0,0-1-1 0 0,-1-1 1 0 0,0 0-1 0 0,-1 0 1 0 0,-1-1-1 0 0,0 0 1 0 0,-1-1-1 0 0,0 0 0 0 0,-1 0 1 0 0,9-30-1 0 0,-11-2 681 0 0,-20 149 661 0 0,15-75-1111 0 0,0 0 0 0 0,3 0 1 0 0,6 35-1 0 0,-8-55-191 0 0,1 0 0 0 0,0 0 0 0 0,0 0-1 0 0,1 0 1 0 0,0 0 0 0 0,0-1-1 0 0,1 0 1 0 0,-1 1 0 0 0,1-1-1 0 0,1-1 1 0 0,-1 1 0 0 0,1 0-1 0 0,0-1 1 0 0,0 0 0 0 0,0 0 0 0 0,1-1-1 0 0,10 7 1 0 0,-10-8-424 0 0,-1-1-1 0 0,1 0 1 0 0,-1 0 0 0 0,1 0 0 0 0,0-1 0 0 0,0 0 0 0 0,0 0-1 0 0,0-1 1 0 0,0 1 0 0 0,0-1 0 0 0,0 0 0 0 0,0-1-1 0 0,0 0 1 0 0,-1 0 0 0 0,1 0 0 0 0,7-3 0 0 0,2-2-1499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5.6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109 94 148 0 0,'-8'-26'4096'0'0,"7"20"-3168"0"0,-1 1 1 0 0,1-1-1 0 0,-1 0 1 0 0,-1 1 0 0 0,1-1-1 0 0,-1 1 1 0 0,0 0-1 0 0,0 0 1 0 0,0 0-1 0 0,-7-7 1 0 0,9 12-868 0 0,1-1 0 0 0,-1 1 0 0 0,0 0 1 0 0,1 0-1 0 0,-1 0 0 0 0,0 0 0 0 0,0 0 0 0 0,1 0 0 0 0,-1 0 0 0 0,0 0 1 0 0,0 0-1 0 0,1 0 0 0 0,-1 0 0 0 0,0 0 0 0 0,0 0 0 0 0,1 0 0 0 0,-1 1 1 0 0,0-1-1 0 0,1 0 0 0 0,-1 1 0 0 0,0-1 0 0 0,1 0 0 0 0,-1 1 0 0 0,0-1 1 0 0,1 1-1 0 0,-1-1 0 0 0,1 1 0 0 0,-1-1 0 0 0,1 1 0 0 0,-1 0 0 0 0,1-1 1 0 0,0 1-1 0 0,-1-1 0 0 0,1 1 0 0 0,0 0 0 0 0,-1-1 0 0 0,1 2 0 0 0,-16 26 796 0 0,10-11-497 0 0,1 1-1 0 0,0-1 1 0 0,2 1 0 0 0,-4 35-1 0 0,5 77 330 0 0,2-86-799 0 0,0-26-623 0 0,1 1-1 0 0,5 29 1 0 0,-4-41-1210 0 0,0 1 0 0 0,0 0 0 0 0,1-1-1 0 0,6 14 1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5.9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1 301 1676 0 0,'0'-2'322'0'0,"1"1"0"0"0,-1-1 1 0 0,1 1-1 0 0,-1 0 0 0 0,1-1 0 0 0,-1 1 0 0 0,1 0 0 0 0,0 0 0 0 0,0 0 1 0 0,0-1-1 0 0,-1 1 0 0 0,1 0 0 0 0,0 0 0 0 0,1 0 0 0 0,-1 0 1 0 0,0 1-1 0 0,0-1 0 0 0,0 0 0 0 0,0 0 0 0 0,1 1 0 0 0,1-2 0 0 0,34-13 325 0 0,-26 11-223 0 0,102-35 216 0 0,-85 31-985 0 0,0-1 1 0 0,-1-1-1 0 0,0-1 0 0 0,-1-1 0 0 0,0-2 0 0 0,30-21 1 0 0,-52 32 277 0 0,0 0 0 0 0,0-1 0 0 0,-1 0 0 0 0,0 1 0 0 0,1-1 0 0 0,-1 0 0 0 0,-1-1 1 0 0,1 1-1 0 0,-1-1 0 0 0,4-6 0 0 0,-5 8 239 0 0,-1 0 0 0 0,1 1 0 0 0,0-1 0 0 0,-1 0 0 0 0,1 1 0 0 0,-1-1 0 0 0,0 0 0 0 0,0 0 0 0 0,0 1 0 0 0,0-1 0 0 0,0 0 0 0 0,0 0 0 0 0,-1 1 0 0 0,0-1 0 0 0,1 0 0 0 0,-1 1 0 0 0,0-1 0 0 0,0 0 0 0 0,-1 1 0 0 0,1 0 0 0 0,-2-3 0 0 0,3 4-97 0 0,0 1 1 0 0,0-1-1 0 0,0 1 1 0 0,0 0-1 0 0,-1-1 0 0 0,1 1 1 0 0,0 0-1 0 0,0-1 1 0 0,0 1-1 0 0,0 0 1 0 0,0 0-1 0 0,-1-1 0 0 0,1 1 1 0 0,0 0-1 0 0,0-1 1 0 0,-1 1-1 0 0,1 0 0 0 0,0 0 1 0 0,0 0-1 0 0,-1-1 1 0 0,1 1-1 0 0,0 0 0 0 0,-1 0 1 0 0,1 0-1 0 0,0 0 1 0 0,-1-1-1 0 0,1 1 0 0 0,0 0 1 0 0,-1 0-1 0 0,1 0 1 0 0,0 0-1 0 0,-1 0 1 0 0,1 0-1 0 0,0 0 0 0 0,-1 0 1 0 0,1 0-1 0 0,-1 0 1 0 0,1 0-1 0 0,0 0 0 0 0,-1 0 1 0 0,1 1-1 0 0,0-1 1 0 0,-1 0-1 0 0,1 0 0 0 0,0 0 1 0 0,-1 0-1 0 0,1 1 1 0 0,0-1-1 0 0,-7 20 2220 0 0,3-4-2119 0 0,-8 32 921 0 0,1 0 0 0 0,-6 70 0 0 0,15-95-886 0 0,1-21-195 0 0,-2 19 29 0 0,1-1 1 0 0,1 0-1 0 0,0 1 0 0 0,2-1 1 0 0,3 27-1 0 0,-4-46-79 0 0,0 0 0 0 0,1 0 0 0 0,-1 0 0 0 0,1 0 0 0 0,-1 0 0 0 0,1 0 0 0 0,0 1 0 0 0,-1-1 0 0 0,1 0 0 0 0,0-1 0 0 0,0 1 0 0 0,-1 0 0 0 0,1 0 0 0 0,0 0 0 0 0,0 0 0 0 0,0-1 0 0 0,0 1 0 0 0,0 0 0 0 0,0-1 0 0 0,1 1 0 0 0,-1-1 0 0 0,0 1 0 0 0,0-1 0 0 0,0 0 0 0 0,0 1 0 0 0,1-1 0 0 0,-1 0 0 0 0,0 0 0 0 0,0 0 0 0 0,0 0 0 0 0,1 0 0 0 0,-1 0 0 0 0,0 0 0 0 0,0 0 0 0 0,1 0 1 0 0,-1-1-1 0 0,0 1 0 0 0,0-1 0 0 0,0 1 0 0 0,0-1 0 0 0,0 1 0 0 0,2-2 0 0 0,4-1-117 0 0,1 0 1 0 0,-1-1 0 0 0,0 0 0 0 0,0 0 0 0 0,7-6-1 0 0,5-5-20 0 0,0-1-1 0 0,30-34 1 0 0,-33 31 169 0 0,-3 3 49 0 0,0 0 0 0 0,1 1 0 0 0,25-21 0 0 0,-38 35-42 0 0,1 0 1 0 0,0 0 0 0 0,-1 0-1 0 0,1 0 1 0 0,-1 1-1 0 0,1-1 1 0 0,0 1 0 0 0,0-1-1 0 0,-1 1 1 0 0,1 0-1 0 0,0-1 1 0 0,0 1 0 0 0,0 0-1 0 0,-1 0 1 0 0,1 0-1 0 0,0 0 1 0 0,0 1 0 0 0,0-1-1 0 0,-1 0 1 0 0,1 1 0 0 0,0-1-1 0 0,0 1 1 0 0,-1 0-1 0 0,1 0 1 0 0,-1-1 0 0 0,1 1-1 0 0,-1 0 1 0 0,1 0-1 0 0,2 2 1 0 0,4 5-163 0 0,0-1-1 0 0,0 1 1 0 0,12 18 0 0 0,-1-4-768 0 0,29 20-3351 0 0,-43-38 3097 0 0,1-1 0 0 0,-1 0 1 0 0,1 0-1 0 0,0 0 1 0 0,0-1-1 0 0,0 0 1 0 0,12 3-1 0 0,-5-4-1116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6.3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1 240 584 0 0,'11'-10'14612'0'0,"-9"44"-9787"0"0,-3-26-5439 0 0,1 15 826 0 0,-1 33-344 0 0,1-53-390 0 0,0 0 1 0 0,1 0-1 0 0,-1 0 1 0 0,1 0-1 0 0,-1-1 1 0 0,1 1-1 0 0,0 0 0 0 0,0 0 1 0 0,0-1-1 0 0,1 1 1 0 0,-1 0-1 0 0,1-1 1 0 0,-1 1-1 0 0,4 2 1 0 0,5-7-10451 0 0</inkml:trace>
  <inkml:trace contextRef="#ctx0" brushRef="#br0" timeOffset="1">109 117 620 0 0,'0'-12'2224'0'0,"-1"0"0"0"0,-1 0 0 0 0,0 0 0 0 0,-4-12 0 0 0,-8-21 471 0 0,32 66-14927 0 0,-11-16 10089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6.6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267 1 1756 0 0,'-25'0'9849'0'0,"-5"3"-4811"0"0,2 0-4513 0 0,0 2 0 0 0,1 1 0 0 0,-49 16 0 0 0,59-17-335 0 0,14-5-172 0 0,1 1 0 0 0,-1-1 0 0 0,0 1 0 0 0,0 0 0 0 0,0 0 0 0 0,0 0 0 0 0,0 0 1 0 0,1 1-1 0 0,-1-1 0 0 0,-4 4 0 0 0,7-5-22 0 0,0 1 0 0 0,0-1 0 0 0,0 1 0 0 0,0 0 0 0 0,0-1-1 0 0,0 1 1 0 0,0-1 0 0 0,0 1 0 0 0,0 0 0 0 0,0-1 0 0 0,0 1 0 0 0,0-1 0 0 0,1 1 0 0 0,-1-1 0 0 0,0 1 0 0 0,0 0 0 0 0,1-1 0 0 0,-1 1 0 0 0,0-1 0 0 0,1 1 0 0 0,-1-1 0 0 0,0 1 0 0 0,1-1 0 0 0,-1 0 0 0 0,1 1 0 0 0,-1-1 0 0 0,1 1 0 0 0,-1-1-1 0 0,1 0 1 0 0,-1 1 0 0 0,1-1 0 0 0,23 14 87 0 0,-12-7 5 0 0,3 3 162 0 0,-2 1 0 0 0,1 1 0 0 0,-1 0 0 0 0,-1 1 0 0 0,0 0 0 0 0,-1 1 0 0 0,-1 0 0 0 0,0 1 0 0 0,0 0 0 0 0,11 28 0 0 0,-19-40-250 0 0,-1 0 0 0 0,0 0 0 0 0,-1 0 0 0 0,1 0 1 0 0,-1 0-1 0 0,1 0 0 0 0,-1 1 0 0 0,0-1 0 0 0,0 0 0 0 0,0 0 0 0 0,0 0 0 0 0,-1 0 0 0 0,1 0 0 0 0,-1 1 0 0 0,0-1 0 0 0,0 0 0 0 0,0 0 0 0 0,0-1 0 0 0,-1 1 0 0 0,1 0 0 0 0,-1 0 0 0 0,0-1 0 0 0,-3 5 0 0 0,3-4-466 0 0,-1-1 0 0 0,0 1 0 0 0,0-1 0 0 0,0 1 0 0 0,0-1 0 0 0,0 0 0 0 0,0 0 0 0 0,-5 1 0 0 0,3-1-1046 0 0,1 0 0 0 0,0-1 1 0 0,-1 0-1 0 0,1 0 0 0 0,-1 0 0 0 0,1-1 1 0 0,-6 1-1 0 0,2-2-1166 0 0,3-3 20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7.2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97 42 1672 0 0,'-8'-9'3942'0'0,"6"7"-3006"0"0,1 0-1 0 0,-1 1 1 0 0,0-1 0 0 0,1 0-1 0 0,0 0 1 0 0,-1 0 0 0 0,1 0-1 0 0,0 0 1 0 0,0-1 0 0 0,0 1-1 0 0,0 0 1 0 0,-1-4 0 0 0,2 6-482 0 0,14-3 1119 0 0,-10 7-1420 0 0,1 0 0 0 0,-1 0 0 0 0,0 0-1 0 0,0 0 1 0 0,0 0 0 0 0,0 1 0 0 0,-1-1 0 0 0,0 1-1 0 0,0 0 1 0 0,0 0 0 0 0,-1 1 0 0 0,0-1 0 0 0,1 0-1 0 0,-2 1 1 0 0,1-1 0 0 0,-1 1 0 0 0,0 0 0 0 0,0-1-1 0 0,0 11 1 0 0,0 3 224 0 0,-1 1-1 0 0,-1-1 0 0 0,-1 1 1 0 0,-6 29-1 0 0,4-33-259 0 0,0 1 0 0 0,-2-2 1 0 0,0 1-1 0 0,0 0 0 0 0,-12 17 0 0 0,13-23-82 0 0,-1-1 0 0 0,0 0-1 0 0,-1-1 1 0 0,0 0 0 0 0,0 0-1 0 0,-1 0 1 0 0,0-1 0 0 0,0 0-1 0 0,-11 7 1 0 0,19-14-36 0 0,0 0 0 0 0,0 1 1 0 0,-1-1-1 0 0,1 0 0 0 0,0 0 0 0 0,0 0 0 0 0,0 0 0 0 0,0 0 0 0 0,0 0 1 0 0,0 0-1 0 0,0 0 0 0 0,0 0 0 0 0,0 0 0 0 0,-1 0 0 0 0,1 0 1 0 0,0 0-1 0 0,0 0 0 0 0,0 0 0 0 0,0 0 0 0 0,0 0 0 0 0,0 0 1 0 0,0 0-1 0 0,0 0 0 0 0,-1 0 0 0 0,1 0 0 0 0,0 0 0 0 0,0 0 1 0 0,0 0-1 0 0,0 0 0 0 0,0 0 0 0 0,0 0 0 0 0,0 0 0 0 0,0 0 1 0 0,-1 0-1 0 0,1 0 0 0 0,0 0 0 0 0,0 0 0 0 0,0-1 0 0 0,0 1 1 0 0,0 0-1 0 0,0 0 0 0 0,0 0 0 0 0,0 0 0 0 0,0 0 0 0 0,0 0 0 0 0,0 0 1 0 0,0 0-1 0 0,0 0 0 0 0,0-1 0 0 0,0 1 0 0 0,0 0 0 0 0,0 0 1 0 0,-1 0-1 0 0,1 0 0 0 0,0 0 0 0 0,0 0 0 0 0,1-11-53 0 0,5-9-40 0 0,-2 11 54 0 0,1 0 1 0 0,0 0-1 0 0,0 0 1 0 0,1 0-1 0 0,0 1 0 0 0,0 0 1 0 0,1 1-1 0 0,0-1 1 0 0,1 1-1 0 0,-1 0 1 0 0,1 1-1 0 0,1 0 0 0 0,14-8 1 0 0,9-3-51 0 0,0 1 1 0 0,50-16-1 0 0,-39 19 64 0 0,74-12 0 0 0,-86 20-5 0 0,0-1-1 0 0,-1-1 1 0 0,1-2 0 0 0,-2-1 0 0 0,34-16 0 0 0,-52 20 9 0 0,-3 1 75 0 0,-25 4-37 0 0,-6 2 6 0 0,1 2 0 0 0,0 0-1 0 0,-1 1 1 0 0,2 2 0 0 0,-1 0-1 0 0,1 1 1 0 0,0 1 0 0 0,-39 21 0 0 0,54-25-19 0 0,0-1 0 0 0,0 1-1 0 0,0 0 1 0 0,0 0 0 0 0,1 1 0 0 0,0 0 0 0 0,0 0 0 0 0,0 0 0 0 0,0 0 0 0 0,1 1 0 0 0,0 0 0 0 0,0 0 0 0 0,0 0 0 0 0,1 0 0 0 0,-4 11 0 0 0,7-15-17 0 0,0 0 1 0 0,0 0-1 0 0,0 0 0 0 0,0 0 1 0 0,0 0-1 0 0,0 0 0 0 0,0 0 1 0 0,1 0-1 0 0,-1 0 0 0 0,1 0 1 0 0,0 0-1 0 0,-1-1 1 0 0,1 1-1 0 0,0 0 0 0 0,0 0 1 0 0,0 0-1 0 0,1-1 0 0 0,-1 1 1 0 0,0-1-1 0 0,1 1 0 0 0,-1-1 1 0 0,2 2-1 0 0,2 2-130 0 0,-1-2-1 0 0,1 1 1 0 0,0 0 0 0 0,0-1-1 0 0,0 0 1 0 0,8 3 0 0 0,0-1-540 0 0,0-1 1 0 0,0-1 0 0 0,1 0-1 0 0,0-1 1 0 0,-1 0-1 0 0,17-1 1 0 0,84-5-10347 0 0,-94 2 7745 0 0,-6 0 775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7.6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150 66 388 0 0,'-2'-28'7481'0'0,"2"26"-7063"0"0,1 0 1 0 0,-1 0 0 0 0,0 1-1 0 0,0-1 1 0 0,0 0 0 0 0,0 0-1 0 0,0 0 1 0 0,-1 0-1 0 0,1 0 1 0 0,-1 0 0 0 0,1 0-1 0 0,-1 1 1 0 0,1-1 0 0 0,-1 0-1 0 0,0 0 1 0 0,0 1 0 0 0,0-1-1 0 0,-2-2 1 0 0,-1 4-209 0 0,0 0-1 0 0,0 0 1 0 0,0 0 0 0 0,0 0 0 0 0,0 1 0 0 0,0 0-1 0 0,0 0 1 0 0,0 0 0 0 0,1 0 0 0 0,-7 3 0 0 0,5-2-17 0 0,-12 3 270 0 0,9-2-261 0 0,-1-1 1 0 0,1 1 0 0 0,0 0 0 0 0,0 1 0 0 0,0 0 0 0 0,-10 7 0 0 0,17-11-159 0 0,7 2-63 0 0,-1-1 1 0 0,0 1 0 0 0,1 0-1 0 0,-1 1 1 0 0,0-1 0 0 0,6 5-1 0 0,1 0 4 0 0,-4-4 74 0 0,-1 2 0 0 0,0-1 0 0 0,0 1 0 0 0,0 0 0 0 0,0 0 0 0 0,-1 0 0 0 0,0 1-1 0 0,0 0 1 0 0,-1 1 0 0 0,1-1 0 0 0,6 12 0 0 0,-10-14-21 0 0,0 0 1 0 0,-1 1-1 0 0,1-1 0 0 0,-1 1 1 0 0,1-1-1 0 0,-1 1 1 0 0,-1-1-1 0 0,1 1 0 0 0,-1 0 1 0 0,0-1-1 0 0,0 1 0 0 0,0 0 1 0 0,0 0-1 0 0,-1-1 0 0 0,0 1 1 0 0,0-1-1 0 0,0 1 0 0 0,-1-1 1 0 0,1 1-1 0 0,-1-1 0 0 0,0 0 1 0 0,-3 5-1 0 0,3-6-451 0 0,0-1 1 0 0,0 1-1 0 0,0-1 1 0 0,0 1-1 0 0,0-1 1 0 0,0 0-1 0 0,-1 0 0 0 0,1 0 1 0 0,-4 2-1 0 0,5-3-46 0 0,0-1-1 0 0,0 1 0 0 0,0-1 0 0 0,0 1 0 0 0,0-1 1 0 0,0 1-1 0 0,0-1 0 0 0,0 1 0 0 0,0-1 1 0 0,0 0-1 0 0,0 0 0 0 0,-1 0 0 0 0,1 1 1 0 0,0-1-1 0 0,0 0 0 0 0,0-1 0 0 0,0 1 0 0 0,0 0 1 0 0,0 0-1 0 0,-1 0 0 0 0,1-1 0 0 0,0 1 1 0 0,0 0-1 0 0,0-1 0 0 0,0 1 0 0 0,0-1 1 0 0,0 1-1 0 0,-1-2 0 0 0,-1-2-1985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7.9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43 144 0 0,'15'-29'9949'0'0,"-4"17"-4959"0"0,-11 12-4849 0 0,0 0 1 0 0,1-1 0 0 0,-1 1 0 0 0,0 0-1 0 0,0 0 1 0 0,1 0 0 0 0,-1 0-1 0 0,0 0 1 0 0,0 0 0 0 0,1 0 0 0 0,-1 0-1 0 0,0-1 1 0 0,1 1 0 0 0,-1 0-1 0 0,0 0 1 0 0,0 0 0 0 0,1 0 0 0 0,-1 1-1 0 0,0-1 1 0 0,1 0 0 0 0,-1 0-1 0 0,0 0 1 0 0,1 0 0 0 0,-1 0 0 0 0,0 0-1 0 0,0 0 1 0 0,1 0 0 0 0,-1 1-1 0 0,0-1 1 0 0,0 0 0 0 0,1 0 0 0 0,-1 0-1 0 0,0 0 1 0 0,0 1 0 0 0,0-1-1 0 0,1 0 1 0 0,-1 1 0 0 0,2 2 199 0 0,0 0-1 0 0,-1 1 1 0 0,0-1 0 0 0,1 0 0 0 0,-1 1-1 0 0,0 0 1 0 0,-1-1 0 0 0,2 4 0 0 0,1 54 1848 0 0,5 265 99 0 0,-5-278-3870 0 0,-1-2-3919 0 0,-2-46 5314 0 0,0 1 0 0 0,0-1-1 0 0,0 1 1 0 0,0-1 0 0 0,0 1 0 0 0,-1-1-1 0 0,1 1 1 0 0,0-1 0 0 0,-1 1 0 0 0,1-1-1 0 0,0 1 1 0 0,0-1 0 0 0,-1 1-1 0 0,1-1 1 0 0,-1 0 0 0 0,1 1 0 0 0,-1-1-1 0 0,1 0 1 0 0,0 1 0 0 0,-1-1 0 0 0,1 0-1 0 0,-1 1 1 0 0,1-1 0 0 0,-1 0 0 0 0,1 0-1 0 0,-1 0 1 0 0,0 0 0 0 0,1 1-1 0 0,-1-1 1 0 0,1 0 0 0 0,-1 0 0 0 0,1 0-1 0 0,-1 0 1 0 0,1 0 0 0 0,-1 0 0 0 0,0 0-1 0 0,1 0 1 0 0,-1-1 0 0 0,1 1-1 0 0,-1 0 1 0 0,1 0 0 0 0,-1 0 0 0 0,1-1-1 0 0,-1 1 1 0 0,0-1 0 0 0,-26-9-7543 0 0,18 5 5417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8.3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14 135 1804 0 0,'-1'0'266'0'0,"1"0"-1"0"0,-1-1 1 0 0,1 1-1 0 0,-1 0 1 0 0,0 0-1 0 0,1 0 1 0 0,-1-1-1 0 0,1 1 1 0 0,-1 0-1 0 0,0-1 1 0 0,1 1-1 0 0,-1 0 1 0 0,1-1-1 0 0,-1 1 1 0 0,1-1-1 0 0,-1 1 1 0 0,1-1-1 0 0,0 1 1 0 0,-1-1-1 0 0,1 1 1 0 0,0-1-1 0 0,-1 1 1 0 0,1-1-1 0 0,0 1 1 0 0,-1-1-1 0 0,1 0 1 0 0,0 1-1 0 0,0-1 1 0 0,0 0-1 0 0,0 1 1 0 0,0-1-1 0 0,0 1 1 0 0,0-1-1 0 0,0 0 1 0 0,0 1-1 0 0,0-1 1 0 0,0 0-1 0 0,0 0 1 0 0,2-1-7 0 0,-1 0 0 0 0,1 0 0 0 0,-1 0 0 0 0,1 0 1 0 0,0 1-1 0 0,0-1 0 0 0,-1 1 0 0 0,1-1 0 0 0,0 1 0 0 0,5-2 0 0 0,7-4-44 0 0,2 0 0 0 0,18-5-1 0 0,141-35 1369 0 0,-159 42-1529 0 0,-4 1 66 0 0,0 1 1 0 0,0 0-1 0 0,0 0 1 0 0,0 1-1 0 0,1 1 1 0 0,-1 0-1 0 0,1 1 1 0 0,20 2-1 0 0,-30-1 17 0 0,0 0 0 0 0,-1 0 0 0 0,1 0 0 0 0,-1 0 0 0 0,1 1 0 0 0,-1-1-1 0 0,0 1 1 0 0,1 0 0 0 0,-1-1 0 0 0,0 1 0 0 0,0 0 0 0 0,0 0 0 0 0,-1 1 0 0 0,1-1-1 0 0,0 0 1 0 0,-1 1 0 0 0,1-1 0 0 0,-1 1 0 0 0,0-1 0 0 0,0 1 0 0 0,0-1 0 0 0,0 1-1 0 0,-1 0 1 0 0,1 0 0 0 0,-1-1 0 0 0,1 1 0 0 0,-1 0 0 0 0,0 5 0 0 0,0 1 32 0 0,0 1 0 0 0,0 0 0 0 0,-1-1 0 0 0,-1 1 0 0 0,1-1 1 0 0,-1 1-1 0 0,-4 9 0 0 0,3-12-93 0 0,1-1 0 0 0,-1 0 0 0 0,-1 0 1 0 0,1 0-1 0 0,-1-1 0 0 0,0 1 0 0 0,0-1 0 0 0,0 0 1 0 0,-1 0-1 0 0,0 0 0 0 0,0 0 0 0 0,0-1 0 0 0,-1 0 1 0 0,1 0-1 0 0,-1-1 0 0 0,-11 6 0 0 0,17-9-68 0 0,-1 0 1 0 0,1 0-1 0 0,-1 1 0 0 0,1-1 0 0 0,-1 0 0 0 0,1 0 0 0 0,-1 0 0 0 0,1 0 1 0 0,-1 0-1 0 0,1 0 0 0 0,-1 0 0 0 0,1 0 0 0 0,-1 0 0 0 0,1 0 1 0 0,-1 0-1 0 0,1 0 0 0 0,-1 0 0 0 0,1 0 0 0 0,-1-1 0 0 0,1 1 0 0 0,-1 0 1 0 0,1 0-1 0 0,-1-1 0 0 0,1 1 0 0 0,0 0 0 0 0,-1-1 0 0 0,1 1 0 0 0,-1 0 1 0 0,1-1-1 0 0,-1 0 0 0 0,-1-16-244 0 0,3 13 33 0 0,0 0 1 0 0,0 0 0 0 0,0 0-1 0 0,0 0 1 0 0,1 0-1 0 0,3-7 1 0 0,6-2-1323 0 0,0-1-1 0 0,2 2 0 0 0,19-17 1 0 0,-15 15-1702 0 0,1 1 1 0 0,27-15 0 0 0,-17 16-762 0 0,-15 6 1841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8.6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29 188 236 0 0,'0'0'12405'0'0,"-2"11"-7316"0"0,-2 11-2984 0 0,-14 71 813 0 0,14-31-8483 0 0</inkml:trace>
  <inkml:trace contextRef="#ctx0" brushRef="#br0" timeOffset="1">44 61 2016 0 0,'-2'-47'10525'0'0,"2"34"-8671"0"0,0 12-1659 0 0,25 22-5113 0 0,4 3-1178 0 0,-21-15 4148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9.0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104 82 492 0 0,'4'3'890'0'0,"0"0"0"0"0,0-1 0 0 0,-1 1 0 0 0,1-1 0 0 0,1 0 0 0 0,-1 0 0 0 0,0-1 0 0 0,0 1 0 0 0,1-1 0 0 0,-1 0 0 0 0,1 0 0 0 0,-1 0 0 0 0,7-1-1 0 0,-8 1-708 0 0,0-1-1 0 0,-1 0 1 0 0,1 0-1 0 0,0-1 1 0 0,-1 1-1 0 0,1-1 0 0 0,0 1 1 0 0,-1-1-1 0 0,1 0 1 0 0,0 0-1 0 0,-1 0 1 0 0,0 0-1 0 0,1 0 0 0 0,-1-1 1 0 0,0 1-1 0 0,1-1 1 0 0,-1 1-1 0 0,0-1 0 0 0,0 0 1 0 0,0 0-1 0 0,0 0 1 0 0,-1 0-1 0 0,3-3 1 0 0,-1 0-76 0 0,0 0 0 0 0,-1 0 0 0 0,0 0 0 0 0,0 0 0 0 0,0-1 0 0 0,-1 1 0 0 0,2-11 0 0 0,-3 15-94 0 0,0 0 1 0 0,0 0-1 0 0,0 0 1 0 0,0 0 0 0 0,0 0-1 0 0,0 0 1 0 0,0 0 0 0 0,-1 0-1 0 0,1 0 1 0 0,0 0-1 0 0,-1 0 1 0 0,1 0 0 0 0,-1 0-1 0 0,1 1 1 0 0,-1-1 0 0 0,1 0-1 0 0,-1 0 1 0 0,1 0-1 0 0,-1 1 1 0 0,-1-2 0 0 0,1 1 6 0 0,-1 0 0 0 0,0 1 0 0 0,0-1 0 0 0,1 0 0 0 0,-1 1 0 0 0,0-1 1 0 0,0 1-1 0 0,1 0 0 0 0,-1-1 0 0 0,0 1 0 0 0,0 0 0 0 0,0 0 0 0 0,0 0 0 0 0,0 1 1 0 0,-2-1-1 0 0,-9 3 122 0 0,0 1 1 0 0,0 0-1 0 0,1 1 1 0 0,0 0 0 0 0,0 1-1 0 0,0 0 1 0 0,0 1-1 0 0,1 0 1 0 0,0 1 0 0 0,0 0-1 0 0,1 1 1 0 0,0 0-1 0 0,1 0 1 0 0,0 1 0 0 0,-14 20-1 0 0,22-28-154 0 0,-1 0 1 0 0,1-1-1 0 0,0 1 0 0 0,0 0 0 0 0,-1 0 0 0 0,1 1 0 0 0,0-1 0 0 0,1 0 1 0 0,-1 0-1 0 0,0 0 0 0 0,1 1 0 0 0,-1-1 0 0 0,1 0 0 0 0,0 0 1 0 0,-1 1-1 0 0,1-1 0 0 0,0 0 0 0 0,0 1 0 0 0,1-1 0 0 0,-1 0 0 0 0,1 1 1 0 0,-1-1-1 0 0,1 0 0 0 0,-1 0 0 0 0,1 1 0 0 0,0-1 0 0 0,0 0 1 0 0,0 0-1 0 0,1 0 0 0 0,-1 0 0 0 0,0 0 0 0 0,1 0 0 0 0,-1-1 0 0 0,1 1 1 0 0,0 0-1 0 0,3 2 0 0 0,1 1-264 0 0,1-1 0 0 0,0 0 0 0 0,0 0 0 0 0,0-1 0 0 0,1 0 0 0 0,-1 0 0 0 0,1-1 0 0 0,0 0 1 0 0,11 2-1 0 0,-6-2-926 0 0,1-1 1 0 0,0-1-1 0 0,23-2 1 0 0,-19 0-1802 0 0,0-1-1 0 0,23-7 1 0 0,-21 3 637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9.4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 17 1280 0 0,'0'-1'526'0'0,"0"0"1"0"0,-1 0-1 0 0,1 0 0 0 0,-1 0 1 0 0,1 1-1 0 0,-1-1 0 0 0,1 0 1 0 0,-1 0-1 0 0,0 0 0 0 0,1 0 1 0 0,-1 1-1 0 0,0-1 1 0 0,0 0-1 0 0,1 1 0 0 0,-1-1 1 0 0,0 0-1 0 0,0 1 0 0 0,0-1 1 0 0,0 1-1 0 0,-2-1 0 0 0,3 1-281 0 0,-1 0 0 0 0,1 1 0 0 0,-1-1 1 0 0,1 1-1 0 0,-1-1 0 0 0,1 0 0 0 0,-1 1 0 0 0,1-1 0 0 0,-1 1 0 0 0,1-1 0 0 0,0 1 0 0 0,-1-1 0 0 0,1 1 0 0 0,0-1 0 0 0,-1 1 0 0 0,1 0 1 0 0,0-1-1 0 0,0 1 0 0 0,-1-1 0 0 0,1 1 0 0 0,0 0 0 0 0,0-1 0 0 0,0 2 0 0 0,-4 43 2873 0 0,-2 134 680 0 0,-8-1-4495 0 0,12-143-365 0 0,0-6-2569 0 0,0-11-6210 0 0,-6-23 2301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39.7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0 123 1072 0 0,'4'0'7724'0'0,"16"0"-5198"0"0,86 5 1491 0 0,-72-2-3143 0 0,1-1 0 0 0,-1-2 0 0 0,1-1 0 0 0,64-12-1 0 0,-81 9-661 0 0,-3 1-73 0 0,1-1 0 0 0,23-10 0 0 0,-35 13-163 0 0,-1 0 1 0 0,0-1-1 0 0,0 1 1 0 0,0-1-1 0 0,0 0 0 0 0,-1 0 1 0 0,1 0-1 0 0,0 0 1 0 0,-1-1-1 0 0,0 1 1 0 0,1-1-1 0 0,-1 1 1 0 0,0-1-1 0 0,0 0 0 0 0,0 0 1 0 0,-1 0-1 0 0,1 0 1 0 0,1-4-1 0 0,-3 6-3 0 0,1-1 0 0 0,-1 1-1 0 0,0 0 1 0 0,1 0 0 0 0,-1 0-1 0 0,0-1 1 0 0,0 1 0 0 0,0 0-1 0 0,0-1 1 0 0,0 1 0 0 0,-1 0-1 0 0,1 0 1 0 0,0 0 0 0 0,0-1-1 0 0,-1 1 1 0 0,1 0 0 0 0,-1 0-1 0 0,1 0 1 0 0,-1-1 0 0 0,1 1 0 0 0,-1 0-1 0 0,0 0 1 0 0,0 0 0 0 0,1 0-1 0 0,-2-1 1 0 0,-1 1-13 0 0,1-1-1 0 0,0 1 1 0 0,-1-1-1 0 0,1 1 1 0 0,-1 0 0 0 0,0 0-1 0 0,1 0 1 0 0,-1 0 0 0 0,0 0-1 0 0,-5 0 1 0 0,-2 0 18 0 0,0 1 0 0 0,0-1-1 0 0,0 2 1 0 0,-1-1 0 0 0,-13 4 0 0 0,18-2 98 0 0,-1 0 1 0 0,1 1-1 0 0,0 0 1 0 0,0 0-1 0 0,0 0 0 0 0,0 1 1 0 0,1 0-1 0 0,-1 0 1 0 0,1 0-1 0 0,0 0 1 0 0,0 1-1 0 0,-8 10 1 0 0,7-7 20 0 0,1-1 0 0 0,-1 1 1 0 0,2 0-1 0 0,-1 1 0 0 0,1-1 1 0 0,0 1-1 0 0,1 0 1 0 0,-4 15-1 0 0,6-21-91 0 0,0 0 0 0 0,1 1 0 0 0,-1-1 0 0 0,1 0 0 0 0,0 0 0 0 0,0 0 0 0 0,0 1 0 0 0,1-1 0 0 0,-1 0 0 0 0,1 0 0 0 0,0 0 0 0 0,-1 1 0 0 0,2-1 0 0 0,-1 0 0 0 0,0 0 0 0 0,0 0-1 0 0,1-1 1 0 0,0 1 0 0 0,2 3 0 0 0,-1-2-43 0 0,1-1 1 0 0,-1 0-1 0 0,1 0 0 0 0,0 0 0 0 0,0 0 0 0 0,0-1 0 0 0,0 1 0 0 0,1-1 0 0 0,-1 0 0 0 0,1-1 0 0 0,7 3 0 0 0,5-1-330 0 0,-1 0 0 0 0,1-1-1 0 0,0 0 1 0 0,0-2 0 0 0,0 0-1 0 0,21-3 1 0 0,-15 0-1312 0 0,-1-1 0 0 0,36-11 1 0 0,-46 10-499 0 0,0 0 1 0 0,0 0-1 0 0,15-10 1 0 0,-14 6-119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40.1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135 38 1816 0 0,'0'-26'7360'0'0,"0"15"1352"0"0,22 41-3935 0 0,-1 7-3982 0 0,-1 0 0 0 0,-2 1 0 0 0,-1 0 0 0 0,21 79 0 0 0,-35-109-755 0 0,-2 0 0 0 0,1 0-1 0 0,-1-1 1 0 0,0 1-1 0 0,-1 0 1 0 0,0 0 0 0 0,0 0-1 0 0,0 0 1 0 0,-4 13-1 0 0,3-18-17 0 0,0 1 0 0 0,0-1-1 0 0,0 0 1 0 0,-1 0-1 0 0,0 0 1 0 0,1 0-1 0 0,-1 0 1 0 0,0-1 0 0 0,-1 1-1 0 0,1-1 1 0 0,0 1-1 0 0,-1-1 1 0 0,1 0-1 0 0,-1 1 1 0 0,0-1 0 0 0,0-1-1 0 0,1 1 1 0 0,-1 0-1 0 0,-1-1 1 0 0,1 1-1 0 0,0-1 1 0 0,0 0-1 0 0,0 0 1 0 0,-1 0 0 0 0,-2 0-1 0 0,-10 2-22 0 0,0 0-1 0 0,0-1 1 0 0,-1-1-1 0 0,-25-1 1 0 0,36-1-29 0 0,0 0 1 0 0,0 0-1 0 0,1 0 1 0 0,-1 0-1 0 0,0-1 1 0 0,1 0-1 0 0,0 0 0 0 0,-1 0 1 0 0,1-1-1 0 0,0 0 1 0 0,0 0-1 0 0,0 0 0 0 0,1-1 1 0 0,-1 0-1 0 0,1 1 1 0 0,-6-8-1 0 0,9 11 22 0 0,1-1 0 0 0,-1 0 0 0 0,0 0 0 0 0,0 0 0 0 0,1 0 0 0 0,-1 0 0 0 0,1 0 0 0 0,-1 0 0 0 0,1 0 0 0 0,-1 0 0 0 0,1 0 0 0 0,0 0 0 0 0,-1 0 0 0 0,1 0 0 0 0,0 0 0 0 0,0 0-1 0 0,0 0 1 0 0,0 0 0 0 0,0 0 0 0 0,0-1 0 0 0,0 1 0 0 0,0 0 0 0 0,0 0 0 0 0,0 0 0 0 0,1-2 0 0 0,0 2-22 0 0,0-1-1 0 0,0 1 1 0 0,1-1 0 0 0,-1 1-1 0 0,0-1 1 0 0,1 1-1 0 0,-1 0 1 0 0,1 0 0 0 0,-1 0-1 0 0,1 0 1 0 0,-1 0-1 0 0,1 0 1 0 0,3-1 0 0 0,2-1-300 0 0,0 0 0 0 0,0 1 1 0 0,1 0-1 0 0,-1 1 0 0 0,1 0 1 0 0,9-1-1 0 0,3 1-1213 0 0,33 2-4736 0 0,-50-1 5408 0 0,0 0 1 0 0,0 0-1 0 0,0 1 1 0 0,0 0-1 0 0,-1-1 1 0 0,1 1-1 0 0,0 0 1 0 0,0 0-1 0 0,-1 0 1 0 0,1 1-1 0 0,-1-1 1 0 0,1 1-1 0 0,-1-1 0 0 0,3 4 1 0 0,0 1-2031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40.9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 93 1208 0 0,'5'-28'7584'0'0,"-2"21"-6820"0"0,0 0-1 0 0,0-1 0 0 0,1 2 1 0 0,0-1-1 0 0,0 0 0 0 0,0 1 0 0 0,9-11 1 0 0,-16 29 3248 0 0,-15 44-2096 0 0,-5 12-1083 0 0,3 1 1 0 0,3 1-1 0 0,-15 126 1 0 0,32-143-1059 0 0,0-52 106 0 0,3-2-4015 0 0,1 0 2916 0 0,-1 0 1 0 0,0 0-1 0 0,0-1 1 0 0,0 0-1 0 0,0 1 0 0 0,0-1 1 0 0,3-3-1 0 0,9-4-5607 0 0,-10 6 4488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41.6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40 119 688 0 0,'0'0'7799'0'0,"0"33"-1004"0"0,0-29-6567 0 0,0 0 0 0 0,1-1 0 0 0,-1 1 0 0 0,1 0 0 0 0,0 0 0 0 0,0-1 0 0 0,0 1 0 0 0,3 4 0 0 0,-1 2 6 0 0,-1-7-222 0 0,-1-1-1 0 0,0 1 1 0 0,1-1-1 0 0,-1 1 0 0 0,1-1 1 0 0,0 0-1 0 0,0 1 1 0 0,0-1-1 0 0,0 0 0 0 0,0 0 1 0 0,0 0-1 0 0,1-1 1 0 0,-1 1-1 0 0,1 0 1 0 0,-1-1-1 0 0,4 2 0 0 0,0-1 36 0 0,1 0-1 0 0,-1 0 0 0 0,1 0 0 0 0,-1-1 1 0 0,1 1-1 0 0,-1-2 0 0 0,10 1 0 0 0,-8-1-9 0 0,0 0 1 0 0,0 0-1 0 0,-1-1 0 0 0,1 0 0 0 0,0-1 0 0 0,0 0 0 0 0,-1 0 0 0 0,1 0 1 0 0,-1-1-1 0 0,0 0 0 0 0,1-1 0 0 0,-1 1 0 0 0,11-9 0 0 0,-13 7-48 0 0,0 0 0 0 0,0 0 0 0 0,0-1 0 0 0,-1 1 0 0 0,0-1-1 0 0,0 0 1 0 0,4-8 0 0 0,-7 11 7 0 0,0 1 0 0 0,0-1 0 0 0,0 1 0 0 0,0-1 0 0 0,-1 1 0 0 0,1-1 0 0 0,-1 0 0 0 0,1 1 0 0 0,-1-1-1 0 0,0 0 1 0 0,0 1 0 0 0,0-1 0 0 0,-1 0 0 0 0,1 1 0 0 0,-1-1 0 0 0,1 1 0 0 0,-1-1 0 0 0,0 0 0 0 0,0 1 0 0 0,0 0 0 0 0,0-1 0 0 0,-2-2 0 0 0,-5-7-11 0 0,1 2 5 0 0,0-1 0 0 0,-1 1 0 0 0,0 0-1 0 0,-10-10 1 0 0,14 17-2 0 0,0 0-1 0 0,1 0 1 0 0,-1 1-1 0 0,0 0 1 0 0,0 0-1 0 0,-1 0 1 0 0,1 0 0 0 0,0 0-1 0 0,-1 1 1 0 0,1 0-1 0 0,-1 0 1 0 0,1 0-1 0 0,-1 0 1 0 0,1 1-1 0 0,-7-1 1 0 0,-154 4-535 0 0,157-3-2948 0 0,18 14-8228 0 0,-7-7 9627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42.2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255 0 1168 0 0,'-3'2'10048'0'0,"-2"1"-5795"0"0,-10 8-398 0 0,13-8-3693 0 0,0-1-1 0 0,1 0 0 0 0,-1 0 0 0 0,1 0 0 0 0,0 1 0 0 0,0-1 1 0 0,0 1-1 0 0,0-1 0 0 0,0 1 0 0 0,0-1 0 0 0,1 1 0 0 0,-1 0 0 0 0,1-1 1 0 0,-1 1-1 0 0,1 0 0 0 0,0 0 0 0 0,0-1 0 0 0,1 1 0 0 0,0 3 1 0 0,-1-4-139 0 0,1 1 1 0 0,0-1 0 0 0,0 1 0 0 0,0-1-1 0 0,0 0 1 0 0,0 1 0 0 0,1-1 0 0 0,-1 0 0 0 0,1 0-1 0 0,-1 0 1 0 0,1 0 0 0 0,0 0 0 0 0,0 0-1 0 0,0 0 1 0 0,0-1 0 0 0,0 1 0 0 0,0-1-1 0 0,0 0 1 0 0,1 1 0 0 0,-1-1 0 0 0,0 0 0 0 0,1 0-1 0 0,-1 0 1 0 0,1-1 0 0 0,-1 1 0 0 0,1-1-1 0 0,-1 1 1 0 0,1-1 0 0 0,4 0 0 0 0,2 0-118 0 0,0 0 0 0 0,0-1-1 0 0,0-1 1 0 0,0 0 0 0 0,0 0 0 0 0,0 0 0 0 0,0-1 0 0 0,0-1 0 0 0,-1 1 0 0 0,0-2 0 0 0,0 1-1 0 0,0-1 1 0 0,0 0 0 0 0,-1 0 0 0 0,0-1 0 0 0,0 0 0 0 0,0-1 0 0 0,-1 1 0 0 0,9-12 0 0 0,-28 26-336 0 0,-10 15 507 0 0,-38 88 283 0 0,-15 22 611 0 0,64-114-749 0 0,-2-1-1 0 0,1-1 1 0 0,-2-1-1 0 0,-32 30 1 0 0,25-27-70 0 0,14-12-126 0 0,0 1-1 0 0,0-1 0 0 0,-1 0 0 0 0,0-1 1 0 0,0 0-1 0 0,0-1 0 0 0,-1 0 0 0 0,0 0 0 0 0,0-1 1 0 0,-14 4-1 0 0,23-7-79 0 0,-1-1 0 0 0,1 0 1 0 0,0 1-1 0 0,0-1 0 0 0,0 0 1 0 0,-1 0-1 0 0,1 0 0 0 0,0 0 0 0 0,0 0 1 0 0,-1 0-1 0 0,1-1 0 0 0,0 1 0 0 0,0 0 1 0 0,0-1-1 0 0,0 1 0 0 0,-1-1 1 0 0,1 1-1 0 0,0-1 0 0 0,0 1 0 0 0,0-1 1 0 0,0 0-1 0 0,0 1 0 0 0,0-1 0 0 0,0 0 1 0 0,0 0-1 0 0,1 0 0 0 0,-1 0 1 0 0,0 0-1 0 0,0 0 0 0 0,1 0 0 0 0,-1 0 1 0 0,1 0-1 0 0,-1 0 0 0 0,1 0 0 0 0,-1 0 1 0 0,1-1-1 0 0,0 1 0 0 0,-1 0 1 0 0,1 0-1 0 0,0 0 0 0 0,0-2 0 0 0,0 0-248 0 0,0 0 0 0 0,0 0 0 0 0,0 1 0 0 0,1-1 0 0 0,-1 0 0 0 0,1 0 0 0 0,0 0 0 0 0,0 1 0 0 0,0-1 0 0 0,0 1 0 0 0,0-1 0 0 0,0 1 0 0 0,1-1 0 0 0,-1 1 0 0 0,1-1 0 0 0,0 1 0 0 0,2-2-1 0 0,14-12-6008 0 0,31-22-1 0 0,-34 28 3822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42.6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0 223 1324 0 0,'27'5'11251'0'0,"-7"7"-4180"0"0,-18-9-6603 0 0,1 0 1 0 0,-1 0-1 0 0,0 0 1 0 0,0 0-1 0 0,0 0 1 0 0,-1 0 0 0 0,1 0-1 0 0,-1 0 1 0 0,0 1-1 0 0,0-1 1 0 0,1 5-1 0 0,0 1-356 0 0,-1 0 0 0 0,-1 0 0 0 0,1 0 0 0 0,-1-1 0 0 0,-1 1 0 0 0,0 0 0 0 0,0 0 0 0 0,-1 0 0 0 0,-3 10 0 0 0,3-10-513 0 0,-7 17 962 0 0,6-21-2319 0 0,2-13-3313 0 0,0 0 3875 0 0,0 0 1 0 0,0 0-1 0 0,-1 0 0 0 0,-3-9 0 0 0,-4-24-3196 0 0,8-42-1945 0 0,12 0 4819 0 0,12 2 4408 0 0,-14 59 554 0 0,19-31 3441 0 0,-28 53-6807 0 0,-1 11 1809 0 0,-8 16 362 0 0,-24 2 1106 0 0,22-21-2873 0 0,21-18-3775 0 0,-5 6 1623 0 0,0 1-1 0 0,1 0 0 0 0,-1 1 0 0 0,0-1 0 0 0,1 1 0 0 0,0 0 0 0 0,-1 0 0 0 0,12-1 0 0 0,-4 1-877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43.0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 1 2268 0 0,'0'0'12409'0'0,"-2"4"-8819"0"0,-7 15-1322 0 0,3-6-1546 0 0,0 0 1 0 0,2 0-1 0 0,-1 0 1 0 0,1 0 0 0 0,1 1-1 0 0,-2 26 1 0 0,0 85-989 0 0,13-92-2254 0 0,1-19-1173 0 0,4-8-5616 0 0,-9-7 5094 0 0,-2 0 3382 0 0,3-1-1700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43.3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 1 1624 0 0,'-1'53'14116'0'0,"-1"5"-6716"0"0,-5 28-4572 0 0,1-31-3213 0 0,-24 92 1 0 0,29-143 38 0 0,-1 0-1 0 0,1 1 1 0 0,0-1 0 0 0,1 0-1 0 0,-1 1 1 0 0,1-1 0 0 0,0 0 0 0 0,0 1-1 0 0,0-1 1 0 0,0 0 0 0 0,2 6-1 0 0,-2-9 76 0 0,1 0 0 0 0,-1 0-1 0 0,1-1 1 0 0,-1 1-1 0 0,1 0 1 0 0,-1 0-1 0 0,1-1 1 0 0,-1 1 0 0 0,1 0-1 0 0,-1-1 1 0 0,1 1-1 0 0,0-1 1 0 0,0 1-1 0 0,-1-1 1 0 0,1 1 0 0 0,0-1-1 0 0,0 1 1 0 0,-1-1-1 0 0,1 0 1 0 0,0 0-1 0 0,2 1 1 0 0,-1-1-432 0 0,1 0-1 0 0,0 1 1 0 0,0-2-1 0 0,-1 1 1 0 0,1 0 0 0 0,0-1-1 0 0,-1 1 1 0 0,1-1-1 0 0,0 0 1 0 0,3-1 0 0 0,8-3-1944 0 0,-1-1 27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43.7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39 152 160 0 0,'0'0'13185'0'0,"5"2"-9685"0"0,17 3-1965 0 0,-3-5-1462 0 0,0-2 0 0 0,1 0-1 0 0,-1-1 1 0 0,0 0 0 0 0,0-2-1 0 0,-1 0 1 0 0,1-1 0 0 0,-1-1-1 0 0,-1-1 1 0 0,1-1 0 0 0,-1 0-1 0 0,25-18 1 0 0,-40 25-97 0 0,0 1 0 0 0,0-1 0 0 0,0 1 0 0 0,-1-1 1 0 0,1 0-1 0 0,0 0 0 0 0,-1 0 0 0 0,1 0 0 0 0,-1 0 0 0 0,0 0 0 0 0,0 0 0 0 0,0 0 0 0 0,0 0 0 0 0,0 0 0 0 0,0-1 0 0 0,-1 1 1 0 0,1 0-1 0 0,0-4 0 0 0,-1 5 12 0 0,-1-1 0 0 0,1 1 0 0 0,0-1 0 0 0,-1 1 0 0 0,1 0 0 0 0,-1 0 0 0 0,0-1 0 0 0,1 1 0 0 0,-1 0 0 0 0,0 0 0 0 0,1-1 0 0 0,-1 1 0 0 0,0 0 0 0 0,0 0 0 0 0,0 0 0 0 0,0 0 0 0 0,0 0 0 0 0,0 1 0 0 0,-1-1 0 0 0,1 0 0 0 0,0 0-1 0 0,0 1 1 0 0,-1-1 0 0 0,1 0 0 0 0,0 1 0 0 0,-1 0 0 0 0,1-1 0 0 0,0 1 0 0 0,-1 0 0 0 0,1 0 0 0 0,-2-1 0 0 0,-8 0-20 0 0,0 0 0 0 0,0 1-1 0 0,0 0 1 0 0,0 0-1 0 0,0 1 1 0 0,1 1 0 0 0,-1-1-1 0 0,0 2 1 0 0,1 0 0 0 0,-1 0-1 0 0,1 1 1 0 0,0 0-1 0 0,-14 8 1 0 0,8-3 85 0 0,1 0 0 0 0,0 1 0 0 0,1 1 0 0 0,0 0 0 0 0,1 1 0 0 0,0 0 0 0 0,-17 23 0 0 0,26-31-57 0 0,1 1 0 0 0,0-1 0 0 0,0 1 1 0 0,1 0-1 0 0,-1 0 0 0 0,1 0 0 0 0,0 0 0 0 0,0 0 0 0 0,1 0 0 0 0,0 0 1 0 0,0 1-1 0 0,0-1 0 0 0,0 10 0 0 0,1-12-81 0 0,0-1 0 0 0,1 1-1 0 0,-1 0 1 0 0,1-1 0 0 0,0 1 0 0 0,0 0 0 0 0,0-1-1 0 0,0 1 1 0 0,0-1 0 0 0,1 0 0 0 0,-1 1 0 0 0,1-1-1 0 0,-1 0 1 0 0,1 0 0 0 0,0 0 0 0 0,0 0 0 0 0,0 0-1 0 0,0 0 1 0 0,0-1 0 0 0,0 1 0 0 0,1-1 0 0 0,-1 1-1 0 0,0-1 1 0 0,1 0 0 0 0,-1 0 0 0 0,1 0 0 0 0,-1 0-1 0 0,6 1 1 0 0,11 1-1333 0 0,0-1 0 0 0,0 0 0 0 0,0-1-1 0 0,0-1 1 0 0,1-1 0 0 0,-1-1 0 0 0,26-5 0 0 0,-28 4 145 0 0,16-2-993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44.0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375 59 1560 0 0,'-15'-25'6249'0'0,"14"22"-5589"0"0,-1 0 0 0 0,1-1 0 0 0,-1 1 0 0 0,0 0 0 0 0,0 1 0 0 0,0-1 0 0 0,-1 0 0 0 0,-3-3 0 0 0,5 5-473 0 0,0 1 1 0 0,-1-1-1 0 0,1 1 0 0 0,0 0 0 0 0,0-1 0 0 0,-1 1 0 0 0,1 0 1 0 0,0 0-1 0 0,-1-1 0 0 0,1 1 0 0 0,0 0 0 0 0,-1 1 0 0 0,1-1 1 0 0,0 0-1 0 0,-1 0 0 0 0,1 0 0 0 0,0 1 0 0 0,-1-1 0 0 0,1 1 0 0 0,0-1 1 0 0,0 1-1 0 0,0-1 0 0 0,-1 1 0 0 0,1 0 0 0 0,0 0 0 0 0,0-1 1 0 0,-1 3-1 0 0,-12 6 1091 0 0,0 1-1 0 0,-24 24 1 0 0,35-31-1304 0 0,-1 1-1 0 0,1-1 1 0 0,0 1 0 0 0,0 0-1 0 0,1 0 1 0 0,-1 0-1 0 0,1 0 1 0 0,0 0-1 0 0,0 1 1 0 0,0-1-1 0 0,1 1 1 0 0,-1-1-1 0 0,1 1 1 0 0,0 0 0 0 0,0 5-1 0 0,1-9-9 0 0,0-1 1 0 0,0 1-1 0 0,0 0 1 0 0,0-1-1 0 0,0 1 1 0 0,0-1-1 0 0,1 1 0 0 0,-1-1 1 0 0,0 1-1 0 0,0 0 1 0 0,0-1-1 0 0,1 1 0 0 0,-1-1 1 0 0,0 1-1 0 0,1-1 1 0 0,-1 1-1 0 0,0-1 0 0 0,1 0 1 0 0,-1 1-1 0 0,1-1 1 0 0,-1 1-1 0 0,0-1 0 0 0,1 0 1 0 0,-1 1-1 0 0,1-1 1 0 0,-1 0-1 0 0,1 0 1 0 0,-1 1-1 0 0,1-1 0 0 0,0 0 1 0 0,22 0-770 0 0,-18-1 584 0 0,1-1 0 0 0,-1 1-1 0 0,1-1 1 0 0,-1-1 0 0 0,10-4 0 0 0,-11 4 39 0 0,0 0-1 0 0,0-1 1 0 0,0 1-1 0 0,0-1 1 0 0,0 0 0 0 0,-1 0-1 0 0,4-5 1 0 0,-6 7 112 0 0,0 0 0 0 0,0 0 0 0 0,0 0 0 0 0,0-1 1 0 0,0 1-1 0 0,-1 0 0 0 0,1 0 0 0 0,-1 0 0 0 0,1 0 1 0 0,-1-1-1 0 0,0 1 0 0 0,0 0 0 0 0,0 0 0 0 0,0-1 1 0 0,-1 1-1 0 0,1 0 0 0 0,0 0 0 0 0,-1 0 0 0 0,-1-4 0 0 0,2 6 60 0 0,0 0 0 0 0,0-1 0 0 0,0 1 0 0 0,0 0 0 0 0,0 0 0 0 0,0 0 0 0 0,0-1 0 0 0,0 1 0 0 0,-1 0 0 0 0,1 0 0 0 0,0 0 0 0 0,0-1 0 0 0,0 1 0 0 0,0 0 0 0 0,-1 0 0 0 0,1 0 0 0 0,0 0 0 0 0,0-1 0 0 0,0 1 0 0 0,-1 0 0 0 0,1 0 0 0 0,0 0 0 0 0,0 0 0 0 0,0 0 0 0 0,-1 0 0 0 0,1 0 0 0 0,0 0 0 0 0,0 0 0 0 0,-1 0 0 0 0,1 0-1 0 0,0 0 1 0 0,0 0 0 0 0,-1 0 0 0 0,1 0 0 0 0,0 0 0 0 0,0 0 0 0 0,-1 0 0 0 0,1 0 0 0 0,0 0 0 0 0,-11 8-157 0 0,-3 16 114 0 0,1 106 1132 0 0,13-101-728 0 0,-2 0-1 0 0,-1 0 1 0 0,-1-1 0 0 0,-2 1-1 0 0,-1-1 1 0 0,-1 0 0 0 0,-12 27-1 0 0,14-43-245 0 0,0 0-1 0 0,-1 0 1 0 0,-1-1-1 0 0,0 0 1 0 0,0 0-1 0 0,-12 10 0 0 0,15-16-70 0 0,-1 0-1 0 0,1 0 1 0 0,-1-1-1 0 0,0 0 1 0 0,0 0-1 0 0,-1 0 1 0 0,1-1-1 0 0,-1 0 1 0 0,0 0 0 0 0,1-1-1 0 0,-1 0 1 0 0,0 0-1 0 0,-9 1 1 0 0,14-3-33 0 0,0 1 1 0 0,0-1 0 0 0,0 0 0 0 0,0 0 0 0 0,-1 0 0 0 0,1 0 0 0 0,0 0 0 0 0,0-1 0 0 0,0 1 0 0 0,0 0 0 0 0,0-1 0 0 0,0 0 0 0 0,0 0-1 0 0,0 1 1 0 0,0-1 0 0 0,0 0 0 0 0,0-1 0 0 0,0 1 0 0 0,1 0 0 0 0,-1 0 0 0 0,0-1 0 0 0,1 1 0 0 0,-1-1 0 0 0,1 1 0 0 0,-1-1-1 0 0,1 0 1 0 0,0 0 0 0 0,0 1 0 0 0,0-1 0 0 0,0 0 0 0 0,0 0 0 0 0,0 0 0 0 0,1 0 0 0 0,-1 0 0 0 0,0 0 0 0 0,1-1 0 0 0,0 1-1 0 0,-1 0 1 0 0,1 0 0 0 0,0 0 0 0 0,0-2 0 0 0,0-4-16 0 0,1-1-1 0 0,-1 1 1 0 0,1 0-1 0 0,1 0 0 0 0,-1 1 1 0 0,1-1-1 0 0,1 0 1 0 0,-1 0-1 0 0,7-12 1 0 0,-3 8-172 0 0,0 1 0 0 0,1-1 1 0 0,1 1-1 0 0,0 0 0 0 0,0 1 1 0 0,1 0-1 0 0,0 0 0 0 0,1 1 1 0 0,0 0-1 0 0,0 1 0 0 0,1 0 0 0 0,22-12 1 0 0,-18 13-669 0 0,0 0 1 0 0,1 1 0 0 0,0 1-1 0 0,21-4 1 0 0,-5 3-4297 0 0,41-1 1 0 0,-53 5 2849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44.6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206 257 900 0 0,'-3'-1'807'0'0,"0"-1"-1"0"0,-1 0 1 0 0,1 1 0 0 0,-1 0 0 0 0,1 0-1 0 0,-1 0 1 0 0,1 0 0 0 0,-1 0-1 0 0,1 1 1 0 0,-1 0 0 0 0,0-1-1 0 0,1 1 1 0 0,-1 1 0 0 0,0-1 0 0 0,1 0-1 0 0,-7 2 1 0 0,4 1-265 0 0,-1-1 1 0 0,1 0-1 0 0,0 1 1 0 0,0 0-1 0 0,0 1 1 0 0,0 0-1 0 0,1-1 1 0 0,-9 9-1 0 0,6-5-363 0 0,0 1 1 0 0,1-1-1 0 0,0 2 0 0 0,1-1 0 0 0,0 1 0 0 0,0-1 1 0 0,1 2-1 0 0,0-1 0 0 0,1 0 0 0 0,0 1 0 0 0,-5 18 1 0 0,8-27-193 0 0,1 1 0 0 0,-1-1 0 0 0,1 1 0 0 0,0-1 0 0 0,0 0 0 0 0,0 1 1 0 0,0-1-1 0 0,0 1 0 0 0,0-1 0 0 0,0 0 0 0 0,0 1 0 0 0,0-1 0 0 0,1 0 1 0 0,-1 1-1 0 0,0-1 0 0 0,1 0 0 0 0,0 1 0 0 0,-1-1 0 0 0,1 0 0 0 0,0 0 0 0 0,-1 1 1 0 0,1-1-1 0 0,0 0 0 0 0,0 0 0 0 0,2 2 0 0 0,-1-3-58 0 0,0 1 1 0 0,0 0-1 0 0,0 0 0 0 0,0-1 1 0 0,0 1-1 0 0,0-1 0 0 0,0 1 1 0 0,0-1-1 0 0,0 0 0 0 0,1 0 1 0 0,-1 0-1 0 0,0 0 0 0 0,0 0 1 0 0,4-1-1 0 0,2-1-248 0 0,1 0 1 0 0,-1-1-1 0 0,0 0 0 0 0,0 0 0 0 0,0 0 1 0 0,-1-1-1 0 0,10-7 0 0 0,-8 5 14 0 0,-2-1-1 0 0,1 0 1 0 0,-1 0-1 0 0,0-1 1 0 0,0 0-1 0 0,-1 0 0 0 0,0 0 1 0 0,9-18-1 0 0,-9 11 206 0 0,0 0 0 0 0,-1-1 0 0 0,-1 0 0 0 0,5-29-1 0 0,-8 32 104 0 0,2 2 714 0 0,1 26-152 0 0,-2-2-417 0 0,1-1 1 0 0,1 0-1 0 0,9 21 0 0 0,-11-29-137 0 0,0 0 1 0 0,0 0-1 0 0,0 0 1 0 0,0 0-1 0 0,1-1 1 0 0,0 1-1 0 0,-1-1 1 0 0,1 0-1 0 0,0 0 1 0 0,1 0-1 0 0,-1 0 1 0 0,0 0-1 0 0,1-1 1 0 0,0 1-1 0 0,4 1 1 0 0,-4-3-29 0 0,-1-1 0 0 0,1 1 0 0 0,0-1 1 0 0,-1 0-1 0 0,1 0 0 0 0,0-1 0 0 0,0 1 0 0 0,-1-1 0 0 0,1 0 1 0 0,-1 1-1 0 0,1-2 0 0 0,0 1 0 0 0,-1 0 0 0 0,0-1 1 0 0,1 1-1 0 0,-1-1 0 0 0,0 0 0 0 0,0 0 0 0 0,4-4 0 0 0,6-4-123 0 0,0-1 0 0 0,-1 0-1 0 0,10-13 1 0 0,-4 2 94 0 0,-2-1 0 0 0,0-1 0 0 0,-2-1 0 0 0,0 0 0 0 0,19-53 0 0 0,-32 75 108 0 0,0 0-1 0 0,0 0 0 0 0,0 0 0 0 0,0 0 0 0 0,-1 0 1 0 0,1 0-1 0 0,-1 0 0 0 0,0 0 0 0 0,0 0 0 0 0,0 0 0 0 0,0 0 1 0 0,0 0-1 0 0,-1-1 0 0 0,1 1 0 0 0,-2-4 0 0 0,1 6-20 0 0,1 0-1 0 0,0 0 1 0 0,-1 1-1 0 0,1-1 1 0 0,-1 1-1 0 0,1-1 1 0 0,-1 0-1 0 0,1 1 1 0 0,-1-1-1 0 0,0 1 1 0 0,1-1-1 0 0,-1 1 1 0 0,0-1-1 0 0,1 1 1 0 0,-1 0-1 0 0,0-1 0 0 0,1 1 1 0 0,-1 0-1 0 0,0-1 1 0 0,0 1-1 0 0,0 0 1 0 0,1 0-1 0 0,-2 0 1 0 0,0 0 22 0 0,0 0 0 0 0,0 0 1 0 0,0 1-1 0 0,0-1 1 0 0,0 1-1 0 0,0-1 0 0 0,0 1 1 0 0,0 0-1 0 0,0 0 1 0 0,0 0-1 0 0,0 0 0 0 0,-3 2 1 0 0,-5 5 137 0 0,1 0-1 0 0,-1 0 1 0 0,1 1 0 0 0,1 0 0 0 0,0 0 0 0 0,0 1 0 0 0,1 0 0 0 0,-10 17 0 0 0,14-22-167 0 0,0 0 1 0 0,1 1-1 0 0,-1-1 1 0 0,1 1-1 0 0,0-1 1 0 0,0 1-1 0 0,1 0 1 0 0,0-1-1 0 0,0 1 1 0 0,0 0-1 0 0,1 0 1 0 0,0 0-1 0 0,0 0 1 0 0,0 0-1 0 0,1 0 1 0 0,0 0-1 0 0,0 0 1 0 0,0-1-1 0 0,5 12 1 0 0,-3-11-229 0 0,1 0 0 0 0,0-1 1 0 0,0 1-1 0 0,1-1 0 0 0,0 0 1 0 0,0 0-1 0 0,0 0 0 0 0,0-1 1 0 0,1 0-1 0 0,-1 0 0 0 0,1 0 1 0 0,0-1-1 0 0,1 0 0 0 0,-1 0 0 0 0,0 0 1 0 0,13 3-1 0 0,4-1-2881 0 0,0 0-1 0 0,1-1 1 0 0,37 1-1 0 0,-38-3 379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46.7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240 33 748 0 0,'23'-9'8017'0'0,"11"-14"-765"0"0,-68 32-6131 0 0,-22 15-1204 0 0,0 1 0 0 0,-56 37 1 0 0,107-59 63 0 0,3-2 4 0 0,-1 0 1 0 0,1 0-1 0 0,-1 1 0 0 0,1-1 0 0 0,0 1 1 0 0,0-1-1 0 0,-1 1 0 0 0,1 0 1 0 0,0 0-1 0 0,1 0 0 0 0,-1 0 0 0 0,0 0 1 0 0,0 0-1 0 0,-2 5 0 0 0,5-7 12 0 0,-1 1 0 0 0,1-1-1 0 0,-1 1 1 0 0,1-1 0 0 0,-1 1 0 0 0,1-1-1 0 0,-1 1 1 0 0,1-1 0 0 0,0 1-1 0 0,-1-1 1 0 0,1 0 0 0 0,-1 0 0 0 0,1 1-1 0 0,0-1 1 0 0,-1 0 0 0 0,1 0-1 0 0,0 0 1 0 0,-1 1 0 0 0,1-1 0 0 0,0 0-1 0 0,-1 0 1 0 0,1 0 0 0 0,0 0-1 0 0,0-1 1 0 0,24 2-15 0 0,-22-1 15 0 0,15 0 18 0 0,0 1 0 0 0,0 1 0 0 0,33 8 0 0 0,-43-7-8 0 0,0-1 0 0 0,0 1 0 0 0,0 0 0 0 0,0 0 0 0 0,-1 1 0 0 0,1 0 0 0 0,-1 1 0 0 0,0-1 0 0 0,0 1 0 0 0,8 9 0 0 0,-14-13 5 0 0,0 0 1 0 0,1 0-1 0 0,-1 1 1 0 0,0-1 0 0 0,0 0-1 0 0,-1 1 1 0 0,1-1 0 0 0,0 1-1 0 0,0-1 1 0 0,-1 1 0 0 0,1 0-1 0 0,-1-1 1 0 0,1 1-1 0 0,-1 0 1 0 0,0-1 0 0 0,0 1-1 0 0,1 0 1 0 0,-1-1 0 0 0,-1 1-1 0 0,1 0 1 0 0,0-1-1 0 0,0 1 1 0 0,0 0 0 0 0,-1-1-1 0 0,0 3 1 0 0,-1 0 43 0 0,0-1 0 0 0,0 0 0 0 0,0 0 0 0 0,0 1 0 0 0,0-2 0 0 0,-1 1 0 0 0,0 0 0 0 0,1 0 0 0 0,-1-1 0 0 0,0 1-1 0 0,-4 2 1 0 0,0-1-286 0 0,0 0-1 0 0,0 0 0 0 0,0-1 0 0 0,0 0 1 0 0,-10 3-1 0 0,13-5-300 0 0,1 0 0 0 0,-1 0 1 0 0,0-1-1 0 0,0 1 0 0 0,1-1 0 0 0,-1 0 0 0 0,0 0 1 0 0,0 0-1 0 0,0 0 0 0 0,-3-1 0 0 0,-6-7-5738 0 0,10 4 4002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47.1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 1248 0 0,'0'0'291'0'0,"0"0"0"0"0,0-1 0 0 0,1 1 0 0 0,-1-1 0 0 0,0 1 0 0 0,0 0 0 0 0,1 0 0 0 0,-1-1 0 0 0,0 1 0 0 0,0 0 0 0 0,1-1 0 0 0,-1 1 0 0 0,0 0 0 0 0,1 0 0 0 0,-1 0 0 0 0,0-1 0 0 0,1 1 0 0 0,-1 0 0 0 0,0 0 0 0 0,1 0 0 0 0,-1 0 0 0 0,0-1 0 0 0,1 1-1 0 0,-1 0 1 0 0,1 0 0 0 0,-1 0 0 0 0,1 0 0 0 0,9 7 3814 0 0,9 20-1789 0 0,-15-19-1598 0 0,6 9-137 0 0,-1 1 1 0 0,-1 0 0 0 0,0 0 0 0 0,-2 1 0 0 0,0 0 0 0 0,-1 0 0 0 0,-1 0 0 0 0,0 1-1 0 0,-2-1 1 0 0,0 1 0 0 0,-3 37 0 0 0,-1-42-633 0 0,0-1-1 0 0,-1 0 1 0 0,-1 0-1 0 0,0 0 1 0 0,-1-1-1 0 0,-1 1 1 0 0,0-1-1 0 0,0 0 1 0 0,-2-1-1 0 0,1 0 1 0 0,-2 0-1 0 0,1 0 1 0 0,-14 12-1 0 0,9-7-2227 0 0,21-25-535 0 0,2-3 2658 0 0,-1 0 1 0 0,2 0 0 0 0,0 1-1 0 0,23-17 1 0 0,-32 25 207 0 0,0 0 1 0 0,1 1 0 0 0,-1-1-1 0 0,1 1 1 0 0,-1 0 0 0 0,1 0-1 0 0,0-1 1 0 0,-1 2 0 0 0,1-1-1 0 0,0 0 1 0 0,0 0-1 0 0,-1 1 1 0 0,1 0 0 0 0,0-1-1 0 0,0 1 1 0 0,0 0 0 0 0,0 1-1 0 0,0-1 1 0 0,-1 0-1 0 0,1 1 1 0 0,0-1 0 0 0,0 1-1 0 0,-1 0 1 0 0,1 0 0 0 0,0 0-1 0 0,-1 1 1 0 0,1-1 0 0 0,-1 0-1 0 0,1 1 1 0 0,-1 0-1 0 0,0-1 1 0 0,4 5 0 0 0,1 2 101 0 0,-2 0 1 0 0,1 0-1 0 0,-1 1 1 0 0,0-1-1 0 0,-1 1 0 0 0,0 0 1 0 0,0 1-1 0 0,4 17 1 0 0,4 9-710 0 0,-12-35 463 0 0,0 0 0 0 0,0-1 0 0 0,1 1 0 0 0,-1 0-1 0 0,0-1 1 0 0,1 1 0 0 0,-1 0 0 0 0,0-1 0 0 0,1 1 0 0 0,-1-1 0 0 0,1 1 0 0 0,-1-1-1 0 0,1 1 1 0 0,-1-1 0 0 0,1 1 0 0 0,-1-1 0 0 0,1 1 0 0 0,0-1 0 0 0,-1 0 0 0 0,1 1-1 0 0,0-1 1 0 0,-1 0 0 0 0,1 1 0 0 0,0-1 0 0 0,0 0 0 0 0,-1 0 0 0 0,2 0-1 0 0,0 0-256 0 0,-1 0 0 0 0,1 0-1 0 0,0-1 1 0 0,-1 1-1 0 0,1-1 1 0 0,0 1 0 0 0,-1-1-1 0 0,1 0 1 0 0,-1 1-1 0 0,1-1 1 0 0,1-2 0 0 0,34-30-9563 0 0,-36 31 9353 0 0,7-5-1507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47.5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1 116 136 0 0,'3'-5'1255'0'0,"3"-4"799"0"0,0 1 0 0 0,0-1 0 0 0,15-14 0 0 0,-20 22-1852 0 0,0 0 0 0 0,1 0 0 0 0,-1 0 0 0 0,0 0 0 0 0,0 0-1 0 0,1 0 1 0 0,-1 0 0 0 0,1 0 0 0 0,-1 0 0 0 0,1 1 0 0 0,-1-1 0 0 0,1 1-1 0 0,0-1 1 0 0,-1 1 0 0 0,1 0 0 0 0,0-1 0 0 0,-1 1 0 0 0,1 0 0 0 0,0 0-1 0 0,-1 0 1 0 0,1 0 0 0 0,0 0 0 0 0,-1 1 0 0 0,1-1 0 0 0,0 0 0 0 0,-1 1 0 0 0,1-1-1 0 0,-1 1 1 0 0,1 0 0 0 0,-1-1 0 0 0,3 3 0 0 0,8 6 470 0 0,-1 1 1 0 0,0 0 0 0 0,16 19-1 0 0,-22-23-472 0 0,0-1 0 0 0,-1 1 0 0 0,0 1 0 0 0,0-1 0 0 0,-1 0 0 0 0,1 1 0 0 0,-2 0 0 0 0,1 0 0 0 0,2 10 0 0 0,-5-15-154 0 0,0 0 1 0 0,1 0-1 0 0,-1-1 0 0 0,-1 1 0 0 0,1 0 0 0 0,0 0 1 0 0,0 0-1 0 0,-1 0 0 0 0,1 0 0 0 0,-1 0 0 0 0,1-1 0 0 0,-1 1 1 0 0,0 0-1 0 0,0 0 0 0 0,0-1 0 0 0,0 1 0 0 0,0-1 1 0 0,-2 3-1 0 0,0-1 22 0 0,0 0 0 0 0,-1 0 0 0 0,1 0 1 0 0,-1 0-1 0 0,1-1 0 0 0,-1 0 0 0 0,-8 4 0 0 0,5-3-11 0 0,0 0-1 0 0,0-1 1 0 0,0 0-1 0 0,0 0 1 0 0,-1-1-1 0 0,1 1 0 0 0,-1-2 1 0 0,1 1-1 0 0,-12-2 1 0 0,17 1-58 0 0,-1 0 1 0 0,1 0 0 0 0,0-1-1 0 0,-1 0 1 0 0,1 1 0 0 0,0-1-1 0 0,0 0 1 0 0,0 0 0 0 0,0 0-1 0 0,0 0 1 0 0,0-1 0 0 0,0 1-1 0 0,0 0 1 0 0,0-1 0 0 0,0 1 0 0 0,1-1-1 0 0,-1 0 1 0 0,1 0 0 0 0,-1 1-1 0 0,1-1 1 0 0,-2-4 0 0 0,1 2-37 0 0,1 0 1 0 0,0 0 0 0 0,0 0 0 0 0,0 0 0 0 0,1 0 0 0 0,-1 0 0 0 0,1 0-1 0 0,0 0 1 0 0,0 0 0 0 0,1 0 0 0 0,0-6 0 0 0,3-6-399 0 0,0 0 0 0 0,1 1 1 0 0,1 0-1 0 0,0 0 0 0 0,11-17 0 0 0,-14 25-241 0 0,1 0-1 0 0,1 0 1 0 0,0 1-1 0 0,0 0 0 0 0,10-11 1 0 0,11 1-3817 0 0,6 10-3732 0 0,-22 6 5983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47.9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28 122 1100 0 0,'17'20'9220'0'0,"-6"4"-3451"0"0,-9-15-4837 0 0,0 0 0 0 0,0 0 0 0 0,0 1 0 0 0,-1 11 0 0 0,-1 1-201 0 0,-1-1 0 0 0,-1 1 0 0 0,-6 27 0 0 0,8-48-720 0 0,-6 32 679 0 0,-16 44 0 0 0,22-77-699 0 0,0 0 0 0 0,0 0 0 0 0,0 0 0 0 0,0 0-1 0 0,0 1 1 0 0,0-1 0 0 0,0 0 0 0 0,0 0 0 0 0,0 0-1 0 0,0 0 1 0 0,0 0 0 0 0,0 0 0 0 0,0 0 0 0 0,0 1 0 0 0,0-1-1 0 0,0 0 1 0 0,0 0 0 0 0,0 0 0 0 0,-1 0 0 0 0,1 0-1 0 0,0 0 1 0 0,0 0 0 0 0,0 0 0 0 0,0 0 0 0 0,0 0 0 0 0,0 1-1 0 0,0-1 1 0 0,0 0 0 0 0,-1 0 0 0 0,1 0 0 0 0,0 0-1 0 0,0 0 1 0 0,0 0 0 0 0,0 0 0 0 0,0 0 0 0 0,0 0 0 0 0,0 0-1 0 0,-1 0 1 0 0,1 0 0 0 0,0 0 0 0 0,0 0 0 0 0,0 0-1 0 0,0 0 1 0 0,0 0 0 0 0,0 0 0 0 0,-1 0 0 0 0,1-1-1 0 0,0 1 1 0 0,0 0 0 0 0,0 0 0 0 0,0 0 0 0 0,0 0 0 0 0,0 0-1 0 0,0 0 1 0 0,0 0 0 0 0,0 0 0 0 0,-1 0 0 0 0,1 0-1 0 0,0 0 1 0 0,0-1 0 0 0,0 1 0 0 0,-6-12-267 0 0,-4-16-13 0 0,8 19 213 0 0,1-1 0 0 0,0 1 0 0 0,0-1 1 0 0,1 1-1 0 0,1-1 0 0 0,-1 1 0 0 0,1 0 1 0 0,5-18-1 0 0,24-72-365 0 0,-27 89 391 0 0,6-14-79 0 0,1 1 0 0 0,0 0 0 0 0,2 0 0 0 0,1 1 0 0 0,21-28 0 0 0,-32 47 107 0 0,0 1 0 0 0,0-1 0 0 0,0 1 0 0 0,1-1 0 0 0,-1 1 1 0 0,0 0-1 0 0,1 0 0 0 0,0 0 0 0 0,-1 0 0 0 0,1 1 0 0 0,0-1 0 0 0,0 1 1 0 0,0-1-1 0 0,0 1 0 0 0,0 0 0 0 0,1 0 0 0 0,4 0 0 0 0,-6 1 20 0 0,0 0-1 0 0,1 1 0 0 0,-1-1 0 0 0,0 1 1 0 0,0 0-1 0 0,0-1 0 0 0,0 1 0 0 0,0 0 0 0 0,0 0 1 0 0,0 0-1 0 0,0 1 0 0 0,0-1 0 0 0,0 0 1 0 0,0 1-1 0 0,-1-1 0 0 0,1 1 0 0 0,-1 0 0 0 0,1 0 1 0 0,-1-1-1 0 0,0 1 0 0 0,1 0 0 0 0,-1 0 1 0 0,0 0-1 0 0,1 4 0 0 0,1 2 48 0 0,0 0 0 0 0,0 0 0 0 0,-1 1 0 0 0,0-1 0 0 0,-1 0 0 0 0,0 1 0 0 0,0-1 0 0 0,-1 1 0 0 0,0-1-1 0 0,-1 1 1 0 0,1-1 0 0 0,-2 1 0 0 0,1-1 0 0 0,-1 0 0 0 0,0 0 0 0 0,-1 1 0 0 0,0-1 0 0 0,-4 7 0 0 0,5-10-16 0 0,0 0 0 0 0,-1-1 1 0 0,1 0-1 0 0,-1 1 0 0 0,0-1 0 0 0,-1 0 1 0 0,1 0-1 0 0,0-1 0 0 0,-1 1 0 0 0,0-1 1 0 0,0 1-1 0 0,0-1 0 0 0,0-1 0 0 0,-1 1 1 0 0,1 0-1 0 0,-1-1 0 0 0,1 0 0 0 0,-1 0 0 0 0,0-1 1 0 0,0 1-1 0 0,0-1 0 0 0,0 0 0 0 0,0 0 1 0 0,0-1-1 0 0,0 1 0 0 0,0-1 0 0 0,0 0 1 0 0,0 0-1 0 0,0-1 0 0 0,0 0 0 0 0,-7-1 0 0 0,9 1-2 0 0,0-1-1 0 0,-1 1 1 0 0,1-1 0 0 0,0 1-1 0 0,0-1 1 0 0,0 0-1 0 0,0 0 1 0 0,0-1-1 0 0,1 1 1 0 0,-1 0-1 0 0,-3-5 1 0 0,-1-4-2028 0 0,1-1-4062 0 0,4 0-5657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52.7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168 940 1676 0 0,'-4'-3'487'0'0,"1"0"-1"0"0,0 0 0 0 0,0-1 1 0 0,0 0-1 0 0,1 1 0 0 0,-1-1 1 0 0,1 0-1 0 0,0 0 0 0 0,0 0 1 0 0,0-1-1 0 0,1 1 1 0 0,-1 0-1 0 0,1-1 0 0 0,-1-4 1 0 0,2 1-179 0 0,-1 0 0 0 0,1 0-1 0 0,0 0 1 0 0,1 0 0 0 0,0 1 0 0 0,0-1 0 0 0,4-12 0 0 0,2-2 65 0 0,2 0 0 0 0,1 0 0 0 0,0 1-1 0 0,20-30 1 0 0,-14 28-97 0 0,1 1 1 0 0,1 0-1 0 0,1 1 0 0 0,1 1 0 0 0,27-20 0 0 0,118-76 448 0 0,-49 47-395 0 0,3 6 0 0 0,3 5 0 0 0,2 5 0 0 0,2 6 0 0 0,165-39 0 0 0,-259 78-203 0 0,-1 2 0 0 0,1 2 0 0 0,0 0 0 0 0,1 3 0 0 0,61 3 1 0 0,-74 1-63 0 0,-1 0 0 0 0,0 1 0 0 0,0 1 0 0 0,0 1 0 0 0,0 0 0 0 0,-1 1 0 0 0,0 2 0 0 0,-1-1 0 0 0,0 2 0 0 0,0 1 0 0 0,15 12 0 0 0,6 9 163 0 0,-3 1-1 0 0,0 2 1 0 0,-3 2 0 0 0,0 1-1 0 0,-3 1 1 0 0,-1 2-1 0 0,-2 1 1 0 0,-2 0 0 0 0,28 72-1 0 0,-32-63-32 0 0,-2 0-1 0 0,-3 2 0 0 0,-2 0 1 0 0,-2 0-1 0 0,-2 1 1 0 0,-3 1-1 0 0,-2-1 1 0 0,-5 79-1 0 0,-3-88-74 0 0,-2 1 0 0 0,-1-1 1 0 0,-3-1-1 0 0,-1 1 0 0 0,-3-2 0 0 0,-1 1 0 0 0,-3-2 0 0 0,-1-1 0 0 0,-1 0 1 0 0,-3-1-1 0 0,-1-1 0 0 0,-40 47 0 0 0,29-45 68 0 0,-2-2-1 0 0,-2-2 1 0 0,-1-1-1 0 0,-2-3 1 0 0,-57 36-1 0 0,44-36-42 0 0,-1-3-1 0 0,-1-3 0 0 0,-92 30 0 0 0,64-31 7 0 0,-171 29-1 0 0,209-47-91 0 0,0-3 0 0 0,-1-1 0 0 0,1-2 0 0 0,-1-3 0 0 0,1-1 0 0 0,-1-3 0 0 0,-46-11 0 0 0,67 9-94 0 0,0-1 0 0 0,0-2 0 0 0,1 0 0 0 0,0-2 0 0 0,1-1 0 0 0,0-1 0 0 0,1-1-1 0 0,-23-20 1 0 0,17 10-39 0 0,2-1-1 0 0,1-2 1 0 0,1 0-1 0 0,1-2 1 0 0,-28-46-1 0 0,-105-176 246 0 0,138 217-100 0 0,1 0 0 0 0,-24-67-1 0 0,37 81-65 0 0,0 0-1 0 0,1 0 1 0 0,1 0-1 0 0,2 0 0 0 0,0-1 1 0 0,1-40-1 0 0,3 28-34 0 0,2 1-1 0 0,1-1 1 0 0,1 1 0 0 0,2 0-1 0 0,2 1 1 0 0,1 0 0 0 0,1 0-1 0 0,1 1 1 0 0,2 0 0 0 0,1 2-1 0 0,2 0 1 0 0,34-45 0 0 0,-16 33-156 0 0,1 1 0 0 0,3 1 0 0 0,0 3 0 0 0,3 1 0 0 0,1 2 0 0 0,1 2 0 0 0,1 2 0 0 0,2 2 0 0 0,59-24 0 0 0,-69 37-2024 0 0,1 1 0 0 0,73-14 0 0 0,-72 21-2749 0 0,1 2 0 0 0,73 1-1 0 0,-83 5 2265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59.1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36 144 0 0,'0'0'1537'0'0,"-3"-35"17830"0"0,5 37-19214 0 0,0-1 0 0 0,-1 1 0 0 0,1-1 0 0 0,0 1 1 0 0,0-1-1 0 0,1 0 0 0 0,-1 1 0 0 0,0-1 0 0 0,0 0 0 0 0,0-1 0 0 0,1 1 0 0 0,-1 0 1 0 0,1-1-1 0 0,-1 1 0 0 0,3-1 0 0 0,10 5 318 0 0,-1 2-217 0 0,1 1 0 0 0,-1 1 1 0 0,0 0-1 0 0,-1 1 0 0 0,0 1 0 0 0,16 17 1 0 0,62 80 486 0 0,-12 4-353 0 0,90 170 0 0 0,-104-177-283 0 0,-61-98 70 0 0,-20-16-12386 0 0,1-1 634 0 0,11 8 8815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59.5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19 1936 0 0,'4'-4'9424'0'0,"14"-11"-549"0"0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4:59.8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4 1216 0 0,'0'-1'139'0'0,"0"1"0"0"0,0 0 0 0 0,-1 0-1 0 0,1 0 1 0 0,0-1 0 0 0,0 1 0 0 0,0 0 0 0 0,0 0 0 0 0,-1 0-1 0 0,1-1 1 0 0,0 1 0 0 0,0 0 0 0 0,0 0 0 0 0,-1 0 0 0 0,1 0-1 0 0,0 0 1 0 0,0 0 0 0 0,-1 0 0 0 0,1 0 0 0 0,0-1 0 0 0,0 1-1 0 0,0 0 1 0 0,-1 0 0 0 0,1 0 0 0 0,0 0 0 0 0,0 0 0 0 0,-1 0-1 0 0,1 0 1 0 0,0 0 0 0 0,0 0 0 0 0,-1 1 0 0 0,1-1 0 0 0,0 0-1 0 0,0 0 1 0 0,-1 0 0 0 0,1 0 0 0 0,0 0 0 0 0,0 0 0 0 0,0 0-1 0 0,-1 1 1 0 0,1-1 0 0 0,-4 12-3495 0 0,4-10 2889 0 0,-3 4-1457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00.2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1 158 2072 0 0,'41'3'12236'0'0,"2"5"-5806"0"0,-3 4-4179 0 0,-15-2-2215 0 0,-1 0 0 0 0,0 2 1 0 0,0 0-1 0 0,34 26 0 0 0,-55-36-26 0 0,1 1-1 0 0,0 0 1 0 0,0 0-1 0 0,0 0 1 0 0,0-1-1 0 0,0 1 1 0 0,1-1 0 0 0,-1 0-1 0 0,1 0 1 0 0,-1-1-1 0 0,1 0 1 0 0,9 2-1 0 0,-13-4 0 0 0,0 1 0 0 0,1-1 1 0 0,-1 1-1 0 0,0-1 0 0 0,0 0 0 0 0,0 0 0 0 0,1 0 0 0 0,-1 0 0 0 0,0 0 0 0 0,0 0 1 0 0,0 0-1 0 0,-1 0 0 0 0,1 0 0 0 0,0 0 0 0 0,0-1 0 0 0,0 1 0 0 0,-1 0 0 0 0,1 0 1 0 0,-1-1-1 0 0,1 1 0 0 0,-1-1 0 0 0,0 1 0 0 0,1 0 0 0 0,-1-1 0 0 0,0-1 0 0 0,8-42 7 0 0,-8 41-28 0 0,25-186-3369 0 0,-25 180 3228 0 0,1-3-7223 0 0,3 19-707 0 0,-4-1 5549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00.7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0 353 288 0 0,'1'-7'1504'0'0,"-1"0"1"0"0,2 1-1 0 0,-1-1 0 0 0,1 0 0 0 0,0 1 1 0 0,0-1-1 0 0,0 1 0 0 0,7-11 2061 0 0,-8 18-3451 0 0,0-1 0 0 0,0 0 0 0 0,0 1 0 0 0,0-1 0 0 0,0 1 0 0 0,0 0 0 0 0,0-1 0 0 0,0 1 1 0 0,0 0-1 0 0,0-1 0 0 0,-1 1 0 0 0,1 0 0 0 0,0 0 0 0 0,0 0 0 0 0,-1 0 0 0 0,1 0 0 0 0,-1 0 0 0 0,1 0 0 0 0,-1 0 1 0 0,1 0-1 0 0,-1 0 0 0 0,1 1 0 0 0,10 29 653 0 0,-10-25-527 0 0,5 22 64 0 0,-1-1 0 0 0,-1 0 0 0 0,-2 1-1 0 0,-2 55 1 0 0,-1-40-163 0 0,1-42-22 0 0,-1-4-111 0 0,0 0 0 0 0,0 0 0 0 0,0 0 0 0 0,0 0 0 0 0,0 0 1 0 0,0 0-1 0 0,1 0 0 0 0,0-4 0 0 0,2-48-4 0 0,3 0 0 0 0,3 0 1 0 0,2 1-1 0 0,29-93 0 0 0,-7 59-162 0 0,-28 77-9 0 0,2 0-1 0 0,-1 1 1 0 0,1-1-1 0 0,1 1 1 0 0,13-16 0 0 0,-19 25 114 0 0,-1 0 1 0 0,1 0 0 0 0,0 0 0 0 0,-1 1 0 0 0,1-1 0 0 0,0 0 0 0 0,0 1-1 0 0,0-1 1 0 0,-1 0 0 0 0,1 1 0 0 0,0-1 0 0 0,0 1 0 0 0,0-1 0 0 0,0 1 0 0 0,0 0-1 0 0,0-1 1 0 0,0 1 0 0 0,0 0 0 0 0,0 0 0 0 0,0-1 0 0 0,0 1 0 0 0,0 0 0 0 0,1 0-1 0 0,-1 0 1 0 0,0 0 0 0 0,0 1 0 0 0,0-1 0 0 0,1 1 0 0 0,0 0-91 0 0,0 0 1 0 0,-1 0-1 0 0,1 1 1 0 0,-1-1-1 0 0,0 0 1 0 0,1 1 0 0 0,-1 0-1 0 0,0-1 1 0 0,0 1-1 0 0,0 0 1 0 0,0-1-1 0 0,0 1 1 0 0,1 4-1 0 0,2 5-760 0 0,-1 0-1 0 0,-1 0 1 0 0,1 0-1 0 0,0 13 0 0 0,-3-5-1862 0 0,1 0 0 0 0,-5 27 0 0 0,2-23 428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01.0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 91 1496 0 0,'0'0'6201'0'0,"5"-2"-2064"0"0,16-10-2240 0 0,31-9-72 0 0,-25 9-1662 0 0,1 1 1 0 0,1 1 0 0 0,0 2-1 0 0,30-6 1 0 0,-58 14-268 0 0,1 0 0 0 0,-1-1-1 0 0,1 1 1 0 0,-1 0 0 0 0,1 0 0 0 0,-1 0-1 0 0,1 0 1 0 0,-1 1 0 0 0,0-1 0 0 0,1 0 0 0 0,-1 0-1 0 0,1 1 1 0 0,-1-1 0 0 0,0 1 0 0 0,1 0-1 0 0,1 0 1 0 0,-2 0-50 0 0,-1 0-1 0 0,1-1 1 0 0,-1 1 0 0 0,1 0-1 0 0,-1-1 1 0 0,1 1-1 0 0,-1 0 1 0 0,0-1 0 0 0,0 1-1 0 0,1 0 1 0 0,-1 0 0 0 0,0 0-1 0 0,0-1 1 0 0,0 1-1 0 0,0 0 1 0 0,1 0 0 0 0,-1 0-1 0 0,0-1 1 0 0,-1 1 0 0 0,1 0-1 0 0,0 1 1 0 0,-1 4-858 0 0,-1-1-1 0 0,0 0 1 0 0,0 1 0 0 0,-1-1 0 0 0,1 0 0 0 0,-7 8-1 0 0,-1 1-1115 0 0</inkml:trace>
  <inkml:trace contextRef="#ctx0" brushRef="#br0" timeOffset="1">17 284 208 0 0,'-16'9'8326'0'0,"28"-12"-4329"0"0,31-10-2999 0 0,89-46-3543 0 0,-48 14-4501 0 0,-68 35 4936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01.4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47 772 0 0,'0'-28'5841'0'0,"0"9"1635"0"0,-7 41-4561 0 0,4 5-1809 0 0,2 1 0 0 0,3 42 0 0 0,0-9-749 0 0,-5 5-1216 0 0,0 27-3988 0 0,4-82 1916 0 0,0 0-1 0 0,1 0 1 0 0,5 16 0 0 0,-5-19 415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01.7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0 135 1604 0 0,'5'2'13294'0'0,"16"5"-11728"0"0,3-7-1417 0 0,-1-2-1 0 0,0-1 0 0 0,1-1 1 0 0,-1 0-1 0 0,-1-2 1 0 0,1-1-1 0 0,34-15 1 0 0,-53 20-203 0 0,0 0 0 0 0,-1 0 0 0 0,1 0 0 0 0,-1 0 0 0 0,0 0 0 0 0,1-1 0 0 0,-1 1 0 0 0,0-1 0 0 0,0 0 0 0 0,-1 0 0 0 0,1 0 0 0 0,3-6 0 0 0,-6 8 38 0 0,1-1 1 0 0,-1 1-1 0 0,1 0 1 0 0,-1-1-1 0 0,1 1 0 0 0,-1 0 1 0 0,0-1-1 0 0,0 1 1 0 0,0-1-1 0 0,0 1 1 0 0,0-1-1 0 0,0 1 1 0 0,0-1-1 0 0,0 1 1 0 0,-1 0-1 0 0,1-1 1 0 0,-1 1-1 0 0,1-1 0 0 0,-1 1 1 0 0,1 0-1 0 0,-1 0 1 0 0,0-1-1 0 0,1 1 1 0 0,-1 0-1 0 0,0 0 1 0 0,0 0-1 0 0,0 0 1 0 0,0 0-1 0 0,0 0 1 0 0,0 0-1 0 0,0 0 1 0 0,0 0-1 0 0,-1 0 0 0 0,1 0 1 0 0,0 1-1 0 0,-3-2 1 0 0,-1 0 18 0 0,1 0-1 0 0,-1 0 1 0 0,0 1 0 0 0,0-1 0 0 0,0 1 0 0 0,0 1-1 0 0,0-1 1 0 0,0 0 0 0 0,-1 1 0 0 0,1 0 0 0 0,0 1-1 0 0,0-1 1 0 0,0 1 0 0 0,0 0 0 0 0,0 0 0 0 0,0 0-1 0 0,0 1 1 0 0,0 0 0 0 0,0 0 0 0 0,1 0 0 0 0,-1 0-1 0 0,-7 6 1 0 0,2-2 82 0 0,0 1-1 0 0,0 0 1 0 0,1 1 0 0 0,0 0-1 0 0,0 0 1 0 0,1 1 0 0 0,0 0-1 0 0,-12 18 1 0 0,17-20-39 0 0,-1-1 0 0 0,1 1-1 0 0,0 0 1 0 0,0-1 0 0 0,1 1 0 0 0,0 1 0 0 0,0-1 0 0 0,-1 14 0 0 0,3-19-98 0 0,-1 0 0 0 0,1 0 1 0 0,1 1-1 0 0,-1-1 1 0 0,0 0-1 0 0,1 0 0 0 0,-1 1 1 0 0,1-1-1 0 0,-1 0 1 0 0,1 0-1 0 0,0 0 1 0 0,0 0-1 0 0,0 0 0 0 0,0 0 1 0 0,0 0-1 0 0,1 0 1 0 0,-1 0-1 0 0,1-1 1 0 0,-1 1-1 0 0,1 0 0 0 0,-1-1 1 0 0,1 0-1 0 0,0 1 1 0 0,0-1-1 0 0,0 0 1 0 0,0 0-1 0 0,0 0 0 0 0,0 0 1 0 0,0 0-1 0 0,0 0 1 0 0,0 0-1 0 0,4 0 0 0 0,14 2-1380 0 0,-1-1 0 0 0,1-1 0 0 0,0-1 0 0 0,-1-1-1 0 0,1 0 1 0 0,30-7 0 0 0,-19 3-1385 0 0,-6 3 516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02.1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229 77 2036 0 0,'0'0'7700'0'0,"29"3"-2548"0"0,-27-6-5101 0 0,-1 1 0 0 0,1-1 1 0 0,-1 0-1 0 0,0 1 0 0 0,0-1 0 0 0,0 0 0 0 0,-1 0 0 0 0,1 1 1 0 0,-1-1-1 0 0,1 0 0 0 0,-1 0 0 0 0,0 0 0 0 0,0 0 0 0 0,0 0 1 0 0,0 0-1 0 0,-1 1 0 0 0,1-1 0 0 0,-3-6 0 0 0,2 8-43 0 0,0-1 0 0 0,0 1 0 0 0,0-1 0 0 0,0 1 0 0 0,-1-1 0 0 0,1 1 0 0 0,-1 0 0 0 0,1 0 0 0 0,-1 0 0 0 0,1 0 0 0 0,-1 0 0 0 0,1 0 0 0 0,-1 0 0 0 0,0 0 0 0 0,0 0 0 0 0,0 1 0 0 0,1-1 0 0 0,-1 1 0 0 0,0 0 0 0 0,0-1 0 0 0,0 1 0 0 0,0 0 0 0 0,0 0 0 0 0,0 0 0 0 0,1 0 0 0 0,-1 0 0 0 0,0 1 0 0 0,0-1 0 0 0,0 1 0 0 0,-2 0 0 0 0,-9 1 104 0 0,1 1-1 0 0,0 0 1 0 0,0 1 0 0 0,0 0 0 0 0,1 1-1 0 0,-1 0 1 0 0,1 1 0 0 0,0 0-1 0 0,0 1 1 0 0,1 0 0 0 0,0 1-1 0 0,0 0 1 0 0,1 0 0 0 0,0 1-1 0 0,-12 16 1 0 0,18-21-69 0 0,-1 1 1 0 0,2 1-1 0 0,-1-1 1 0 0,0 0-1 0 0,1 1 1 0 0,0-1-1 0 0,0 1 0 0 0,1 0 1 0 0,0 0-1 0 0,0 0 1 0 0,0-1-1 0 0,0 1 1 0 0,1 0-1 0 0,1 11 0 0 0,-1-14-76 0 0,1 0-1 0 0,0-1 0 0 0,0 1 0 0 0,0 0 0 0 0,0 0 0 0 0,0-1 1 0 0,0 1-1 0 0,0 0 0 0 0,1-1 0 0 0,0 1 0 0 0,-1-1 0 0 0,1 0 0 0 0,0 0 1 0 0,0 0-1 0 0,0 1 0 0 0,0-2 0 0 0,1 1 0 0 0,-1 0 0 0 0,1 0 1 0 0,-1-1-1 0 0,1 1 0 0 0,-1-1 0 0 0,1 0 0 0 0,0 0 0 0 0,-1 0 1 0 0,1 0-1 0 0,0 0 0 0 0,0-1 0 0 0,0 1 0 0 0,0-1 0 0 0,5 0 1 0 0,15 1-912 0 0,0-1 1 0 0,1-1 0 0 0,-1-1 0 0 0,30-7-1 0 0,43-17-7455 0 0,-78 19 6174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02.4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 90 60 0 0,'-6'-14'2818'0'0,"1"-1"1"0"0,1 1-1 0 0,-3-16 0 0 0,5 20-1324 0 0,2 9-1431 0 0,0 1 0 0 0,0 0 0 0 0,0 0 0 0 0,0 0-1 0 0,0 0 1 0 0,0 0 0 0 0,1-1 0 0 0,-1 1 0 0 0,0 0 0 0 0,0 0 0 0 0,0 0-1 0 0,0 0 1 0 0,0-1 0 0 0,0 1 0 0 0,0 0 0 0 0,0 0 0 0 0,0 0 0 0 0,0 0 0 0 0,0-1-1 0 0,0 1 1 0 0,0 0 0 0 0,0 0 0 0 0,0 0 0 0 0,0 0 0 0 0,-1 0 0 0 0,1-1-1 0 0,0 1 1 0 0,0 0 0 0 0,0 0 0 0 0,0 0 0 0 0,0 0 0 0 0,0 0 0 0 0,0-1-1 0 0,0 1 1 0 0,-1 0 0 0 0,1 0 0 0 0,0 0 0 0 0,0 0 0 0 0,0 0 0 0 0,0 0-1 0 0,0 0 1 0 0,-1 0 0 0 0,1 0 0 0 0,0 0 0 0 0,0-1 0 0 0,0 1 0 0 0,0 0-1 0 0,0 0 1 0 0,-1 0 0 0 0,1 0 0 0 0,0 0 0 0 0,0 0 0 0 0,0 0 0 0 0,0 0-1 0 0,-1 0 1 0 0,1 1 0 0 0,-3 11 1615 0 0,0 21-388 0 0,7 28-136 0 0,2 0-1 0 0,24 102 1 0 0,-10-65-1674 0 0,-5-46-670 0 0,3 16-2443 0 0,-17-63 2579 0 0,-1 0 0 0 0,0 0 1 0 0,1 0-1 0 0,-2 0 1 0 0,1 0-1 0 0,-2 7 0 0 0,1-9-65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02.8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54 1524 0 0,'0'-3'806'0'0,"0"0"0"0"0,0 1 0 0 0,0-1 0 0 0,0 1 0 0 0,0-1 0 0 0,1 0 0 0 0,-1 1-1 0 0,1-1 1 0 0,0 1 0 0 0,1-3 0 0 0,-1 3-696 0 0,0 1 0 0 0,1-1 0 0 0,-1 1 0 0 0,1 0 0 0 0,0 0 0 0 0,-1 0 0 0 0,1 0-1 0 0,0 0 1 0 0,0 0 0 0 0,-1 0 0 0 0,1 0 0 0 0,0 1 0 0 0,0-1 0 0 0,0 1 0 0 0,2-1 0 0 0,8-1 71 0 0,0 0 0 0 0,0 1 1 0 0,0 0-1 0 0,0 1 0 0 0,0 0 1 0 0,0 1-1 0 0,-1 0 0 0 0,1 1 0 0 0,0 0 1 0 0,0 1-1 0 0,-1 0 0 0 0,0 1 1 0 0,1 1-1 0 0,15 8 0 0 0,-15-7 53 0 0,-1 1-1 0 0,1 0 0 0 0,-2 1 1 0 0,1 0-1 0 0,-1 0 1 0 0,-1 1-1 0 0,1 1 1 0 0,-2-1-1 0 0,1 2 0 0 0,-1-1 1 0 0,-1 1-1 0 0,0 0 1 0 0,6 13-1 0 0,-10-17-203 0 0,-1-1-1 0 0,0 0 1 0 0,-1 1-1 0 0,0-1 1 0 0,0 1-1 0 0,0-1 1 0 0,-1 1-1 0 0,1-1 1 0 0,-2 1-1 0 0,1-1 1 0 0,-1 1-1 0 0,0 0 1 0 0,0-1-1 0 0,-1 0 1 0 0,1 1-1 0 0,-2-1 1 0 0,1 0-1 0 0,-1 0 1 0 0,0 0-1 0 0,0 0 1 0 0,0 0-1 0 0,-1-1 1 0 0,0 0-1 0 0,0 0 1 0 0,0 0-1 0 0,-1 0 1 0 0,0 0-1 0 0,0-1 1 0 0,-7 5-1 0 0,8-6-14 0 0,-1 0 0 0 0,1 0-1 0 0,0-1 1 0 0,-1 0-1 0 0,0 0 1 0 0,-5 2-1 0 0,10-4-13 0 0,-1 0-1 0 0,1 0 0 0 0,-1 0 0 0 0,1 0 0 0 0,0 0 0 0 0,-1 0 0 0 0,1 0 0 0 0,-1 0 1 0 0,1 0-1 0 0,0 0 0 0 0,-1 0 0 0 0,1 0 0 0 0,-1 0 0 0 0,1-1 0 0 0,0 1 0 0 0,-1 0 0 0 0,1 0 1 0 0,0 0-1 0 0,-1-1 0 0 0,1 1 0 0 0,0 0 0 0 0,-1 0 0 0 0,1-1 0 0 0,0 1 0 0 0,-1 0 0 0 0,1 0 1 0 0,0-1-1 0 0,0 1 0 0 0,0 0 0 0 0,-1-1 0 0 0,1 1 0 0 0,0-2-5 0 0,-1 0-1 0 0,1 0 0 0 0,0 0 1 0 0,0 1-1 0 0,0-1 1 0 0,0 0-1 0 0,0 0 0 0 0,0 1 1 0 0,1-1-1 0 0,-1 0 1 0 0,2-3-1 0 0,2-8-195 0 0,2 0 0 0 0,-1 0 0 0 0,2 1-1 0 0,-1 0 1 0 0,2 0 0 0 0,0 0 0 0 0,0 1 0 0 0,1 0 0 0 0,19-18-1 0 0,-15 18-1037 0 0,-1 0 0 0 0,2 0 0 0 0,0 2 0 0 0,21-13 0 0 0,11 6-7254 0 0,-38 14 6422 0 0</inkml:trace>
  <inkml:trace contextRef="#ctx0" brushRef="#br0" timeOffset="1">561 75 168 0 0,'0'0'11617'0'0,"3"30"-7453"0"0,2-11-3632 0 0,-1 0-1 0 0,-1 0 0 0 0,2 36 1 0 0,-4 20-2627 0 0,-1-75 2088 0 0,4 17-1282 0 0,-2-10-1250 0 0,0 0-5810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03.1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54 200 0 0,'-3'-6'1227'0'0,"0"1"47"0"0,1-1 1 0 0,-1 0-1 0 0,1 1 1 0 0,1-1-1 0 0,-1 0 1 0 0,0-7-1 0 0,2 13-1194 0 0,23 14-1740 0 0,-4-1-290 0 0,0 2-1 0 0,-2 0 1 0 0,21 23 0 0 0,-28-26 1007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03.5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75 68 880 0 0,'3'4'782'0'0,"1"0"-1"0"0,1 0 1 0 0,-1 0 0 0 0,1 0-1 0 0,-1-1 1 0 0,1 0 0 0 0,0 0 0 0 0,0 0-1 0 0,0 0 1 0 0,1-1 0 0 0,-1 0-1 0 0,11 3 1 0 0,-11-4-422 0 0,0 0 0 0 0,0 0 0 0 0,0 0 0 0 0,0-1 0 0 0,0 1 0 0 0,0-1 0 0 0,0 0 0 0 0,-1-1 0 0 0,1 1 0 0 0,0-1 0 0 0,0 0 0 0 0,0 0 0 0 0,0-1 0 0 0,-1 1 0 0 0,8-4 0 0 0,-11 4-305 0 0,0 0 1 0 0,0 1 0 0 0,0-1 0 0 0,0 0 0 0 0,0 0 0 0 0,0 0 0 0 0,-1 1 0 0 0,1-1-1 0 0,0 0 1 0 0,0 0 0 0 0,-1 0 0 0 0,1-1 0 0 0,0 1 0 0 0,-1 0 0 0 0,1 0 0 0 0,-1 0-1 0 0,0 0 1 0 0,1-1 0 0 0,-1 1 0 0 0,0 0 0 0 0,0 0 0 0 0,1-1 0 0 0,-1-1 0 0 0,-1 0-11 0 0,1 0 0 0 0,-1 0 0 0 0,1 0 1 0 0,-1 1-1 0 0,0-1 0 0 0,0 0 0 0 0,0 0 1 0 0,-1 1-1 0 0,1-1 0 0 0,-3-2 0 0 0,2 1-35 0 0,0 0 0 0 0,-1 1-1 0 0,0-1 1 0 0,0 1-1 0 0,0 0 1 0 0,0 0 0 0 0,0 0-1 0 0,-1 0 1 0 0,1 1-1 0 0,-1-1 1 0 0,0 1 0 0 0,0 0-1 0 0,0 0 1 0 0,-5-1-1 0 0,3 2 3 0 0,-1 1 1 0 0,1 1-1 0 0,-1-1 0 0 0,1 1 0 0 0,-1 0 0 0 0,1 0 0 0 0,-1 1 0 0 0,1 0 0 0 0,0 0 0 0 0,0 1 0 0 0,0 0 0 0 0,0 0 0 0 0,0 0 1 0 0,1 0-1 0 0,-1 1 0 0 0,1 0 0 0 0,0 0 0 0 0,0 1 0 0 0,0-1 0 0 0,1 1 0 0 0,-8 11 0 0 0,7-10 18 0 0,0 1 0 0 0,0-1 0 0 0,1 1 0 0 0,0 0 0 0 0,1 1 0 0 0,-1-1 0 0 0,1 1 0 0 0,1 0 0 0 0,-1-1 0 0 0,1 1 0 0 0,1 0 0 0 0,-1 0 0 0 0,1 1 0 0 0,1-1 0 0 0,0 0 0 0 0,0 0 0 0 0,1 11 0 0 0,1-15-145 0 0,-1 0 0 0 0,0 0 0 0 0,1 0 0 0 0,0 0 0 0 0,0-1 0 0 0,0 1 0 0 0,1 0 0 0 0,-1-1-1 0 0,1 0 1 0 0,0 1 0 0 0,0-1 0 0 0,0 0 0 0 0,0-1 0 0 0,0 1 0 0 0,1 0 0 0 0,-1-1 0 0 0,1 0-1 0 0,0 0 1 0 0,0 0 0 0 0,0 0 0 0 0,0-1 0 0 0,0 1 0 0 0,0-1 0 0 0,0 0 0 0 0,0 0 0 0 0,5 0-1 0 0,12 2-2782 0 0,0-2 0 0 0,0 0-1 0 0,39-3 1 0 0,-55 2 2172 0 0,13-1-1689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03.8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5 167 12 0 0,'-1'-2'14330'0'0,"-1"11"-9862"0"0,1 17-2790 0 0,5-3-1081 0 0,2-1 0 0 0,1 1 0 0 0,1-1 0 0 0,0 0 0 0 0,16 26 0 0 0,-9-16-401 0 0,13 38 0 0 0,-22-42-108 0 0,-5-28-89 0 0,-1 0 0 0 0,0 0 0 0 0,0 0 0 0 0,0 1-1 0 0,0-1 1 0 0,0 0 0 0 0,0 0 0 0 0,0 0 0 0 0,0 0 0 0 0,0 0-1 0 0,0 0 1 0 0,0 0 0 0 0,0 0 0 0 0,0 0 0 0 0,0 0 0 0 0,0 1-1 0 0,0-1 1 0 0,0 0 0 0 0,0 0 0 0 0,-1 0 0 0 0,1 0 0 0 0,0 0-1 0 0,0 0 1 0 0,0 0 0 0 0,0 0 0 0 0,0 0 0 0 0,0 0 0 0 0,0 0-1 0 0,0 0 1 0 0,0 0 0 0 0,0 1 0 0 0,0-1 0 0 0,0 0 0 0 0,0 0 0 0 0,0 0-1 0 0,0 0 1 0 0,-1 0 0 0 0,1 0 0 0 0,0 0 0 0 0,0 0 0 0 0,0 0-1 0 0,0 0 1 0 0,0 0 0 0 0,0 0 0 0 0,0 0 0 0 0,0 0 0 0 0,0 0-1 0 0,0 0 1 0 0,-1 0 0 0 0,1 0 0 0 0,0 0 0 0 0,0 0 0 0 0,0 0-1 0 0,0 0 1 0 0,0 0 0 0 0,0 0 0 0 0,0 0 0 0 0,0 0 0 0 0,0 0-1 0 0,0 0 1 0 0,0-1 0 0 0,0 1 0 0 0,-1 0 0 0 0,1 0 0 0 0,0 0-1 0 0,0 0 1 0 0,0 0 0 0 0,-11-13-230 0 0,9 8 151 0 0,-1 0 0 0 0,1-1 0 0 0,0 1 0 0 0,0 0 1 0 0,0-1-1 0 0,1 1 0 0 0,0-1 0 0 0,-1-10 0 0 0,1-49-242 0 0,1 46 250 0 0,0-20 40 0 0,3 1-1 0 0,1-1 1 0 0,1 1 0 0 0,3 0 0 0 0,16-52-1 0 0,-23 86 25 0 0,0 1-1 0 0,0 0 0 0 0,1-1 1 0 0,-1 1-1 0 0,1 0 0 0 0,0 0 1 0 0,0 0-1 0 0,0 1 0 0 0,0-1 0 0 0,0 0 1 0 0,1 1-1 0 0,-1-1 0 0 0,1 1 1 0 0,0 0-1 0 0,0 0 0 0 0,5-3 1 0 0,-6 4 0 0 0,0 0 1 0 0,0 1 0 0 0,0-1 0 0 0,0 1 0 0 0,1 0 0 0 0,-1 0 0 0 0,0 0 0 0 0,0 0 0 0 0,0 0 0 0 0,1 0-1 0 0,-1 0 1 0 0,0 1 0 0 0,0-1 0 0 0,0 1 0 0 0,0 0 0 0 0,0-1 0 0 0,0 1 0 0 0,0 0 0 0 0,0 0 0 0 0,0 0-1 0 0,0 1 1 0 0,0-1 0 0 0,-1 0 0 0 0,1 1 0 0 0,0-1 0 0 0,-1 1 0 0 0,2 2 0 0 0,3 1 7 0 0,-1 1 0 0 0,0 0 0 0 0,0 1 0 0 0,0-1 0 0 0,-1 1 0 0 0,0 0 0 0 0,0 0 0 0 0,-1 0 0 0 0,0 0 0 0 0,0 1 0 0 0,-1-1 0 0 0,2 12 0 0 0,-3-14 11 0 0,-1-1 1 0 0,0 1 0 0 0,0 0-1 0 0,0 0 1 0 0,-1 0-1 0 0,1 0 1 0 0,-1-1 0 0 0,0 1-1 0 0,-1 0 1 0 0,1-1-1 0 0,-1 1 1 0 0,0-1 0 0 0,0 1-1 0 0,0-1 1 0 0,-1 0-1 0 0,0 0 1 0 0,0 0 0 0 0,0 0-1 0 0,0 0 1 0 0,0-1-1 0 0,-5 4 1 0 0,-1 1 28 0 0,0-1 0 0 0,-1-1-1 0 0,1 0 1 0 0,-1 0 0 0 0,-1-1 0 0 0,1 0-1 0 0,-15 5 1 0 0,21-9-48 0 0,-1 0-1 0 0,1 0 1 0 0,0 0-1 0 0,0-1 1 0 0,-1 1-1 0 0,1-1 1 0 0,0 0-1 0 0,-1 0 1 0 0,1-1-1 0 0,-5 0 1 0 0,6 0-42 0 0,1 0 0 0 0,0 0 0 0 0,0 1 0 0 0,-1-2 0 0 0,1 1-1 0 0,0 0 1 0 0,0 0 0 0 0,0-1 0 0 0,0 1 0 0 0,0-1 0 0 0,0 0 0 0 0,1 1 0 0 0,-1-1 0 0 0,0 0 0 0 0,1 0 0 0 0,0 0 0 0 0,-1 0 0 0 0,-1-5 0 0 0,2 4-153 0 0,0 0 0 0 0,0 0 0 0 0,0 0 0 0 0,0 0 0 0 0,0-1 0 0 0,1 1 0 0 0,-1 0 0 0 0,1-1 0 0 0,0 1 0 0 0,0 0 0 0 0,1 0 0 0 0,-1-1 0 0 0,1 1 0 0 0,-1 0 0 0 0,1 0 0 0 0,0-1 0 0 0,0 1 0 0 0,0 0 0 0 0,1 0 0 0 0,-1 0 1 0 0,1 0-1 0 0,0 1 0 0 0,0-1 0 0 0,0 0 0 0 0,0 1 0 0 0,0-1 0 0 0,4-3 0 0 0,-1 2-856 0 0,0-1 0 0 0,0 1 0 0 0,1 0 0 0 0,-1 1 0 0 0,1-1 0 0 0,0 1 0 0 0,-1 0 0 0 0,2 1 0 0 0,-1-1 0 0 0,0 1 0 0 0,0 0 0 0 0,12-1 0 0 0,-6 2-1171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04.2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63 149 480 0 0,'41'23'8737'0'0,"1"-3"-4664"0"0,-15-8-2688 0 0,-1 2-1 0 0,31 20 1 0 0,-56-34-1336 0 0,0 1 0 0 0,0-1 0 0 0,-1 1 0 0 0,1-1 0 0 0,0 1-1 0 0,0 0 1 0 0,0 0 0 0 0,-1 0 0 0 0,1-1 0 0 0,0 1 0 0 0,-1 0 0 0 0,1 0 0 0 0,-1 0 0 0 0,1 0 0 0 0,-1 0 0 0 0,1 0 0 0 0,-1 0 0 0 0,0 0 0 0 0,1 0 0 0 0,-1 0 0 0 0,0 0 0 0 0,0 0 0 0 0,0 0 0 0 0,0 0 0 0 0,0 2 0 0 0,0-1 11 0 0,-1-1-1 0 0,0 1 1 0 0,0 0-1 0 0,1-1 1 0 0,-1 1 0 0 0,0-1-1 0 0,0 1 1 0 0,-1-1-1 0 0,1 1 1 0 0,0-1-1 0 0,0 1 1 0 0,-1-1-1 0 0,-1 2 1 0 0,-7 4 138 0 0,-1-1 1 0 0,1 0-1 0 0,-18 7 1 0 0,23-11-149 0 0,-4 2-31 0 0,-1 0 0 0 0,0 0 0 0 0,1-1 0 0 0,-1-1 0 0 0,-1 0 0 0 0,1 0 0 0 0,0-1-1 0 0,0 0 1 0 0,-14-1 0 0 0,20 0-46 0 0,1 0-1 0 0,0-1 1 0 0,0 1-1 0 0,-1-1 1 0 0,1 0-1 0 0,0 0 1 0 0,0 0-1 0 0,0-1 1 0 0,0 1-1 0 0,0-1 1 0 0,0 1-1 0 0,1-1 1 0 0,-1 0-1 0 0,0 0 1 0 0,1 0-1 0 0,-1-1 1 0 0,1 1-1 0 0,0-1 1 0 0,0 1-1 0 0,0-1 1 0 0,0 0-1 0 0,0 1 1 0 0,1-1-1 0 0,-1 0 1 0 0,1 0-1 0 0,0 0 1 0 0,0-1-1 0 0,0 1 1 0 0,0 0-1 0 0,0 0 0 0 0,1 0 1 0 0,-1-6-1 0 0,0 2-121 0 0,0 0-1 0 0,1 0 1 0 0,0 1-1 0 0,0-1 1 0 0,1 0-1 0 0,0 0 1 0 0,0 1-1 0 0,0-1 1 0 0,1 0-1 0 0,0 1 1 0 0,3-9-1 0 0,-3 12-252 0 0,0-1-1 0 0,0 1 0 0 0,1 0 1 0 0,-1 0-1 0 0,1 0 0 0 0,-1 0 0 0 0,1 0 1 0 0,5-3-1 0 0,-3 3-675 0 0,-1 0-1 0 0,1 0 1 0 0,-1 1 0 0 0,1 0-1 0 0,0 0 1 0 0,0 1 0 0 0,7-3-1 0 0,-2 2-1240 0 0,1 0-13 0 0</inkml:trace>
  <inkml:trace contextRef="#ctx0" brushRef="#br0" timeOffset="1">476 1 1496 0 0,'0'12'10959'0'0,"1"2"-4263"0"0,1 17-2046 0 0,2 20-6178 0 0,-4-29 3496 0 0,0 6-1616 0 0,3 90 1064 0 0,8-42-5182 0 0,-5-66 1988 0 0,-6-10 1229 0 0,1 0 0 0 0,0 1-1 0 0,-1-1 1 0 0,1 0 0 0 0,0 0-1 0 0,-1 0 1 0 0,1 0 0 0 0,0-1 0 0 0,0 1-1 0 0,-1 0 1 0 0,1 0 0 0 0,0 0-1 0 0,-1 0 1 0 0,1-1 0 0 0,-1 1-1 0 0,1 0 1 0 0,0-1 0 0 0,-1 1-1 0 0,1-1 1 0 0,-1 1 0 0 0,1 0-1 0 0,-1-1 1 0 0,1 1 0 0 0,-1-1-1 0 0,1 1 1 0 0,-1-1 0 0 0,1 0-1 0 0,-1 1 1 0 0,0-1 0 0 0,1 0-1 0 0,0-4-1930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04.6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22 2052 0 0,'0'-1'490'0'0,"0"0"0"0"0,1 0 0 0 0,-1 0-1 0 0,0-1 1 0 0,1 1 0 0 0,-1 0 0 0 0,0 0-1 0 0,1 0 1 0 0,-1 0 0 0 0,1 0 0 0 0,0 0 0 0 0,-1 1-1 0 0,1-1 1 0 0,0 0 0 0 0,-1 0 0 0 0,1 0 0 0 0,0 1-1 0 0,0-1 1 0 0,0 0 0 0 0,0 1 0 0 0,0-1-1 0 0,0 0 1 0 0,1 0 0 0 0,0 2-40 0 0,0-1-1 0 0,-1 1 1 0 0,1 0-1 0 0,-1-1 1 0 0,0 1 0 0 0,1 0-1 0 0,-1 0 1 0 0,1 0-1 0 0,-1 0 1 0 0,0 0 0 0 0,0 1-1 0 0,2 1 1 0 0,8 8 101 0 0,-4-4-182 0 0,0 1-1 0 0,-1-1 0 0 0,0 2 1 0 0,0-1-1 0 0,-1 1 0 0 0,0-1 1 0 0,-1 1-1 0 0,0 1 1 0 0,0-1-1 0 0,-1 1 0 0 0,0-1 1 0 0,-1 1-1 0 0,3 14 0 0 0,-1 16-400 0 0,-1 0 0 0 0,-2 42 0 0 0,-2-50-718 0 0,2-25 3082 0 0,-1-1-3946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08.1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238 74 1000 0 0,'-6'-4'1707'0'0,"-1"0"0"0"0,1-1 0 0 0,0 1 0 0 0,0-1 0 0 0,-6-7 0 0 0,2 2 483 0 0,10 10-2150 0 0,-1 0 1 0 0,1 0 0 0 0,0 0-1 0 0,0 0 1 0 0,0 0-1 0 0,0 0 1 0 0,0 0-1 0 0,0-1 1 0 0,0 1-1 0 0,-1 0 1 0 0,1 0 0 0 0,0 0-1 0 0,0 0 1 0 0,0 0-1 0 0,0 0 1 0 0,0-1-1 0 0,0 1 1 0 0,0 0 0 0 0,0 0-1 0 0,0 0 1 0 0,0 0-1 0 0,0 0 1 0 0,0-1-1 0 0,0 1 1 0 0,0 0-1 0 0,0 0 1 0 0,0 0 0 0 0,0 0-1 0 0,0-1 1 0 0,0 1-1 0 0,0 0 1 0 0,0 0-1 0 0,0 0 1 0 0,0 0 0 0 0,0 0-1 0 0,0-1 1 0 0,0 1-1 0 0,0 0 1 0 0,0 0-1 0 0,0 0 1 0 0,0 0-1 0 0,1 0 1 0 0,-1 0 0 0 0,0 0-1 0 0,0-1 1 0 0,0 1-1 0 0,10-3 837 0 0,9 0-106 0 0,-17 4-711 0 0,1-1 0 0 0,-1 1 0 0 0,0 0 0 0 0,1 0 1 0 0,-1 0-1 0 0,0 0 0 0 0,1 0 0 0 0,-1 0 1 0 0,0 0-1 0 0,0 1 0 0 0,0-1 0 0 0,0 1 0 0 0,0 0 1 0 0,0 0-1 0 0,-1-1 0 0 0,1 1 0 0 0,-1 0 1 0 0,1 1-1 0 0,-1-1 0 0 0,3 4 0 0 0,1 4 86 0 0,0 1-1 0 0,0-1 1 0 0,3 13-1 0 0,-7-20-117 0 0,0 1-1 0 0,0-1 0 0 0,-1 0 1 0 0,1 1-1 0 0,-1-1 1 0 0,0 1-1 0 0,0-1 0 0 0,0 1 1 0 0,0-1-1 0 0,-1 1 0 0 0,1-1 1 0 0,-1 0-1 0 0,0 1 0 0 0,0-1 1 0 0,0 0-1 0 0,0 0 1 0 0,-3 4-1 0 0,1-2-15 0 0,-1 1 0 0 0,1-2 0 0 0,-1 1 0 0 0,0 0 1 0 0,-1-1-1 0 0,1 0 0 0 0,-1 0 0 0 0,0 0 0 0 0,-5 3 0 0 0,-6 2-40 0 0,-1-1-1 0 0,1 0 0 0 0,-1-1 1 0 0,-1-1-1 0 0,-28 7 0 0 0,39-12 29 0 0,0 1 0 0 0,-1-1 0 0 0,0 0 0 0 0,1-1 0 0 0,-1 1 0 0 0,-8-2-1 0 0,14 1 0 0 0,1-1 0 0 0,-1 1 0 0 0,0 0 0 0 0,1-1 0 0 0,-1 1 0 0 0,1-1 0 0 0,-1 1 0 0 0,1-1 0 0 0,-1 0 0 0 0,1 1 0 0 0,0-1 0 0 0,-1 0-1 0 0,1 0 1 0 0,0 0 0 0 0,0 0 0 0 0,0 0 0 0 0,-1 0 0 0 0,1-1 0 0 0,0 1 0 0 0,0 0 0 0 0,1 0 0 0 0,-1-1 0 0 0,0 1 0 0 0,0-1 0 0 0,1 1-1 0 0,-1-1 1 0 0,1 1 0 0 0,-1-1 0 0 0,1 1 0 0 0,-1-1 0 0 0,1 1 0 0 0,0-1 0 0 0,0 0 0 0 0,0-2 0 0 0,1-9-165 0 0,0-1 1 0 0,0 0 0 0 0,1 1-1 0 0,1-1 1 0 0,1 1-1 0 0,0 0 1 0 0,0 0 0 0 0,1 1-1 0 0,1-1 1 0 0,0 1-1 0 0,1 0 1 0 0,0 0 0 0 0,1 1-1 0 0,16-18 1 0 0,-23 26-38 0 0,1 1 1 0 0,0 0-1 0 0,0 0 1 0 0,1 0-1 0 0,-1 1 1 0 0,0-1 0 0 0,0 0-1 0 0,1 1 1 0 0,-1-1-1 0 0,1 1 1 0 0,0 0-1 0 0,-1 0 1 0 0,1 0-1 0 0,0 0 1 0 0,-1 1-1 0 0,1-1 1 0 0,0 1-1 0 0,5-1 1 0 0,-3 2-846 0 0,0 0 1 0 0,0 1-1 0 0,0-1 0 0 0,0 1 1 0 0,0 0-1 0 0,0 0 0 0 0,0 0 1 0 0,-1 1-1 0 0,7 4 1 0 0,-1 0-1141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08.6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30 1972 0 0,'4'-5'10297'0'0,"-4"5"-10052"0"0,10 4 2556 0 0,7 9-1996 0 0,-15-10-653 0 0,0 0-1 0 0,0 0 0 0 0,0 1 1 0 0,0-1-1 0 0,0 1 1 0 0,-1-1-1 0 0,1 1 0 0 0,-1-1 1 0 0,0 1-1 0 0,0 0 1 0 0,0-1-1 0 0,0 8 1 0 0,0-1 5 0 0,0 0 1 0 0,-1 0 0 0 0,-2 17 0 0 0,-10 37-346 0 0,12-63 80 0 0,-1-1 58 0 0,0 0-1 0 0,0 0 0 0 0,0 0 1 0 0,1 0-1 0 0,-1 0 1 0 0,0 0-1 0 0,0 0 0 0 0,0 0 1 0 0,0-1-1 0 0,1 1 0 0 0,-1 0 1 0 0,0-1-1 0 0,0 1 0 0 0,1 0 1 0 0,-1-1-1 0 0,0 1 0 0 0,0-1 1 0 0,1 1-1 0 0,-1-1 1 0 0,1 0-1 0 0,-1 1 0 0 0,0-1 1 0 0,1 1-1 0 0,-1-1 0 0 0,1 0 1 0 0,-1 0-1 0 0,1 1 0 0 0,-1-2 1 0 0,1 0 11 0 0,-1 0 0 0 0,1-1 0 0 0,0 1 0 0 0,0 0 1 0 0,-1-1-1 0 0,2 1 0 0 0,-1 0 0 0 0,0 0 0 0 0,0-1 0 0 0,2-3 1 0 0,2-8 83 0 0,1-1 0 0 0,12-22 0 0 0,-12 28-163 0 0,27-48 53 0 0,-30 53 72 0 0,1 0 0 0 0,0 0 0 0 0,0 1 0 0 0,0-1 0 0 0,0 1 0 0 0,0 0 1 0 0,1 0-1 0 0,-1 0 0 0 0,1 0 0 0 0,0 1 0 0 0,8-5 0 0 0,-12 7-1 0 0,1 0 0 0 0,-1 0 0 0 0,1 0 0 0 0,0 1 0 0 0,-1-1 0 0 0,1 0 0 0 0,-1 0 0 0 0,1 0 0 0 0,0 0 0 0 0,-1 1 0 0 0,1-1 0 0 0,-1 0 0 0 0,1 0 0 0 0,-1 1 0 0 0,1-1 0 0 0,-1 1 0 0 0,1-1 0 0 0,-1 0 0 0 0,0 1 0 0 0,1-1 0 0 0,-1 1 0 0 0,1-1 0 0 0,-1 1 0 0 0,0-1 0 0 0,0 1 0 0 0,1-1 0 0 0,-1 1 0 0 0,0-1 0 0 0,0 1 0 0 0,1-1 0 0 0,-1 1 0 0 0,0 0 0 0 0,0-1 1 0 0,0 1-1 0 0,0 0 0 0 0,5 30 133 0 0,-3-20-81 0 0,3 28-108 0 0,-5-33-313 0 0,0-1 1 0 0,1 1 0 0 0,-1-1 0 0 0,1 1-1 0 0,0-1 1 0 0,1 1 0 0 0,-1-1 0 0 0,1 0-1 0 0,0 0 1 0 0,1 0 0 0 0,-1 0 0 0 0,6 8-1 0 0,10 5-7401 0 0,-15-15 5444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09.2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61 1312 0 0,'5'-22'8740'0'0,"11"8"-3444"0"0,-12 13-4933 0 0,0-1 0 0 0,0 1 1 0 0,0-1-1 0 0,0 1 0 0 0,0 1 0 0 0,0-1 0 0 0,0 1 0 0 0,0-1 0 0 0,9 2 0 0 0,-6-1-305 0 0,1 1 1 0 0,0 0-1 0 0,-1 0 0 0 0,1 1 0 0 0,-1 0 1 0 0,1 0-1 0 0,-1 1 0 0 0,0 0 0 0 0,0 0 0 0 0,0 1 1 0 0,9 6-1 0 0,-10-4 29 0 0,-1 0 1 0 0,1 0 0 0 0,-2 1-1 0 0,1-1 1 0 0,-1 1-1 0 0,0 0 1 0 0,0 0 0 0 0,-1 0-1 0 0,0 1 1 0 0,0-1 0 0 0,-1 1-1 0 0,0 0 1 0 0,0 0-1 0 0,-1-1 1 0 0,0 1 0 0 0,0 0-1 0 0,-1 12 1 0 0,0-14-52 0 0,-1-1 0 0 0,1 0 1 0 0,-1 1-1 0 0,0-1 0 0 0,0 1 0 0 0,0-1 1 0 0,-1 0-1 0 0,0 0 0 0 0,0 0 1 0 0,0 0-1 0 0,-1 0 0 0 0,0 0 0 0 0,0-1 1 0 0,0 1-1 0 0,0-1 0 0 0,-1 0 0 0 0,1 0 1 0 0,-1 0-1 0 0,0 0 0 0 0,-1-1 0 0 0,1 1 1 0 0,0-1-1 0 0,-1 0 0 0 0,0-1 1 0 0,0 1-1 0 0,-5 1 0 0 0,9-3-33 0 0,0 0 0 0 0,0-1-1 0 0,0 1 1 0 0,0-1 0 0 0,-1 0 0 0 0,1 1-1 0 0,0-1 1 0 0,0 0 0 0 0,0 0 0 0 0,-1 0 0 0 0,1 0-1 0 0,0 0 1 0 0,0 0 0 0 0,-1 0 0 0 0,1 0-1 0 0,0 0 1 0 0,0 0 0 0 0,0-1 0 0 0,-1 1 0 0 0,1-1-1 0 0,0 1 1 0 0,0-1 0 0 0,0 1 0 0 0,0-1-1 0 0,0 1 1 0 0,-1-2 0 0 0,1 0-6 0 0,0 1 0 0 0,0-1 0 0 0,0 0-1 0 0,0 1 1 0 0,1-1 0 0 0,-1 0 0 0 0,1 0 0 0 0,-1 1 0 0 0,1-1-1 0 0,0 0 1 0 0,0 0 0 0 0,-1 0 0 0 0,1 0 0 0 0,1 1 0 0 0,-1-4 0 0 0,1-4-18 0 0,1 1 0 0 0,0-1 0 0 0,0 1 1 0 0,0-1-1 0 0,1 1 0 0 0,5-10 0 0 0,4-3-15 0 0,0 1 0 0 0,2 0 0 0 0,0 1 0 0 0,23-24 0 0 0,-30 37-25 0 0,-1-1 0 0 0,2 1 0 0 0,-1 0 0 0 0,1 0 0 0 0,0 1 0 0 0,0 0 0 0 0,0 1-1 0 0,1-1 1 0 0,0 2 0 0 0,0-1 0 0 0,0 1 0 0 0,0 1 0 0 0,17-4 0 0 0,10 0-860 0 0,-29 4 316 0 0,0 0 0 0 0,0 0 0 0 0,0 1 0 0 0,0 0 0 0 0,0 0 0 0 0,0 1 0 0 0,1 0 1 0 0,-1 0-1 0 0,0 1 0 0 0,12 2 0 0 0,-6 9-3089 0 0,-12-11 3197 0 0,0 1 1 0 0,0-1-1 0 0,-1 1 0 0 0,1-1 1 0 0,-1 1-1 0 0,1 0 0 0 0,-1-1 1 0 0,0 1-1 0 0,0 0 0 0 0,1-1 1 0 0,-1 1-1 0 0,0 0 0 0 0,-1-1 1 0 0,1 3-1 0 0,-2 5-1598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09.5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61 40 0 0,'22'-16'9039'0'0,"20"-5"-4579"0"0,-39 19-4299 0 0,1 1-1 0 0,-1 0 0 0 0,1 0 1 0 0,-1 0-1 0 0,1 0 0 0 0,0 1 1 0 0,-1-1-1 0 0,1 1 0 0 0,0 0 1 0 0,-1 0-1 0 0,1 1 1 0 0,0-1-1 0 0,-1 1 0 0 0,1-1 1 0 0,-1 1-1 0 0,1 0 0 0 0,6 3 1 0 0,-9-2-66 0 0,0-1 0 0 0,1 1 0 0 0,-1 0 1 0 0,0-1-1 0 0,0 1 0 0 0,0 0 0 0 0,0 0 1 0 0,-1 0-1 0 0,1 0 0 0 0,0 0 0 0 0,-1 0 1 0 0,1 0-1 0 0,-1 0 0 0 0,0 0 0 0 0,0 0 1 0 0,0 0-1 0 0,0 0 0 0 0,0 0 1 0 0,0 0-1 0 0,0 0 0 0 0,-1 0 0 0 0,1 0 1 0 0,-1 2-1 0 0,-1 3 13 0 0,1 0 0 0 0,-1-1 1 0 0,0 0-1 0 0,0 1 0 0 0,-1-1 1 0 0,-4 7-1 0 0,5-8-77 0 0,-1-1 1 0 0,0-1 0 0 0,0 1-1 0 0,0 0 1 0 0,0-1-1 0 0,0 1 1 0 0,-1-1 0 0 0,0 0-1 0 0,1 0 1 0 0,-1 0-1 0 0,0-1 1 0 0,-1 0-1 0 0,1 1 1 0 0,0-1 0 0 0,-1-1-1 0 0,1 1 1 0 0,-1-1-1 0 0,1 1 1 0 0,-1-1 0 0 0,-8 0-1 0 0,9 0-10 0 0,-1-1 0 0 0,0 1 1 0 0,1-1-1 0 0,-1 0 0 0 0,0-1 0 0 0,0 1 0 0 0,1-1 0 0 0,-1 0 1 0 0,1 0-1 0 0,-1 0 0 0 0,-7-4 0 0 0,10 4-22 0 0,0 0 1 0 0,0-1-1 0 0,0 1 1 0 0,1 0-1 0 0,-1-1 0 0 0,1 1 1 0 0,-1-1-1 0 0,1 0 0 0 0,0 1 1 0 0,-1-1-1 0 0,1 0 0 0 0,0 0 1 0 0,0 0-1 0 0,0 0 0 0 0,1 0 1 0 0,-1 0-1 0 0,0 0 1 0 0,1 0-1 0 0,-1 0 0 0 0,1 0 1 0 0,0-1-1 0 0,0 1 0 0 0,0 0 1 0 0,0 0-1 0 0,0 0 0 0 0,0 0 1 0 0,0-1-1 0 0,2-2 1 0 0,-1-2-120 0 0,1 0 0 0 0,0 0 1 0 0,1 0-1 0 0,0 0 0 0 0,0 1 1 0 0,0-1-1 0 0,1 1 1 0 0,0 0-1 0 0,0 0 0 0 0,1 0 1 0 0,10-10-1 0 0,-12 13-332 0 0,0 0-1 0 0,0 1 1 0 0,1-1-1 0 0,-1 1 1 0 0,1-1-1 0 0,0 1 1 0 0,0 1-1 0 0,-1-1 0 0 0,9-2 1 0 0,-9 3-227 0 0,0 1-1 0 0,-1 0 1 0 0,1-1 0 0 0,0 1 0 0 0,0 0 0 0 0,0 1-1 0 0,-1-1 1 0 0,1 0 0 0 0,0 1 0 0 0,0-1-1 0 0,-1 1 1 0 0,1 0 0 0 0,0 0 0 0 0,-1 0-1 0 0,1 0 1 0 0,2 2 0 0 0,3 2-1694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10.1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175 13 1960 0 0,'0'0'223'0'0,"1"0"-1"0"0,-1-1 0 0 0,0 1 1 0 0,0 0-1 0 0,1 0 0 0 0,-1 0 1 0 0,0-1-1 0 0,0 1 0 0 0,1 0 1 0 0,-1 0-1 0 0,0-1 0 0 0,0 1 1 0 0,0 0-1 0 0,0 0 0 0 0,0-1 1 0 0,1 1-1 0 0,-1 0 1 0 0,0-1-1 0 0,0 1 0 0 0,0 0 1 0 0,0-1-1 0 0,0 1 0 0 0,0 0 1 0 0,0 0-1 0 0,0-1 0 0 0,0 1 1 0 0,0 0-1 0 0,0-1 0 0 0,0 1 1 0 0,0 0-1 0 0,0-1 0 0 0,-1 1 1 0 0,1 0-1 0 0,0-1 0 0 0,0 1 1 0 0,0 0-1 0 0,0 0 1 0 0,0-1-1 0 0,-1 1 0 0 0,1 0 1 0 0,0 0-1 0 0,0-1 0 0 0,-1 1 1 0 0,1 0-1 0 0,0 0 0 0 0,0 0 1 0 0,-1-1-1 0 0,-19 4 3095 0 0,19-3-3440 0 0,-8 3 299 0 0,0 0-1 0 0,0 1 0 0 0,1-1 0 0 0,-1 2 0 0 0,1-1 1 0 0,0 1-1 0 0,0 0 0 0 0,1 1 0 0 0,0 0 0 0 0,0 0 0 0 0,0 1 1 0 0,1-1-1 0 0,0 2 0 0 0,0-1 0 0 0,0 0 0 0 0,1 1 0 0 0,0 0 1 0 0,1 1-1 0 0,0-1 0 0 0,0 1 0 0 0,1-1 0 0 0,-3 13 0 0 0,5-19-185 0 0,1-1-1 0 0,-1 1 0 0 0,1-1 1 0 0,0 1-1 0 0,0 0 0 0 0,0 0 0 0 0,0-1 1 0 0,0 1-1 0 0,0 0 0 0 0,0-1 0 0 0,1 1 1 0 0,-1 0-1 0 0,0-1 0 0 0,1 1 1 0 0,-1-1-1 0 0,1 1 0 0 0,0-1 0 0 0,0 1 1 0 0,0-1-1 0 0,-1 1 0 0 0,1-1 0 0 0,0 1 1 0 0,1-1-1 0 0,-1 0 0 0 0,2 2 0 0 0,0-2-30 0 0,-1 1 0 0 0,1-1-1 0 0,0-1 1 0 0,-1 1-1 0 0,1 0 1 0 0,0-1-1 0 0,0 1 1 0 0,-1-1 0 0 0,1 0-1 0 0,0 0 1 0 0,0 0-1 0 0,0 0 1 0 0,-1 0-1 0 0,4-2 1 0 0,7 0-121 0 0,1-2-1 0 0,-1 0 1 0 0,0-1-1 0 0,-1 0 1 0 0,16-8 0 0 0,-24 11 95 0 0,1-1 1 0 0,-1 0-1 0 0,0 0 1 0 0,0 0-1 0 0,-1 0 1 0 0,1 0-1 0 0,-1-1 1 0 0,1 1-1 0 0,-1-1 1 0 0,0 0-1 0 0,0 0 1 0 0,-1 0-1 0 0,1-1 1 0 0,1-5-1 0 0,-1 2 4 0 0,0-1 0 0 0,-1-1 1 0 0,-1 1-1 0 0,0 0 0 0 0,0 0 0 0 0,-1-16 0 0 0,0 23 553 0 0,-2 8-241 0 0,-1 12 52 0 0,3-13-368 0 0,1 0-1 0 0,-1 1 0 0 0,1-1 0 0 0,0 1 0 0 0,1-1 1 0 0,-1 0-1 0 0,1 0 0 0 0,0 0 0 0 0,0 0 1 0 0,1 0-1 0 0,-1 0 0 0 0,1 0 0 0 0,0-1 0 0 0,0 1 1 0 0,1-1-1 0 0,-1 0 0 0 0,1 0 0 0 0,0 0 1 0 0,0-1-1 0 0,1 1 0 0 0,-1-1 0 0 0,1 0 0 0 0,4 2 1 0 0,-4-2-541 0 0,0-1 0 0 0,-1-1 0 0 0,1 1 0 0 0,0-1 0 0 0,0 1 0 0 0,9 0 0 0 0,-9-2-371 0 0,0 0-1 0 0,0 0 0 0 0,0 0 0 0 0,-1-1 1 0 0,1 0-1 0 0,0 0 0 0 0,7-2 0 0 0,-4-1-1348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10.6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129 0 948 0 0,'3'48'11039'0'0,"6"6"-4385"0"0,22 62-2073 0 0,-7-49-4160 0 0,48 96 1 0 0,-66-152-368 0 0,0 0 39 0 0,1 1 0 0 0,-2-1 0 0 0,1 2-1 0 0,-2-1 1 0 0,0 0 0 0 0,0 1 0 0 0,-1 0 0 0 0,1 14-1 0 0,-4-26-72 0 0,0 0-1 0 0,-1 1 0 0 0,1-1 1 0 0,-1 1-1 0 0,1-1 1 0 0,-1 1-1 0 0,0-1 0 0 0,1 0 1 0 0,-1 0-1 0 0,0 1 1 0 0,0-1-1 0 0,0 0 0 0 0,0 0 1 0 0,0 0-1 0 0,0 0 1 0 0,0 0-1 0 0,-1 0 0 0 0,1 0 1 0 0,0 0-1 0 0,0 0 1 0 0,-1-1-1 0 0,1 1 0 0 0,0-1 1 0 0,-1 1-1 0 0,1-1 1 0 0,-1 1-1 0 0,1-1 0 0 0,-3 1 1 0 0,-51 6-25 0 0,43-6 3 0 0,-25 3-49 0 0,23-2 44 0 0,0 0 0 0 0,1-1 0 0 0,-1 0 0 0 0,0-1 0 0 0,0 0 0 0 0,0-1 0 0 0,1-1 1 0 0,-1-1-1 0 0,-15-4 0 0 0,27 7-4 0 0,1 0 1 0 0,-1-1 0 0 0,1 1 0 0 0,-1-1 0 0 0,1 0-1 0 0,0 1 1 0 0,-1-1 0 0 0,1 0 0 0 0,0 0-1 0 0,0 0 1 0 0,0 0 0 0 0,0 0 0 0 0,-1 0-1 0 0,1 0 1 0 0,1 0 0 0 0,-1 0 0 0 0,0 0 0 0 0,0-1-1 0 0,0 1 1 0 0,0 0 0 0 0,1-1 0 0 0,-1 1-1 0 0,1 0 1 0 0,-1-1 0 0 0,1 1 0 0 0,0-1 0 0 0,-1 1-1 0 0,1-1 1 0 0,0 1 0 0 0,0-1 0 0 0,0 1-1 0 0,0-1 1 0 0,1-2 0 0 0,-1 2-14 0 0,1 0 0 0 0,0 0 0 0 0,0 0 0 0 0,0 0 0 0 0,0 0 0 0 0,0 0 0 0 0,1 1 0 0 0,-1-1 0 0 0,0 0 0 0 0,1 1 0 0 0,-1-1 0 0 0,1 1 0 0 0,0 0 0 0 0,0-1 0 0 0,-1 1 0 0 0,1 0 0 0 0,0 0 0 0 0,0 0 0 0 0,0 0 0 0 0,0 0 0 0 0,4-1 0 0 0,11-2-508 0 0,83-18-1324 0 0,-49 18-2101 0 0,-44 5 2189 0 0,1-1 1 0 0,0 1-1 0 0,-1 0 0 0 0,10 3 0 0 0,-5 3-3836 0 0,-11-2 2818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20.4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1033 1156 1524 0 0,'-4'-49'4410'0'0,"4"44"-4219"0"0,1-1 0 0 0,-1 1 0 0 0,1 0 0 0 0,1 0-1 0 0,-1-1 1 0 0,1 1 0 0 0,-1 0 0 0 0,2 1 0 0 0,-1-1-1 0 0,0 0 1 0 0,5-6 0 0 0,7-7 114 0 0,0 0 0 0 0,1 1 0 0 0,0 1 0 0 0,1 1 0 0 0,25-18 0 0 0,97-61 874 0 0,-97 67-832 0 0,171-100 626 0 0,5 8 0 0 0,5 11-1 0 0,428-145 1 0 0,-490 203-573 0 0,2 8-1 0 0,2 7 1 0 0,323-27-1 0 0,-343 56-266 0 0,-1 7 0 0 0,1 6 0 0 0,-1 6 0 0 0,268 60 0 0 0,-228-24 122 0 0,-2 7-1 0 0,-4 8 1 0 0,-2 8 0 0 0,-3 7-1 0 0,-4 8 1 0 0,170 118-1 0 0,-208-110 120 0 0,227 214 0 0 0,77 154 306 0 0,-318-325-115 0 0,-7 5 1 0 0,137 232-1 0 0,-176-247-6 0 0,-5 3 0 0 0,-6 3-1 0 0,63 213 1 0 0,-78-179-97 0 0,24 188 1 0 0,-16 177 204 0 0,-45-386-577 0 0,-6 0 0 0 0,-7 0 0 0 0,-7-1 0 0 0,-6 0-1 0 0,-6-1 1 0 0,-6-2 0 0 0,-7-1 0 0 0,-56 137 0 0 0,48-171 149 0 0,-6-2-1 0 0,-125 191 1 0 0,-172 167 587 0 0,-33-7-433 0 0,255-319-335 0 0,-170 141 0 0 0,222-219 62 0 0,-3-2 0 0 0,-2-4 0 0 0,-2-3 0 0 0,-3-4 0 0 0,-1-4 0 0 0,-2-4 0 0 0,-2-3 0 0 0,-154 38 0 0 0,160-55-26 0 0,-2-4 0 0 0,0-4-1 0 0,-167-1 1 0 0,117-17 4 0 0,-239-41 0 0 0,304 35-112 0 0,-489-99-288 0 0,394 71 76 0 0,-216-83 1 0 0,253 66 304 0 0,-125-76 0 0 0,68 33 130 0 0,-371-194 112 0 0,376 186-429 0 0,-173-135 0 0 0,-138-187-388 0 0,439 381 508 0 0,-262-275 12 0 0,275 272 60 0 0,3-2 0 0 0,-53-102 0 0 0,-111-223 972 0 0,174 326-971 0 0,3-1 0 0 0,2-1 1 0 0,3-1-1 0 0,2 0 0 0 0,3-2 0 0 0,-13-115 1 0 0,5 17-174 0 0,-6-75-192 0 0,17 66 67 0 0,-3-133 389 0 0,17 252-45 0 0,2 0 1 0 0,2 1-1 0 0,2-1 0 0 0,21-60 1 0 0,28-75 61 0 0,95-203 1 0 0,-132 342-194 0 0,-7 15 0 0 0,-1-1 0 0 0,15-50 0 0 0,5-23 0 0 0,29-115 0 0 0,-21 55-88 0 0,-30 122 2 0 0,24-57 1 0 0,-18 53 19 0 0,17-37 4 0 0,9-24 109 0 0,-38 92-44 0 0,1-1 0 0 0,1 1 1 0 0,0 0-1 0 0,14-18 0 0 0,-12 18-21 0 0,-1 0-1 0 0,0-1 1 0 0,8-20 0 0 0,-12 26 13 0 0,0 0 1 0 0,1 1-1 0 0,9-13 1 0 0,5-9 28 0 0,-2 3-41 0 0,36-46 0 0 0,-33 48-19 0 0,30-49 1 0 0,-4-29 43 0 0,4 21-148 0 0,-43 72 92 0 0,0 1 0 0 0,1 0 1 0 0,1 1-1 0 0,8-7 0 0 0,-8 7 51 0 0,0 0 0 0 0,-1-1 0 0 0,0 0 0 0 0,8-9 0 0 0,-10 9 0 0 0,2 0 1 0 0,-1 0-1 0 0,14-9 1 0 0,-4 2-53 0 0,19-22 55 0 0,-32 31 246 0 0,-3 4-210 0 0,0 1 0 0 0,0 0 0 0 0,0-1 0 0 0,0 1 0 0 0,0 0 0 0 0,0 0-1 0 0,1 0 1 0 0,-1 0 0 0 0,0 0 0 0 0,1 0 0 0 0,-1 0 0 0 0,1 0 0 0 0,-1 0 0 0 0,3 0 0 0 0,-2 0-42 0 0,-1 0 0 0 0,0-1 0 0 0,0 1 0 0 0,0 0 0 0 0,0 0 0 0 0,0 0 0 0 0,0-1 0 0 0,0 1 0 0 0,-1 0 0 0 0,1-1 0 0 0,0 1 0 0 0,-1-1 0 0 0,1 1 0 0 0,0-4 0 0 0,-1 4 0 0 0,3-6 0 0 0,0-1 0 0 0,0 0 0 0 0,1 1 0 0 0,7-12 0 0 0,6-15 0 0 0,-14 29-94 0 0,1-9-791 0 0,-5 14 861 0 0,1 0 1 0 0,0 0 0 0 0,-1 0-1 0 0,1-1 1 0 0,0 1 0 0 0,-1 0 0 0 0,1 0-1 0 0,-1 0 1 0 0,1 0 0 0 0,0 0-1 0 0,-1-1 1 0 0,1 1 0 0 0,0 0 0 0 0,-1 0-1 0 0,1 0 1 0 0,-1 0 0 0 0,1 0-1 0 0,0 0 1 0 0,-1 0 0 0 0,1 1 0 0 0,-1-1-1 0 0,1 0 1 0 0,0 0 0 0 0,-1 0-1 0 0,1 0 1 0 0,0 0 0 0 0,-1 1 0 0 0,1-1-1 0 0,0 0 1 0 0,-1 0 0 0 0,1 0-1 0 0,0 1 1 0 0,-1-1 0 0 0,1 0 0 0 0,0 1-1 0 0,0-1 1 0 0,-1 0 0 0 0,1 0-1 0 0,0 1 1 0 0,-5 3-1766 0 0,0 0 0 0 0,0 0 0 0 0,1 0 0 0 0,0 0 0 0 0,0 1 0 0 0,0-1 0 0 0,-3 7 1 0 0,-21 21-8856 0 0,16-21 7523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25.0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11 516 0 0,'1'-1'673'0'0,"0"0"-1"0"0,0 0 0 0 0,0 0 1 0 0,0 0-1 0 0,1 0 1 0 0,-1 1-1 0 0,0-1 1 0 0,1 0-1 0 0,-1 1 1 0 0,0-1-1 0 0,1 1 1 0 0,-1-1-1 0 0,2 0 1 0 0,-2 1-357 0 0,-1 1 0 0 0,1-1 1 0 0,-1 0-1 0 0,1 0 1 0 0,-1 0-1 0 0,1 0 0 0 0,-1 0 1 0 0,1 0-1 0 0,-1 1 0 0 0,1-1 1 0 0,-1 0-1 0 0,1 0 1 0 0,-1 1-1 0 0,0-1 0 0 0,1 0 1 0 0,-1 1-1 0 0,1-1 1 0 0,-1 0-1 0 0,0 1 0 0 0,1-1 1 0 0,-1 0-1 0 0,0 1 1 0 0,0-1-1 0 0,1 1 0 0 0,-1 0 1 0 0,5 18 4910 0 0,-4 6-5215 0 0,-2 94 2789 0 0,1 103-1223 0 0,11-77-1618 0 0,-6-118-1627 0 0,-7-40-4607 0 0,-19-142-9786 0 0,19 125 13542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25.4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65 1348 0 0,'0'-4'782'0'0,"0"0"-1"0"0,0 0 0 0 0,0 0 1 0 0,1 0-1 0 0,0 0 0 0 0,-1 0 1 0 0,1 0-1 0 0,0 0 1 0 0,1 0-1 0 0,2-6 0 0 0,-3 9-604 0 0,1-1-1 0 0,-1 1 0 0 0,0 0 1 0 0,0 0-1 0 0,1 0 0 0 0,-1 0 1 0 0,1 0-1 0 0,-1 0 0 0 0,1 0 1 0 0,-1 1-1 0 0,1-1 0 0 0,-1 0 1 0 0,1 1-1 0 0,0 0 1 0 0,-1-1-1 0 0,1 1 0 0 0,0 0 1 0 0,0 0-1 0 0,-1-1 0 0 0,1 1 1 0 0,0 1-1 0 0,-1-1 0 0 0,1 0 1 0 0,0 0-1 0 0,-1 1 0 0 0,1-1 1 0 0,0 1-1 0 0,2 0 0 0 0,4 1 210 0 0,2 0 75 0 0,-1 0 0 0 0,1 1 1 0 0,-1 0-1 0 0,0 1 1 0 0,0 0-1 0 0,0 0 0 0 0,0 0 1 0 0,14 12-1 0 0,-28-19 636 0 0,0 4-5658 0 0,4 0 3887 0 0,0 0 0 0 0,1-1 0 0 0,-1 1-1 0 0,1 0 1 0 0,0 0 0 0 0,-1-1 0 0 0,1 1-1 0 0,-1 0 1 0 0,1 0 0 0 0,0 0 0 0 0,0 0-1 0 0,0 0 1 0 0,-1-1 0 0 0,1 1 0 0 0,0 0-1 0 0,0 0 1 0 0,0 2 0 0 0,0 3-1689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25.7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1 1896 0 0,'-1'13'8101'0'0,"8"3"-3879"0"0,18 14-1824 0 0,-13-15-1013 0 0,-6-7-881 0 0,-1 0-1 0 0,0 0 1 0 0,-1 0-1 0 0,0 0 1 0 0,0 1-1 0 0,4 15 1 0 0,-7-18-346 0 0,0 0 1 0 0,-1 0 0 0 0,1 0-1 0 0,-1 0 1 0 0,0 0 0 0 0,-1 0-1 0 0,1 0 1 0 0,-1 0 0 0 0,0 0-1 0 0,-1-1 1 0 0,-3 11 0 0 0,2-7 32 0 0,-4 7-779 0 0,4-33-263 0 0,4 9 742 0 0,0-1 0 0 0,0 1 0 0 0,0-1-1 0 0,1 1 1 0 0,6-16 0 0 0,-8 21 102 0 0,1 1 1 0 0,0-1-1 0 0,1 0 1 0 0,-1 1-1 0 0,0-1 1 0 0,1 0-1 0 0,-1 1 0 0 0,1 0 1 0 0,0-1-1 0 0,0 1 1 0 0,0 0-1 0 0,0 0 1 0 0,0 0-1 0 0,0 0 1 0 0,1 0-1 0 0,-1 1 1 0 0,1-1-1 0 0,-1 1 1 0 0,1-1-1 0 0,4-1 1 0 0,-5 3 9 0 0,0 0 0 0 0,0 0 1 0 0,0 1-1 0 0,0-1 0 0 0,0 0 0 0 0,0 1 1 0 0,0-1-1 0 0,0 1 0 0 0,0-1 1 0 0,0 1-1 0 0,-1 0 0 0 0,1 0 1 0 0,0 0-1 0 0,0 0 0 0 0,-1 0 1 0 0,1 0-1 0 0,0 1 0 0 0,-1-1 0 0 0,3 3 1 0 0,28 35-104 0 0,-20-23-121 0 0,21 31-1547 0 0,-10-13-2563 0 0,-22-34 4062 0 0,-1 1 1 0 0,1-1-1 0 0,-1 1 1 0 0,0-1-1 0 0,1 0 1 0 0,-1 1 0 0 0,1-1-1 0 0,-1 0 1 0 0,1 0-1 0 0,-1 1 1 0 0,1-1-1 0 0,-1 0 1 0 0,1 0-1 0 0,-1 0 1 0 0,1 1-1 0 0,-1-1 1 0 0,1 0 0 0 0,0 0-1 0 0,-1 0 1 0 0,1 0-1 0 0,-1 0 1 0 0,1 0-1 0 0,-1 0 1 0 0,1 0-1 0 0,-1-1 1 0 0,1 1-1 0 0,0 0 1 0 0,-1 0 0 0 0,1 0-1 0 0,-1-1 1 0 0,1 1-1 0 0,-1 0 1 0 0,1 0-1 0 0,-1-1 1 0 0,0 1-1 0 0,1 0 1 0 0,-1-1-1 0 0,1 1 1 0 0,-1-1 0 0 0,0 1-1 0 0,1 0 1 0 0,-1-1-1 0 0,0 1 1 0 0,1-1-1 0 0,6-6-2127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26.1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71 528 0 0,'-1'-17'2956'0'0,"0"11"-1735"0"0,1 1 0 0 0,0 0 0 0 0,0 0 0 0 0,0 0 0 0 0,0 0 0 0 0,1 0 0 0 0,0 0 0 0 0,1-6 0 0 0,-2 11-1158 0 0,1 0-1 0 0,-1 0 0 0 0,0 0 0 0 0,0-1 0 0 0,0 1 1 0 0,1 0-1 0 0,-1 0 0 0 0,0 0 0 0 0,0 0 0 0 0,1 0 0 0 0,-1 0 1 0 0,0 0-1 0 0,0 0 0 0 0,1 0 0 0 0,-1 0 0 0 0,0 0 1 0 0,0 0-1 0 0,1 0 0 0 0,-1 0 0 0 0,0 0 0 0 0,0 0 1 0 0,0 0-1 0 0,1 0 0 0 0,-1 0 0 0 0,0 1 0 0 0,0-1 1 0 0,1 0-1 0 0,-1 0 0 0 0,0 0 0 0 0,0 0 0 0 0,0 0 1 0 0,0 1-1 0 0,1-1 0 0 0,-1 0 0 0 0,0 0 0 0 0,0 0 1 0 0,0 0-1 0 0,0 1 0 0 0,0-1 0 0 0,1 0 0 0 0,-1 1 1 0 0,9 10 608 0 0,-8-9-366 0 0,5 6 67 0 0,-1 0 0 0 0,0 1-1 0 0,-1 0 1 0 0,0 0 0 0 0,0 0-1 0 0,-1 0 1 0 0,4 18 0 0 0,9 73 1327 0 0,-13-77-1343 0 0,2 43 425 0 0,-2 73-1 0 0,-3-47-2354 0 0,5-2-3465 0 0,-1-72 2927 0 0,-2-10-1458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26.4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0 143 408 0 0,'7'4'8402'0'0,"10"3"-5138"0"0,30-1-1615 0 0,0-3-1 0 0,56-3 0 0 0,95-14-859 0 0,-160 10-497 0 0,-35 4-282 0 0,17-1 55 0 0,1-1 1 0 0,0 0-1 0 0,0-2 0 0 0,-1-1 0 0 0,0 0 1 0 0,36-16-1 0 0,-53 20-44 0 0,-1 0 0 0 0,0 0 0 0 0,0 0 1 0 0,0 0-1 0 0,0-1 0 0 0,-1 1 0 0 0,1-1 0 0 0,0 0 0 0 0,0 1 0 0 0,-1-1 0 0 0,1 0 1 0 0,-1 0-1 0 0,0 0 0 0 0,0 0 0 0 0,1 0 0 0 0,-1 0 0 0 0,1-4 0 0 0,-2 5-5 0 0,0-1 1 0 0,0 0-1 0 0,0 1 0 0 0,0-1 0 0 0,0 0 1 0 0,0 1-1 0 0,-1-1 0 0 0,1 0 0 0 0,0 1 1 0 0,-1-1-1 0 0,1 0 0 0 0,-1 1 0 0 0,0-1 1 0 0,0 1-1 0 0,1-1 0 0 0,-1 1 0 0 0,0 0 0 0 0,-2-3 1 0 0,-1 0-11 0 0,0 0 0 0 0,0 1 0 0 0,0 0 1 0 0,0 0-1 0 0,-1 0 0 0 0,1 0 0 0 0,-1 0 1 0 0,1 1-1 0 0,-1 0 0 0 0,0 0 0 0 0,0 0 0 0 0,0 1 1 0 0,0 0-1 0 0,-6-1 0 0 0,6 1-10 0 0,1 1 1 0 0,-1-1-1 0 0,0 1 0 0 0,1 0 1 0 0,-1 1-1 0 0,0-1 0 0 0,1 1 1 0 0,-1 0-1 0 0,1 0 0 0 0,-1 0 1 0 0,1 1-1 0 0,0 0 0 0 0,0-1 1 0 0,-1 1-1 0 0,1 1 0 0 0,1-1 1 0 0,-1 1-1 0 0,0-1 0 0 0,0 1 1 0 0,1 0-1 0 0,0 1 0 0 0,-1-1 1 0 0,1 1-1 0 0,1-1 0 0 0,-1 1 1 0 0,0 0-1 0 0,1 0 0 0 0,0 0 1 0 0,0 0-1 0 0,0 0 0 0 0,-2 7 0 0 0,1-1 23 0 0,1 0-1 0 0,0 0 1 0 0,1 0-1 0 0,0 1 0 0 0,0-1 1 0 0,1 0-1 0 0,0 0 0 0 0,1 1 1 0 0,0-1-1 0 0,1 0 0 0 0,0 0 1 0 0,1 0-1 0 0,4 12 0 0 0,-3-12-15 0 0,0 0 0 0 0,1 0-1 0 0,0 0 1 0 0,1-1-1 0 0,0 0 1 0 0,0 0-1 0 0,1-1 1 0 0,8 9-1 0 0,-13-14-8 0 0,1-1 0 0 0,0 0 0 0 0,-1 0 0 0 0,1 0-1 0 0,0 0 1 0 0,0-1 0 0 0,0 1 0 0 0,0-1-1 0 0,1 0 1 0 0,-1 0 0 0 0,0 0 0 0 0,0 0-1 0 0,1 0 1 0 0,-1-1 0 0 0,1 1 0 0 0,-1-1-1 0 0,0 0 1 0 0,1 0 0 0 0,-1 0 0 0 0,1-1 0 0 0,-1 1-1 0 0,0-1 1 0 0,1 0 0 0 0,-1 0 0 0 0,0 0-1 0 0,0 0 1 0 0,1-1 0 0 0,-1 1 0 0 0,3-3-1 0 0,3-2-58 0 0,0 0-1 0 0,-1-1 0 0 0,0 0 0 0 0,-1 0 0 0 0,1 0 0 0 0,-1-1 0 0 0,-1-1 0 0 0,1 1 0 0 0,6-13 0 0 0,44-92-431 0 0,-45 86 433 0 0,-4 7 29 0 0,-7 15 27 0 0,0 1 0 0 0,0 0 0 0 0,1 0 0 0 0,-1 0 0 0 0,1 0 0 0 0,0 0 0 0 0,0 0 0 0 0,1 0 1 0 0,-1 1-1 0 0,5-5 0 0 0,-7 8 8 0 0,1 0 0 0 0,0 0 0 0 0,0-1 1 0 0,0 1-1 0 0,0 0 0 0 0,0 1 0 0 0,-1-1 0 0 0,1 0 1 0 0,0 0-1 0 0,0 0 0 0 0,0 0 0 0 0,0 1 0 0 0,0-1 1 0 0,-1 0-1 0 0,1 1 0 0 0,0-1 0 0 0,0 1 1 0 0,-1-1-1 0 0,1 1 0 0 0,0-1 0 0 0,-1 1 0 0 0,1-1 1 0 0,0 1-1 0 0,-1 0 0 0 0,1-1 0 0 0,-1 1 1 0 0,1 0-1 0 0,0 0 0 0 0,15 26 84 0 0,-13-22-56 0 0,3 6 76 0 0,-1 1 1 0 0,0 0-1 0 0,-1 0 1 0 0,0 0-1 0 0,0 0 1 0 0,2 22-1 0 0,-2 20-780 0 0,-3 2-3478 0 0,-1-46 3040 0 0,0-10 854 0 0,0 1 1 0 0,0-1-1 0 0,0 1 1 0 0,0-1-1 0 0,0 1 1 0 0,0-1-1 0 0,0 1 1 0 0,0 0-1 0 0,0-1 1 0 0,1 1-1 0 0,-1-1 1 0 0,0 1-1 0 0,0-1 1 0 0,1 1-1 0 0,-1-1 1 0 0,0 0-1 0 0,1 1 1 0 0,-1-1-1 0 0,0 1 1 0 0,1-1-1 0 0,-1 0 1 0 0,1 1 0 0 0,-1-1-1 0 0,1 0 1 0 0,-1 1-1 0 0,1-1 1 0 0,-1 0-1 0 0,1 0 1 0 0,-1 1-1 0 0,1-1 1 0 0,-1 0-1 0 0,1 0 1 0 0,7 1-2189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26.8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213 12 1912 0 0,'0'-1'424'0'0,"-1"0"0"0"0,1 0 0 0 0,-1 1 0 0 0,1-1 0 0 0,-1 0 0 0 0,1 1 0 0 0,-1-1 0 0 0,0 1 0 0 0,1-1 0 0 0,-1 0 0 0 0,0 1 0 0 0,0-1-1 0 0,1 1 1 0 0,-1 0 0 0 0,0-1 0 0 0,0 1 0 0 0,0 0 0 0 0,1-1 0 0 0,-1 1 0 0 0,0 0 0 0 0,-2-1 0 0 0,-19 7 2987 0 0,11 0-3657 0 0,1 1-1 0 0,-18 14 1 0 0,10-7 1146 0 0,-2-2-684 0 0,7-4 70 0 0,0 1 1 0 0,0 0 0 0 0,1 0 0 0 0,-20 20 0 0 0,32-28-279 0 0,-1 0 1 0 0,1-1-1 0 0,0 1 1 0 0,-1 0 0 0 0,1 0-1 0 0,0-1 1 0 0,-1 1-1 0 0,1 0 1 0 0,0 0-1 0 0,0 0 1 0 0,0 0-1 0 0,0-1 1 0 0,0 1-1 0 0,0 0 1 0 0,0 0-1 0 0,0 0 1 0 0,0 0-1 0 0,0-1 1 0 0,0 1 0 0 0,0 0-1 0 0,1 0 1 0 0,-1 0-1 0 0,0-1 1 0 0,1 1-1 0 0,-1 0 1 0 0,0 0-1 0 0,1-1 1 0 0,-1 1-1 0 0,1 0 1 0 0,-1-1-1 0 0,1 1 1 0 0,1 1-1 0 0,25 21-5 0 0,-14-13 105 0 0,10 14 47 0 0,-12-15 189 0 0,-2 0 0 0 0,1 2 0 0 0,-1-1 1 0 0,-1 1-1 0 0,10 15 0 0 0,-17-23-305 0 0,1 0 0 0 0,-1 0 0 0 0,0 1 1 0 0,1-1-1 0 0,-2 0 0 0 0,1 0 0 0 0,0 1 0 0 0,-1-1 0 0 0,1 0 0 0 0,-1 1 0 0 0,0-1 0 0 0,0 1 1 0 0,-1-1-1 0 0,1 0 0 0 0,0 1 0 0 0,-1-1 0 0 0,0 0 0 0 0,0 1 0 0 0,0-1 0 0 0,0 0 0 0 0,-1 0 1 0 0,1 0-1 0 0,-1 0 0 0 0,0 0 0 0 0,0 0 0 0 0,-3 4 0 0 0,-39 40-2623 0 0,10-22-2231 0 0,33-25 4207 0 0,0 1 1 0 0,-1-1 0 0 0,1 1-1 0 0,-1-1 1 0 0,1 0 0 0 0,-1 1-1 0 0,1-1 1 0 0,-1 0 0 0 0,1 0-1 0 0,-1 0 1 0 0,1 0 0 0 0,-1 0-1 0 0,-2-1 1 0 0,1-1-1796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27.1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1 153 504 0 0,'50'-14'9624'0'0,"6"-2"-6418"0"0,402-52 2604 0 0,-456 68-5774 0 0,0 0 1 0 0,0 0 0 0 0,0 0 0 0 0,0 0-1 0 0,0-1 1 0 0,0 1 0 0 0,0-1 0 0 0,0 1-1 0 0,0-1 1 0 0,0 0 0 0 0,3-1-1 0 0,-6 1-13 0 0,1 0 0 0 0,0 0 0 0 0,-1 1 0 0 0,1-1 0 0 0,0 0 0 0 0,-1 0 0 0 0,1 1 0 0 0,-1-1 0 0 0,1 0 0 0 0,-1 1 0 0 0,0-1 0 0 0,1 1 0 0 0,-1-1 0 0 0,1 0 0 0 0,-1 1 0 0 0,0-1-1 0 0,0 1 1 0 0,1 0 0 0 0,-1-1 0 0 0,0 1 0 0 0,0 0 0 0 0,1-1 0 0 0,-1 1 0 0 0,0 0 0 0 0,0 0 0 0 0,-1 0 0 0 0,-14-7-45 0 0,1 1 1 0 0,-1 1-1 0 0,0 0 0 0 0,0 2 1 0 0,0 0-1 0 0,-1 0 0 0 0,1 2 1 0 0,-1 0-1 0 0,-17 1 0 0 0,25 0 30 0 0,1 1 0 0 0,0 0-1 0 0,0 1 1 0 0,0 0-1 0 0,0 0 1 0 0,0 0 0 0 0,1 1-1 0 0,-1 0 1 0 0,1 1-1 0 0,-1 0 1 0 0,1 0 0 0 0,0 0-1 0 0,1 1 1 0 0,-1 0 0 0 0,1 1-1 0 0,0-1 1 0 0,0 1-1 0 0,0 0 1 0 0,1 0 0 0 0,-6 11-1 0 0,8-14-27 0 0,1 1 0 0 0,0-1-1 0 0,1 1 1 0 0,-1 0 0 0 0,0 0-1 0 0,1-1 1 0 0,0 1 0 0 0,0 0-1 0 0,0 0 1 0 0,1 0 0 0 0,-1 0-1 0 0,1 1 1 0 0,0-1 0 0 0,0 0-1 0 0,0 0 1 0 0,1 0 0 0 0,-1 0 0 0 0,1 0-1 0 0,0 0 1 0 0,0 0 0 0 0,1 0-1 0 0,-1 0 1 0 0,1-1 0 0 0,0 1-1 0 0,-1 0 1 0 0,2-1 0 0 0,-1 1-1 0 0,0-1 1 0 0,1 0 0 0 0,0 0 0 0 0,-1 0-1 0 0,1 0 1 0 0,1 0 0 0 0,4 3-1 0 0,4 2-453 0 0,0 1 0 0 0,1-1-1 0 0,0-1 1 0 0,1-1 0 0 0,0 0-1 0 0,0 0 1 0 0,0-1 0 0 0,17 3-1 0 0,10 0-2706 0 0,0-2 0 0 0,1-2 1 0 0,76-2-1 0 0,-86-4 1045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27.5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281 134 260 0 0,'11'-44'14144'0'0,"20"63"-11545"0"0,-29-18-2542 0 0,1 0 0 0 0,-1 0 0 0 0,1 0 0 0 0,-1 0 0 0 0,1 0 0 0 0,0-1 1 0 0,0 1-1 0 0,-1-1 0 0 0,1 0 0 0 0,0 0 0 0 0,0 0 0 0 0,0 0 0 0 0,-1 0 0 0 0,1 0 0 0 0,0-1 0 0 0,0 1 0 0 0,4-3 1 0 0,-5 2-57 0 0,0 0 1 0 0,0-1-1 0 0,0 1 0 0 0,0-1 1 0 0,0 1-1 0 0,0-1 1 0 0,-1 0-1 0 0,1 0 1 0 0,-1 0-1 0 0,1 0 1 0 0,-1 0-1 0 0,0 0 1 0 0,0 0-1 0 0,0 0 1 0 0,0 0-1 0 0,0-1 1 0 0,0 1-1 0 0,-1 0 1 0 0,1-1-1 0 0,0-4 1 0 0,-1 5-1 0 0,0 0 0 0 0,0-1 1 0 0,0 1-1 0 0,0 0 0 0 0,-1-1 1 0 0,1 1-1 0 0,-1 0 0 0 0,1 0 1 0 0,-1-1-1 0 0,0 1 0 0 0,0 0 1 0 0,0 0-1 0 0,0 0 0 0 0,0 0 1 0 0,0 0-1 0 0,-1 0 0 0 0,1 0 1 0 0,-1 1-1 0 0,1-1 0 0 0,-1 0 1 0 0,0 1-1 0 0,1-1 0 0 0,-1 1 1 0 0,0 0-1 0 0,0-1 0 0 0,0 1 1 0 0,0 0-1 0 0,0 0 0 0 0,0 0 1 0 0,-1 1-1 0 0,1-1 0 0 0,-5 0 1 0 0,-1-2-11 0 0,-1 1 1 0 0,0 0-1 0 0,1 1 1 0 0,-1 0-1 0 0,0 1 1 0 0,0 0-1 0 0,-10 1 1 0 0,1 2 39 0 0,0 0 0 0 0,1 2 0 0 0,0 0 0 0 0,0 1 0 0 0,0 0 0 0 0,1 2 0 0 0,0 0 0 0 0,-17 12 0 0 0,24-15 9 0 0,0 1 0 0 0,1 0 0 0 0,0 1 0 0 0,0 0 0 0 0,1 0 0 0 0,0 1 0 0 0,0-1 0 0 0,1 2 1 0 0,0-1-1 0 0,0 1 0 0 0,1 0 0 0 0,0 0 0 0 0,1 0 0 0 0,0 1 0 0 0,-4 14 0 0 0,7-21-33 0 0,0 1 0 0 0,1 0 0 0 0,-1-1 0 0 0,1 1 0 0 0,0 0 0 0 0,0-1 0 0 0,1 1 0 0 0,-1 0 0 0 0,0 0 1 0 0,1-1-1 0 0,0 1 0 0 0,0-1 0 0 0,0 1 0 0 0,1-1 0 0 0,-1 1 0 0 0,1-1 0 0 0,3 6 0 0 0,-1-4-31 0 0,0-1 0 0 0,0 0 0 0 0,0 0 0 0 0,1 0 0 0 0,0 0 0 0 0,-1 0 0 0 0,1-1 0 0 0,0 0 0 0 0,1 0 0 0 0,6 2 0 0 0,3 1-196 0 0,1 0-1 0 0,1-2 1 0 0,-1 0-1 0 0,1-1 1 0 0,0 0-1 0 0,31 0 1 0 0,-9-3-1160 0 0,0-2 1 0 0,55-8 0 0 0,-81 7 488 0 0,0 0 0 0 0,1-1 0 0 0,-1 0 0 0 0,-1-1-1 0 0,1 0 1 0 0,-1-1 0 0 0,0 0 0 0 0,0-1 0 0 0,-1-1 0 0 0,17-13 0 0 0,-12 5-1023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27.8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175 107 588 0 0,'-2'-7'1097'0'0,"-1"-6"801"0"0,0 1 0 0 0,-1 0 1 0 0,-1 0-1 0 0,0 0 0 0 0,0 1 0 0 0,-9-14 0 0 0,14 25-1849 0 0,0 0 0 0 0,0 0-1 0 0,0 0 1 0 0,0-1 0 0 0,0 1 0 0 0,0 0 0 0 0,-1 0-1 0 0,1 0 1 0 0,0 0 0 0 0,0 0 0 0 0,0 0 0 0 0,0-1-1 0 0,0 1 1 0 0,0 0 0 0 0,0 0 0 0 0,-1 0 0 0 0,1 0-1 0 0,0 0 1 0 0,0 0 0 0 0,0 0 0 0 0,0 0 0 0 0,-1 0-1 0 0,1 0 1 0 0,0 0 0 0 0,0 0 0 0 0,0-1 0 0 0,0 1-1 0 0,-1 0 1 0 0,1 0 0 0 0,0 0 0 0 0,0 1 0 0 0,0-1-1 0 0,0 0 1 0 0,-1 0 0 0 0,1 0 0 0 0,0 0 0 0 0,0 0-1 0 0,0 0 1 0 0,0 0 0 0 0,0 0 0 0 0,-1 0 0 0 0,1 0-1 0 0,0 0 1 0 0,0 0 0 0 0,0 0 0 0 0,0 1 0 0 0,0-1-1 0 0,-1 0 1 0 0,1 0 0 0 0,0 0 0 0 0,0 0 0 0 0,0 0-1 0 0,0 0 1 0 0,0 1 0 0 0,0-1 0 0 0,-5 15 975 0 0,2 19-303 0 0,24 284 2098 0 0,9-107-7269 0 0,-28-202 3501 0 0,4 40-3281 0 0,-6-46 3241 0 0,0-1 0 0 0,0 1 0 0 0,0-1 0 0 0,-1 1 0 0 0,1-1 0 0 0,-1 0 1 0 0,1 1-1 0 0,-1-1 0 0 0,-1 3 0 0 0</inkml:trace>
  <inkml:trace contextRef="#ctx0" brushRef="#br0" timeOffset="1">8 356 804 0 0,'-3'-9'1916'0'0,"2"6"-1122"0"0,0 0 0 0 0,0 1 0 0 0,1-1 0 0 0,-1 0 0 0 0,1 0 0 0 0,-1-1 0 0 0,1 1 0 0 0,0-3 0 0 0,0 5-699 0 0,1 0 1 0 0,-1 0-1 0 0,1 0 1 0 0,-1-1-1 0 0,1 1 0 0 0,0 0 1 0 0,-1 0-1 0 0,1 0 0 0 0,0 0 1 0 0,-1 0-1 0 0,1 0 1 0 0,0 0-1 0 0,0 1 0 0 0,0-1 1 0 0,0 0-1 0 0,0 0 0 0 0,0 1 1 0 0,0-1-1 0 0,0 0 1 0 0,1 1-1 0 0,-1-1 0 0 0,0 1 1 0 0,0 0-1 0 0,2-1 0 0 0,38-10 42 0 0,0 1-1 0 0,48-4 1 0 0,-52 9-121 0 0,-16 1 79 0 0,-13 2 159 0 0,0 0-1 0 0,-1 1 0 0 0,1 0 0 0 0,0 0 1 0 0,0 1-1 0 0,0 0 0 0 0,-1 0 1 0 0,1 1-1 0 0,10 2 0 0 0,-15-2-50 0 0,-1 1 0 0 0,0-1 0 0 0,0 1 1 0 0,-1 0-1 0 0,1 0 0 0 0,0 0 0 0 0,-1 0 0 0 0,1 0 0 0 0,-1 0 0 0 0,1 1 0 0 0,-1-1 1 0 0,2 4-1 0 0,12 36 841 0 0,-12-34-747 0 0,15 56 521 0 0,3 34 106 0 0,-5 13-3314 0 0,-11-75 235 0 0,-1-22 873 0 0,-2-7-1605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28.2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13 162 8 0 0,'-4'-31'2912'0'0,"-5"-85"6902"0"0,9 116-9879 0 0,0-1 1 0 0,0 1-1 0 0,0-1 1 0 0,0 1-1 0 0,0-1 1 0 0,0 0 0 0 0,0 1-1 0 0,1-1 1 0 0,-1 1-1 0 0,0-1 1 0 0,0 0-1 0 0,0 1 1 0 0,1-1-1 0 0,-1 1 1 0 0,0-1-1 0 0,1 1 1 0 0,-1-1-1 0 0,0 1 1 0 0,1-1-1 0 0,-1 1 1 0 0,1 0-1 0 0,-1-1 1 0 0,1 1-1 0 0,-1-1 1 0 0,0 1-1 0 0,1 0 1 0 0,0 0 0 0 0,-1-1-1 0 0,1 1 1 0 0,-1 0-1 0 0,1 0 1 0 0,-1 0-1 0 0,1-1 1 0 0,-1 1-1 0 0,1 0 1 0 0,0 0-1 0 0,-1 0 1 0 0,1 0-1 0 0,-1 0 1 0 0,1 0-1 0 0,0 0 1 0 0,-1 0-1 0 0,1 0 1 0 0,-1 1-1 0 0,1-1 1 0 0,1 0-1 0 0,28 12-6768 0 0,-20-7 4735 0 0</inkml:trace>
  <inkml:trace contextRef="#ctx0" brushRef="#br0" timeOffset="1">284 334 1984 0 0,'31'47'8565'0'0,"-24"-34"-7413"0"0,-1 0 0 0 0,-1 1-1 0 0,7 26 1 0 0,-11-35-1039 0 0,-1-1 1 0 0,1 0-1 0 0,-1 1 0 0 0,0-1 1 0 0,0 1-1 0 0,-1-1 0 0 0,1 0 1 0 0,-1 1-1 0 0,0-1 0 0 0,0 0 1 0 0,0 0-1 0 0,-1 1 0 0 0,0-1 1 0 0,0 0-1 0 0,0-1 0 0 0,0 1 1 0 0,0 0-1 0 0,-1 0 0 0 0,1-1 0 0 0,-1 0 1 0 0,0 1-1 0 0,0-1 0 0 0,-1 0 1 0 0,1 0-1 0 0,-7 4 0 0 0,5-4-63 0 0,0 0 0 0 0,0 0 0 0 0,-1 0 0 0 0,1-1-1 0 0,-1 1 1 0 0,0-1 0 0 0,0-1 0 0 0,1 1 0 0 0,-1-1-1 0 0,0 0 1 0 0,0 0 0 0 0,0-1 0 0 0,-1 0-1 0 0,1 0 1 0 0,0 0 0 0 0,0-1 0 0 0,0 0 0 0 0,-11-3-1 0 0,15 4-42 0 0,0-1 0 0 0,0 0 0 0 0,0 0-1 0 0,0 0 1 0 0,0 0 0 0 0,1 0 0 0 0,-1 0-1 0 0,0-1 1 0 0,1 1 0 0 0,-1-1 0 0 0,0 1-1 0 0,1-1 1 0 0,0 0 0 0 0,-1 1 0 0 0,1-1-1 0 0,0 0 1 0 0,0 0 0 0 0,-1-3 0 0 0,0 1-20 0 0,1 0 1 0 0,0 0 0 0 0,0 0 0 0 0,1 0 0 0 0,-1 0 0 0 0,1 0-1 0 0,0-1 1 0 0,0 1 0 0 0,1-5 0 0 0,1-2-139 0 0,0-1 0 0 0,1 0 0 0 0,1 1 0 0 0,0 0 0 0 0,10-21 0 0 0,-3 10-542 0 0,1 2 0 0 0,1 0-1 0 0,1 0 1 0 0,24-26 0 0 0,-29 37-135 0 0,0 1-1 0 0,1-1 0 0 0,0 2 1 0 0,12-8-1 0 0,-13 10-506 0 0,0 1 0 0 0,1-1 0 0 0,-1 1 0 0 0,1 1 0 0 0,16-4 0 0 0,-10 4-915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28.5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1 160 0 0,'24'17'10529'0'0,"10"20"-7117"0"0,-28-30-2907 0 0,0 0-172 0 0,0 1 0 0 0,0 0 0 0 0,-1 0 0 0 0,0 1 0 0 0,0-1 0 0 0,-1 1 0 0 0,0 0 0 0 0,0 1 0 0 0,-1-1 0 0 0,2 13 0 0 0,-4-15-257 0 0,0 1 0 0 0,0-1 0 0 0,-1 1-1 0 0,0-1 1 0 0,-1 1 0 0 0,1-1 0 0 0,-1 1 0 0 0,-1-1-1 0 0,0 0 1 0 0,0 0 0 0 0,0 1 0 0 0,-1-1 0 0 0,-6 12-1 0 0,29-51-684 0 0,1 0 0 0 0,36-42-1 0 0,-46 61 607 0 0,1 0 0 0 0,0 0 0 0 0,1 1 0 0 0,1 1 0 0 0,0 0 0 0 0,0 1-1 0 0,1 0 1 0 0,0 1 0 0 0,19-8 0 0 0,-28 15-150 0 0,0 1 1 0 0,0 0-1 0 0,0 0 1 0 0,0 1 0 0 0,0-1-1 0 0,0 1 1 0 0,0 1-1 0 0,0-1 1 0 0,0 1-1 0 0,0 0 1 0 0,0 0-1 0 0,0 1 1 0 0,0 0-1 0 0,0 0 1 0 0,-1 0-1 0 0,1 1 1 0 0,5 3-1 0 0,4 3-1966 0 0,0 1-1 0 0,0 0 1 0 0,-1 1-1 0 0,19 19 0 0 0,-20-16-256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28.9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14 740 0 0,'-9'-12'9704'0'0,"3"10"-3732"0"0,5 3-5656 0 0,1 0-1 0 0,-1 0 1 0 0,0 0-1 0 0,1 0 1 0 0,-1 1-1 0 0,1-1 1 0 0,-1 0-1 0 0,1 0 1 0 0,0 0-1 0 0,0 0 1 0 0,-1 1-1 0 0,1-1 1 0 0,0 0-1 0 0,0 2 1 0 0,1 50 744 0 0,6 153-874 0 0,-11-184-1676 0 0,2-13-2531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29.2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21 161 440 0 0,'-8'-49'6420'0'0,"-2"-12"890"0"0,7 21-5393 0 0,3 39-1965 0 0,1 1 0 0 0,-1-1 1 0 0,0 1-1 0 0,0-1 0 0 0,0 1 1 0 0,0-1-1 0 0,1 1 0 0 0,-1 0 1 0 0,0-1-1 0 0,0 1 0 0 0,1-1 1 0 0,-1 1-1 0 0,0 0 0 0 0,1-1 0 0 0,-1 1 1 0 0,0 0-1 0 0,1-1 0 0 0,-1 1 1 0 0,1 0-1 0 0,-1-1 0 0 0,1 1 1 0 0,-1 0-1 0 0,0 0 0 0 0,1 0 1 0 0,-1-1-1 0 0,1 1 0 0 0,-1 0 0 0 0,1 0 1 0 0,-1 0-1 0 0,1 0 0 0 0,-1 0 1 0 0,1 0-1 0 0,-1 0 0 0 0,1 0 1 0 0,-1 0-1 0 0,1 0 0 0 0,-1 0 1 0 0,1 0-1 0 0,-1 1 0 0 0,1-1 1 0 0,-1 0-1 0 0,1 0 0 0 0,-1 0 0 0 0,1 1 1 0 0,-1-1-1 0 0,0 0 0 0 0,1 0 1 0 0,-1 1-1 0 0,1 0 0 0 0,29 14-4005 0 0,-28-13 3313 0 0,24 14-3693 0 0,-13-6 2121 0 0</inkml:trace>
  <inkml:trace contextRef="#ctx0" brushRef="#br0" timeOffset="1">493 278 676 0 0,'0'-13'3836'0'0,"1"8"-2700"0"0,-1 0 0 0 0,0 1 0 0 0,0-1 0 0 0,-1 1 1 0 0,1-1-1 0 0,-1 1 0 0 0,-2-9 0 0 0,2 12-1015 0 0,0 0 0 0 0,0-1-1 0 0,0 1 1 0 0,0 0 0 0 0,0-1 0 0 0,0 1-1 0 0,0 0 1 0 0,-1 0 0 0 0,1 0 0 0 0,0 0-1 0 0,-1 0 1 0 0,1 0 0 0 0,-1 0 0 0 0,1 1-1 0 0,-1-1 1 0 0,1 0 0 0 0,-1 1 0 0 0,0 0-1 0 0,1-1 1 0 0,-1 1 0 0 0,1 0 0 0 0,-1-1 0 0 0,0 1-1 0 0,1 0 1 0 0,-1 0 0 0 0,-2 1 0 0 0,-13-1 149 0 0,0 2 1 0 0,-1 0-1 0 0,2 0 1 0 0,-1 2-1 0 0,0 0 1 0 0,0 1 0 0 0,1 1-1 0 0,0 0 1 0 0,1 1-1 0 0,-22 13 1 0 0,37-20-273 0 0,0 0 1 0 0,-1 1-1 0 0,1-1 0 0 0,0 0 1 0 0,-1 1-1 0 0,1-1 0 0 0,0 1 1 0 0,0-1-1 0 0,-1 1 0 0 0,1-1 1 0 0,0 1-1 0 0,0-1 1 0 0,0 1-1 0 0,-1-1 0 0 0,1 1 1 0 0,0-1-1 0 0,0 1 0 0 0,0-1 1 0 0,0 1-1 0 0,0-1 0 0 0,0 1 1 0 0,0-1-1 0 0,0 1 0 0 0,0-1 1 0 0,1 1-1 0 0,-1-1 1 0 0,0 1-1 0 0,0-1 0 0 0,0 1 1 0 0,1-1-1 0 0,-1 0 0 0 0,0 1 1 0 0,0-1-1 0 0,1 1 0 0 0,-1-1 1 0 0,0 0-1 0 0,1 1 1 0 0,-1-1-1 0 0,0 1 0 0 0,1-1 1 0 0,-1 0-1 0 0,1 0 0 0 0,-1 1 1 0 0,1-1-1 0 0,-1 0 0 0 0,0 0 1 0 0,1 1-1 0 0,0-1 0 0 0,33 20-114 0 0,-22-14 89 0 0,-3 0 20 0 0,-1 0 0 0 0,0 1 0 0 0,0 0 0 0 0,-1 0 0 0 0,0 0 0 0 0,0 1 0 0 0,-1 0 0 0 0,0 1-1 0 0,0-1 1 0 0,7 17 0 0 0,-11-20 29 0 0,1 1 1 0 0,-2-1-1 0 0,1 1 0 0 0,-1-1 0 0 0,0 1 1 0 0,0-1-1 0 0,0 1 0 0 0,-1 0 0 0 0,0 0 1 0 0,0-1-1 0 0,0 1 0 0 0,-1 0 0 0 0,0-1 1 0 0,0 1-1 0 0,0 0 0 0 0,-1-1 0 0 0,0 1 0 0 0,0-1 1 0 0,0 0-1 0 0,-5 9 0 0 0,0-3-157 0 0,0-1 0 0 0,-1 1 1 0 0,0-2-1 0 0,0 1 0 0 0,-1-1 0 0 0,-19 15 0 0 0,23-20-441 0 0,0-1-1 0 0,-1 0 1 0 0,0 0 0 0 0,1 0-1 0 0,-1 0 1 0 0,-11 2 0 0 0,13-4-352 0 0,-1 0 1 0 0,1 0-1 0 0,-1-1 1 0 0,1 0-1 0 0,-1 0 1 0 0,0 0-1 0 0,1 0 1 0 0,-1-1-1 0 0,1 0 1 0 0,-7-1-1 0 0,1-2-1622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29.7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93 26 180 0 0,'-6'-4'2447'0'0,"3"1"-756"0"0,-1 1 0 0 0,0-1 0 0 0,0 1 0 0 0,0 0 0 0 0,0 0 0 0 0,0 0 1 0 0,-1 1-1 0 0,1-1 0 0 0,-7 0 0 0 0,9 4-1478 0 0,1 1 1 0 0,-1 0-1 0 0,1 0 1 0 0,-1-1-1 0 0,1 1 1 0 0,0 0-1 0 0,0 0 1 0 0,1 0-1 0 0,-1 0 0 0 0,1 0 1 0 0,-1 0-1 0 0,1 4 1 0 0,-2 2 81 0 0,-1 5-34 0 0,-3 11 106 0 0,1 0-1 0 0,0 0 0 0 0,2 0 1 0 0,1 0-1 0 0,2 26 1 0 0,0-48-354 0 0,0 0 0 0 0,0-1 0 0 0,1 1 0 0 0,-1 0 0 0 0,1-1 1 0 0,0 1-1 0 0,0-1 0 0 0,0 1 0 0 0,0-1 0 0 0,0 1 0 0 0,0-1 0 0 0,1 1 1 0 0,-1-1-1 0 0,1 0 0 0 0,0 0 0 0 0,0 0 0 0 0,-1 0 0 0 0,1 0 0 0 0,0 0 1 0 0,1-1-1 0 0,-1 1 0 0 0,0 0 0 0 0,0-1 0 0 0,1 0 0 0 0,-1 0 0 0 0,1 0 1 0 0,-1 0-1 0 0,1 0 0 0 0,0 0 0 0 0,-1 0 0 0 0,1-1 0 0 0,0 1 0 0 0,-1-1 1 0 0,1 0-1 0 0,0 0 0 0 0,-1 0 0 0 0,1 0 0 0 0,0-1 0 0 0,0 1 0 0 0,-1-1 1 0 0,4 0-1 0 0,3-1-26 0 0,0-1 0 0 0,0 0 0 0 0,-1 0 0 0 0,1 0 1 0 0,-1-1-1 0 0,0 0 0 0 0,0-1 0 0 0,0 0 0 0 0,-1 0 0 0 0,1-1 1 0 0,9-9-1 0 0,-7 3-357 0 0,0 0 0 0 0,0 0 1 0 0,-1-1-1 0 0,-1 0 1 0 0,0 0-1 0 0,-1-1 1 0 0,0 0-1 0 0,7-25 0 0 0,-11 30-621 0 0,1 0 1 0 0,0 0-1 0 0,7-14 0 0 0,7-1-4007 0 0,2 10-3728 0 0,-13 12 6174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0.0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226 56 1484 0 0,'0'-1'552'0'0,"1"-1"1"0"0,0 1-1 0 0,0 0 0 0 0,0-1 1 0 0,-1 1-1 0 0,1-1 0 0 0,-1 1 0 0 0,1 0 1 0 0,-1-1-1 0 0,1 1 0 0 0,-1-1 1 0 0,0 0-1 0 0,0 1 0 0 0,0-1 0 0 0,0 1 1 0 0,0-1-1 0 0,0 1 0 0 0,0-1 1 0 0,0 1-1 0 0,-1-1 0 0 0,1 1 0 0 0,-1-1 1 0 0,1 1-1 0 0,-2-3 0 0 0,1 3-262 0 0,0-1 0 0 0,-1 1-1 0 0,0 0 1 0 0,1-1-1 0 0,-1 1 1 0 0,0 0 0 0 0,1 0-1 0 0,-1 0 1 0 0,0 0-1 0 0,0 1 1 0 0,0-1 0 0 0,0 0-1 0 0,0 1 1 0 0,0-1-1 0 0,-4 1 1 0 0,-4-1-9 0 0,-1 0 1 0 0,0 1-1 0 0,1 1 1 0 0,-1 0-1 0 0,-19 4 0 0 0,15-2-30 0 0,-41 12 357 0 0,53-14-589 0 0,0 0-1 0 0,0 0 1 0 0,0 1 0 0 0,0-1-1 0 0,0 1 1 0 0,0 0 0 0 0,0-1-1 0 0,1 1 1 0 0,-1 1-1 0 0,0-1 1 0 0,1 0 0 0 0,0 0-1 0 0,-3 5 1 0 0,5-7-23 0 0,-1 1 0 0 0,1 0-1 0 0,0 0 1 0 0,0 0 0 0 0,0 0 0 0 0,0 0 0 0 0,0 0 0 0 0,0 0 0 0 0,0 0 0 0 0,0-1 0 0 0,0 1-1 0 0,0 0 1 0 0,1 0 0 0 0,-1 0 0 0 0,0 0 0 0 0,0 0 0 0 0,1 0 0 0 0,-1-1 0 0 0,1 1 0 0 0,-1 0 0 0 0,1 0-1 0 0,-1-1 1 0 0,1 1 0 0 0,-1 0 0 0 0,1-1 0 0 0,0 1 0 0 0,-1 0 0 0 0,1-1 0 0 0,1 1 0 0 0,29 22-62 0 0,-15-12 37 0 0,5 7 58 0 0,-1 0 1 0 0,-1 2 0 0 0,-1 0 0 0 0,30 43 0 0 0,-45-57-20 0 0,1 0 0 0 0,-1 1 1 0 0,0 0-1 0 0,0-1 0 0 0,0 1 1 0 0,-1 0-1 0 0,0 0 0 0 0,-1 1 1 0 0,1-1-1 0 0,-2 0 0 0 0,1 0 1 0 0,-1 1-1 0 0,0-1 0 0 0,0 0 0 0 0,-1 0 1 0 0,0 1-1 0 0,0-1 0 0 0,-1 0 1 0 0,1 0-1 0 0,-2 0 0 0 0,1 0 1 0 0,-1 0-1 0 0,-5 8 0 0 0,4-9-324 0 0,1-1-1 0 0,-1 0 1 0 0,-1 0 0 0 0,1-1-1 0 0,-1 1 1 0 0,1-1-1 0 0,-1 0 1 0 0,-9 5-1 0 0,12-7-332 0 0,-1 0 1 0 0,0-1-1 0 0,0 1 0 0 0,-1-1 0 0 0,1 0 0 0 0,0 1 1 0 0,0-2-1 0 0,-1 1 0 0 0,1 0 0 0 0,-4 0 1 0 0,2-3-4248 0 0,1-9 346 0 0,4 3 2087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0.4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1 149 56 0 0,'7'-3'2099'0'0,"0"1"0"0"0,1 0 0 0 0,-1 0-1 0 0,1 0 1 0 0,8 0 0 0 0,11 0-262 0 0,35 3 0 0 0,17-1-688 0 0,-50-2-826 0 0,104-15 749 0 0,-118 14-941 0 0,0-1 0 0 0,0 0 0 0 0,0-1 0 0 0,-1-1 1 0 0,0 0-1 0 0,20-12 0 0 0,-32 17-112 0 0,-1 1-1 0 0,0-1 1 0 0,1 0-1 0 0,-1 0 0 0 0,0 0 1 0 0,0 0-1 0 0,0 0 1 0 0,0 0-1 0 0,0 0 1 0 0,0 0-1 0 0,0 0 1 0 0,0 0-1 0 0,0-1 0 0 0,-1 1 1 0 0,1 0-1 0 0,0-1 1 0 0,-1 1-1 0 0,1 0 1 0 0,-1-1-1 0 0,1-1 1 0 0,-1 1-5 0 0,0 1 0 0 0,-1 0 0 0 0,1 0 0 0 0,0 0 0 0 0,-1-1 0 0 0,1 1 0 0 0,-1 0 0 0 0,1 0 0 0 0,-1 0 1 0 0,0 0-1 0 0,1 0 0 0 0,-1 0 0 0 0,0 0 0 0 0,0 0 0 0 0,1 0 0 0 0,-1 0 0 0 0,0 1 0 0 0,0-1 0 0 0,-2-1 0 0 0,-1-1 2 0 0,-2 0-1 0 0,1 0 0 0 0,0 1 1 0 0,0 0-1 0 0,-1 0 1 0 0,1 0-1 0 0,-1 0 0 0 0,-11-1 1 0 0,1 2 1 0 0,1 1 0 0 0,-1 1 0 0 0,1 0 0 0 0,0 1 1 0 0,0 1-1 0 0,0 0 0 0 0,0 1 0 0 0,0 1 0 0 0,-26 11 1 0 0,34-13 21 0 0,0 1 0 0 0,0-1 1 0 0,1 1-1 0 0,-1 1 1 0 0,1-1-1 0 0,0 1 1 0 0,0 0-1 0 0,0 0 1 0 0,1 1-1 0 0,0-1 1 0 0,0 1-1 0 0,0 1 1 0 0,1-1-1 0 0,0 1 0 0 0,0-1 1 0 0,1 1-1 0 0,-1 0 1 0 0,1 0-1 0 0,1 1 1 0 0,0-1-1 0 0,-2 11 1 0 0,3-15-94 0 0,1 1 0 0 0,0-1 0 0 0,0 0 0 0 0,0 0 1 0 0,0 0-1 0 0,1 1 0 0 0,-1-1 0 0 0,1 0 0 0 0,0 0 1 0 0,0 0-1 0 0,0 0 0 0 0,0 0 0 0 0,0 0 0 0 0,1 0 1 0 0,0 0-1 0 0,-1-1 0 0 0,1 1 0 0 0,3 3 0 0 0,-1-2-144 0 0,1 0 0 0 0,-1-1 1 0 0,1 1-1 0 0,0-1 0 0 0,0 0 0 0 0,0 0 0 0 0,0-1 0 0 0,0 0 0 0 0,9 3 0 0 0,8 1-994 0 0,1-1-1 0 0,-1-2 1 0 0,1 0-1 0 0,23 0 1 0 0,-24-3-840 0 0,0 0 0 0 0,0-1 0 0 0,28-5 0 0 0,-19-1-309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0.8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106 82 1960 0 0,'-39'-81'14536'0'0,"57"105"-10689"0"0,5 9-3285 0 0,6 24 353 0 0,-16-35-537 0 0,-2 0 1 0 0,-1 1 0 0 0,15 46-1 0 0,-20-46-220 0 0,0-1 1 0 0,-2 1-1 0 0,0 0 0 0 0,-2 0 0 0 0,-1 0 0 0 0,-3 33 1 0 0,3-48-164 0 0,-2 0 0 0 0,1 1 0 0 0,-1-1-1 0 0,-1 0 1 0 0,1 0 0 0 0,-1-1 0 0 0,0 1 0 0 0,-1-1 0 0 0,0 1 0 0 0,0-1 0 0 0,-1 0 0 0 0,0-1 0 0 0,0 1 0 0 0,0-1 0 0 0,-1 0 0 0 0,0 0 0 0 0,0-1 0 0 0,-1 1 0 0 0,0-2 0 0 0,1 1 0 0 0,-9 4 0 0 0,11-8-14 0 0,1 1-1 0 0,-1-1 1 0 0,1 0 0 0 0,-1 0-1 0 0,0 0 1 0 0,1-1 0 0 0,-1 1 0 0 0,0-1-1 0 0,0 0 1 0 0,1 0 0 0 0,-1 0 0 0 0,0-1-1 0 0,0 1 1 0 0,1-1 0 0 0,-8-2-1 0 0,9 2 7 0 0,-1 0 0 0 0,1 0-1 0 0,-1 0 1 0 0,1 0-1 0 0,-1-1 1 0 0,1 1 0 0 0,0-1-1 0 0,0 1 1 0 0,0-1-1 0 0,0 0 1 0 0,0 0 0 0 0,0 0-1 0 0,0 0 1 0 0,1 0-1 0 0,-1-1 1 0 0,1 1 0 0 0,-1 0-1 0 0,1-1 1 0 0,0 1-1 0 0,0-1 1 0 0,0 1 0 0 0,-1-5-1 0 0,2 5-18 0 0,0 0 1 0 0,0 0-1 0 0,0 0 0 0 0,1-1 0 0 0,-1 1 0 0 0,0 0 1 0 0,1 0-1 0 0,0 0 0 0 0,-1 0 0 0 0,1 0 0 0 0,0 0 1 0 0,0 0-1 0 0,0 0 0 0 0,0 1 0 0 0,0-1 0 0 0,0 0 1 0 0,1 1-1 0 0,-1-1 0 0 0,1 0 0 0 0,-1 1 0 0 0,1 0 1 0 0,0-1-1 0 0,-1 1 0 0 0,1 0 0 0 0,2-1 0 0 0,7-5-487 0 0,0 1 0 0 0,24-10 0 0 0,-21 10-18 0 0,26-9-2127 0 0,1 2-1 0 0,1 1 0 0 0,54-7 1 0 0,-13 2-3713 0 0,-52 10 3967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1.1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335 72 2040 0 0,'3'-1'643'0'0,"38"-21"4912"0"0,-40 22-5292 0 0,1-1 0 0 0,-1 1 1 0 0,0-1-1 0 0,1 0 0 0 0,-1 0 1 0 0,0 0-1 0 0,0 0 1 0 0,0 0-1 0 0,1 0 0 0 0,-1 0 1 0 0,0 0-1 0 0,-1 0 0 0 0,1-1 1 0 0,0 1-1 0 0,0 0 1 0 0,0-1-1 0 0,-1 1 0 0 0,1 0 1 0 0,-1-1-1 0 0,1 1 0 0 0,-1-1 1 0 0,1 1-1 0 0,-1-1 1 0 0,0-1-1 0 0,-1 1-83 0 0,0 1-1 0 0,0 0 1 0 0,0 0 0 0 0,0 0 0 0 0,0-1-1 0 0,0 1 1 0 0,-1 1 0 0 0,1-1-1 0 0,0 0 1 0 0,-1 0 0 0 0,1 0-1 0 0,-1 1 1 0 0,1-1 0 0 0,-1 0 0 0 0,1 1-1 0 0,-1 0 1 0 0,1-1 0 0 0,-1 1-1 0 0,0 0 1 0 0,-2 0 0 0 0,-33-3 1037 0 0,21 4-1064 0 0,1 0-1 0 0,0 1 0 0 0,0 0 1 0 0,1 1-1 0 0,-1 1 1 0 0,0 0-1 0 0,1 1 0 0 0,0 1 1 0 0,0 0-1 0 0,1 1 1 0 0,0 1-1 0 0,0 0 0 0 0,-22 18 1 0 0,22-15-129 0 0,0 1 0 0 0,1 0 0 0 0,1 1 0 0 0,0 0 0 0 0,1 1 0 0 0,0 0 0 0 0,-9 21 0 0 0,17-32-40 0 0,1-1-1 0 0,-1 1 1 0 0,1-1 0 0 0,0 1 0 0 0,0 0 0 0 0,0-1 0 0 0,0 1 0 0 0,0 0-1 0 0,1 0 1 0 0,-1 0 0 0 0,1 0 0 0 0,0 0 0 0 0,0 0 0 0 0,0 0 0 0 0,0-1 0 0 0,1 1-1 0 0,-1 0 1 0 0,1 0 0 0 0,-1 0 0 0 0,1 0 0 0 0,0-1 0 0 0,0 1 0 0 0,1 0-1 0 0,-1-1 1 0 0,0 1 0 0 0,1-1 0 0 0,0 1 0 0 0,-1-1 0 0 0,1 0 0 0 0,0 1-1 0 0,4 3 1 0 0,0-3-95 0 0,-1 0 0 0 0,0 0-1 0 0,1 0 1 0 0,-1 0 0 0 0,1-1-1 0 0,0 0 1 0 0,0 0-1 0 0,0-1 1 0 0,0 1 0 0 0,0-1-1 0 0,0-1 1 0 0,0 1 0 0 0,1-1-1 0 0,7-1 1 0 0,-1 0-115 0 0,0 0 0 0 0,-1-1 0 0 0,1-1 0 0 0,-1 0 0 0 0,0-1 0 0 0,0-1 0 0 0,0 1 0 0 0,0-2 0 0 0,-1 0 0 0 0,0 0 0 0 0,16-12 0 0 0,-19 11 137 0 0,0 1 0 0 0,0-2 0 0 0,-1 1 0 0 0,0-1 0 0 0,-1 0-1 0 0,0 0 1 0 0,0-1 0 0 0,0 1 0 0 0,-1-1 0 0 0,-1-1-1 0 0,0 1 1 0 0,0-1 0 0 0,0 1 0 0 0,3-20 0 0 0,-3 8 464 0 0,-1 0 0 0 0,0-29 0 0 0,-3 50-208 0 0,-8 34 674 0 0,9-28-1015 0 0,-1-1 0 0 0,1 0-1 0 0,0 1 1 0 0,0-1 0 0 0,0 0-1 0 0,1 0 1 0 0,0 0-1 0 0,0 0 1 0 0,0 0 0 0 0,0-1-1 0 0,1 1 1 0 0,0-1 0 0 0,0 1-1 0 0,0-1 1 0 0,1 0 0 0 0,-1 0-1 0 0,1 0 1 0 0,0-1-1 0 0,5 5 1 0 0,-1-3-899 0 0,0 0 1 0 0,0 0-1 0 0,0 0 0 0 0,0-1 1 0 0,1 0-1 0 0,0-1 0 0 0,0 0 1 0 0,0-1-1 0 0,0 1 0 0 0,11 0 1 0 0,0-2-1242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1.5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411 109 600 0 0,'2'-5'969'0'0,"0"0"1"0"0,-1 0-1 0 0,1 0 0 0 0,-1 0 1 0 0,0-1-1 0 0,-1 1 0 0 0,1 0 0 0 0,-1 0 1 0 0,0-1-1 0 0,-1-5 0 0 0,0 9-796 0 0,1-1-1 0 0,-1 1 1 0 0,0 0-1 0 0,1 0 0 0 0,-1 0 1 0 0,0 0-1 0 0,0 0 0 0 0,-1 0 1 0 0,1 1-1 0 0,0-1 1 0 0,-1 0-1 0 0,1 0 0 0 0,-1 1 1 0 0,1-1-1 0 0,-1 1 1 0 0,0-1-1 0 0,1 1 0 0 0,-1 0 1 0 0,0 0-1 0 0,0 0 0 0 0,0 0 1 0 0,0 0-1 0 0,0 0 1 0 0,0 0-1 0 0,-1 1 0 0 0,-2-1 1 0 0,-8-1 8 0 0,1 1 1 0 0,-1 0-1 0 0,0 1 1 0 0,1 0-1 0 0,-1 1 1 0 0,1 1-1 0 0,-1 0 0 0 0,1 0 1 0 0,-1 1-1 0 0,1 1 1 0 0,0 0-1 0 0,-15 8 1 0 0,24-11-171 0 0,0 1 0 0 0,0-1 0 0 0,0 1 0 0 0,0 0 0 0 0,0 0 1 0 0,1 0-1 0 0,-1 0 0 0 0,1 1 0 0 0,-1-1 0 0 0,1 1 0 0 0,0-1 1 0 0,0 1-1 0 0,0 0 0 0 0,0 0 0 0 0,1 0 0 0 0,-1 0 0 0 0,1 0 0 0 0,-1 0 1 0 0,1 0-1 0 0,0 1 0 0 0,0-1 0 0 0,1 0 0 0 0,-1 1 0 0 0,1-1 1 0 0,0 0-1 0 0,0 1 0 0 0,0-1 0 0 0,0 6 0 0 0,2-1-22 0 0,0-1-1 0 0,0 1 1 0 0,1 0 0 0 0,0-1-1 0 0,0 0 1 0 0,1 0 0 0 0,0 0-1 0 0,0 0 1 0 0,1 0 0 0 0,0-1-1 0 0,6 7 1 0 0,-4-5 1 0 0,15 17 16 0 0,-1 0-1 0 0,23 36 1 0 0,-39-54 37 0 0,-1 0 0 0 0,0 1 0 0 0,-1-1 1 0 0,1 1-1 0 0,-1-1 0 0 0,-1 1 0 0 0,1 0 0 0 0,-2 0 0 0 0,1 1 0 0 0,-1-1 1 0 0,0 0-1 0 0,-1 0 0 0 0,1 1 0 0 0,-3 13 0 0 0,0-16-66 0 0,0 0 0 0 0,0 0 0 0 0,-1 0 0 0 0,0-1 0 0 0,0 1 0 0 0,-1-1-1 0 0,1 0 1 0 0,-1 1 0 0 0,0-2 0 0 0,-1 1 0 0 0,1 0 0 0 0,-1-1 0 0 0,0 0 0 0 0,0 0 0 0 0,0 0 0 0 0,-1-1-1 0 0,1 1 1 0 0,-1-1 0 0 0,-11 4 0 0 0,-4 1-1642 0 0,0 0 0 0 0,-1-1 1 0 0,0-1-1 0 0,-29 3 0 0 0,-19-4-5886 0 0,45-5 4999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2.6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1 238 600 0 0,'0'-1'568'0'0,"0"0"0"0"0,0 0 0 0 0,0 0 1 0 0,0 0-1 0 0,0 0 0 0 0,1 0 0 0 0,-1-1 0 0 0,0 1 0 0 0,1 0 0 0 0,-1 0 0 0 0,1 0 0 0 0,-1 0 1 0 0,1 0-1 0 0,-1 0 0 0 0,1 1 0 0 0,0-1 0 0 0,-1 0 0 0 0,2-1 0 0 0,-1 1-339 0 0,0 1-1 0 0,0-1 1 0 0,0 1 0 0 0,0-1-1 0 0,0 1 1 0 0,0-1-1 0 0,0 1 1 0 0,0-1 0 0 0,0 1-1 0 0,0 0 1 0 0,0 0-1 0 0,0 0 1 0 0,0 0 0 0 0,0-1-1 0 0,2 2 1 0 0,-1-1-124 0 0,0 0 1 0 0,0 0 0 0 0,0 1-1 0 0,0-1 1 0 0,-1 1 0 0 0,1-1-1 0 0,0 1 1 0 0,-1 0 0 0 0,1 0-1 0 0,0 0 1 0 0,-1 0 0 0 0,1 0 0 0 0,-1 0-1 0 0,1 0 1 0 0,-1 1 0 0 0,0-1-1 0 0,1 0 1 0 0,-1 1 0 0 0,0-1-1 0 0,0 1 1 0 0,0-1 0 0 0,1 4-1 0 0,5 14 508 0 0,-1 0 0 0 0,0 1 0 0 0,-2 0 1 0 0,0-1-1 0 0,0 24 0 0 0,-2-1 160 0 0,-4 61 0 0 0,1-96-736 0 0,0 10 3 0 0,0 1 0 0 0,-2-1 0 0 0,0 0 1 0 0,-7 21-1 0 0,10-38-49 0 0,0 0 0 0 0,0 1 0 0 0,0-1 0 0 0,0 0 0 0 0,0 0 0 0 0,0 0 0 0 0,0 0 0 0 0,0 0 0 0 0,0 1 0 0 0,0-1 0 0 0,0 0 0 0 0,0 0 1 0 0,0 0-1 0 0,0 0 0 0 0,0 0 0 0 0,0 0 0 0 0,-1 0 0 0 0,1 0 0 0 0,0 1 0 0 0,0-1 0 0 0,0 0 0 0 0,0 0 0 0 0,0 0 0 0 0,0 0 0 0 0,0 0 0 0 0,-1 0 0 0 0,1 0 0 0 0,0 0 0 0 0,0 0 1 0 0,0 0-1 0 0,0 0 0 0 0,0 0 0 0 0,-1 0 0 0 0,1 0 0 0 0,0 0 0 0 0,0 0 0 0 0,0 0 0 0 0,0 0 0 0 0,0 0 0 0 0,0 0 0 0 0,-1 0 0 0 0,1 0 0 0 0,0 0 0 0 0,0 0 0 0 0,0 0 0 0 0,0 0 1 0 0,0 0-1 0 0,0 0 0 0 0,-1-1 0 0 0,-5-6-247 0 0,-3-11-67 0 0,4 4 214 0 0,1-1 1 0 0,0 0 0 0 0,1 0 0 0 0,1 0 0 0 0,0 0 0 0 0,1-1-1 0 0,1 1 1 0 0,0 0 0 0 0,3-19 0 0 0,4-16-28 0 0,20-70 1 0 0,-19 88 66 0 0,2 1-1 0 0,22-48 1 0 0,-26 67 32 0 0,0 0 1 0 0,1 0 0 0 0,0 1-1 0 0,1 0 1 0 0,0 0 0 0 0,1 1-1 0 0,0 0 1 0 0,0 0 0 0 0,14-9-1 0 0,-21 17 37 0 0,1 1-1 0 0,0-1 0 0 0,-1 1 0 0 0,1-1 0 0 0,0 1 0 0 0,0 0 0 0 0,0 0 1 0 0,0 0-1 0 0,0 0 0 0 0,0 1 0 0 0,1-1 0 0 0,-1 1 0 0 0,0 0 0 0 0,0 0 1 0 0,0 0-1 0 0,0 0 0 0 0,1 0 0 0 0,-1 1 0 0 0,0 0 0 0 0,0-1 0 0 0,0 1 1 0 0,0 0-1 0 0,0 1 0 0 0,0-1 0 0 0,-1 0 0 0 0,1 1 0 0 0,0-1 0 0 0,0 1 0 0 0,-1 0 1 0 0,1 0-1 0 0,-1 0 0 0 0,0 1 0 0 0,0-1 0 0 0,0 0 0 0 0,0 1 0 0 0,0-1 1 0 0,0 1-1 0 0,0 0 0 0 0,-1-1 0 0 0,0 1 0 0 0,1 0 0 0 0,-1 0 0 0 0,0 0 1 0 0,0 0-1 0 0,-1 0 0 0 0,1 0 0 0 0,-1 1 0 0 0,1-1 0 0 0,-1 0 0 0 0,0 4 0 0 0,-1 3 27 0 0,0 1 0 0 0,-1-1 0 0 0,0 0 0 0 0,-1 0 0 0 0,0 0 0 0 0,0 0 0 0 0,-1-1 0 0 0,-1 1-1 0 0,1-1 1 0 0,-1 0 0 0 0,-1 0 0 0 0,0 0 0 0 0,0-1 0 0 0,-9 9 0 0 0,3-4 19 0 0,-1 0 0 0 0,0-1 1 0 0,-1 0-1 0 0,0-1 1 0 0,-1-1-1 0 0,0 0 0 0 0,-25 11 1 0 0,38-20-106 0 0,-1 0-1 0 0,0 0 1 0 0,0 0 0 0 0,-1 0 0 0 0,1-1-1 0 0,0 1 1 0 0,0-1 0 0 0,0 1 0 0 0,0-1 0 0 0,-1 0-1 0 0,1-1 1 0 0,0 1 0 0 0,0-1 0 0 0,0 1-1 0 0,0-1 1 0 0,0 0 0 0 0,0 0 0 0 0,-4-2-1 0 0,6 3 24 0 0,-1-1 0 0 0,1 0 0 0 0,0 0-1 0 0,-1 0 1 0 0,1 0 0 0 0,0-1 0 0 0,0 1-1 0 0,0 0 1 0 0,0-1 0 0 0,0 1 0 0 0,0 0-1 0 0,0-1 1 0 0,1 1 0 0 0,-1-1 0 0 0,0 1-1 0 0,1-1 1 0 0,-1 1 0 0 0,1-1 0 0 0,0 0-1 0 0,-1 1 1 0 0,1-1 0 0 0,0 1 0 0 0,0-1-1 0 0,0 0 1 0 0,0 1 0 0 0,0-1 0 0 0,1 0-1 0 0,-1 1 1 0 0,0-1 0 0 0,1 1 0 0 0,-1-1-1 0 0,1 0 1 0 0,-1 1 0 0 0,1-1 0 0 0,0 1-1 0 0,1-2 1 0 0,0-1-300 0 0,1 0 1 0 0,0 0-1 0 0,0 1 0 0 0,0-1 0 0 0,0 1 1 0 0,0-1-1 0 0,1 1 0 0 0,-1 0 0 0 0,1 1 1 0 0,0-1-1 0 0,0 1 0 0 0,0-1 0 0 0,0 1 1 0 0,0 1-1 0 0,7-3 0 0 0,-1 0-1376 0 0,0 1 1 0 0,0 1-1 0 0,1 0 0 0 0,-1 0 0 0 0,19 1 0 0 0,-14 1-569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3.2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 1 728 0 0,'-19'5'7001'0'0,"15"0"-5144"0"0,8 3-3797 0 0,-3-8 1665 0 0,-1 3-851 0 0,-1 0 220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4.1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1 268 0 0,'0'0'7597'0'0,"0"5"-3929"0"0,0 20-1354 0 0,-1 54 469 0 0,-1-29-2821 0 0,3 1 0 0 0,7 57 0 0 0,-5-97 107 0 0,3-1-4082 0 0,-6-9 3775 0 0,1-1-1 0 0,0 0 1 0 0,-1 0-1 0 0,1 0 1 0 0,-1 0-1 0 0,1 0 1 0 0,-1 0-1 0 0,1 0 0 0 0,0 0 1 0 0,-1 0-1 0 0,1 0 1 0 0,-1 0-1 0 0,1 0 1 0 0,-1-1-1 0 0,1 1 1 0 0,-1 0-1 0 0,1 0 1 0 0,-1-1-1 0 0,1 1 1 0 0,-1 0-1 0 0,1 0 0 0 0,-1-1 1 0 0,1 1-1 0 0,-1-1 1 0 0,1 1-1 0 0,-1 0 1 0 0,0-1-1 0 0,1 1 1 0 0,-1-1-1 0 0,0 1 1 0 0,1-1-1 0 0,-1 1 1 0 0,0-1-1 0 0,0 1 0 0 0,0-1 1 0 0,1 0-1 0 0,3-4-1807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4.4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21 100 324 0 0,'-9'-47'5948'0'0,"-2"-5"-782"0"0,15 61-5360 0 0,1 0 0 0 0,0 0 0 0 0,0-1 0 0 0,1 1 1 0 0,6 7-1 0 0,41 41-7617 0 0,-43-47 5879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4.8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169 164 1732 0 0,'0'0'222'0'0,"0"1"0"0"0,0-1 0 0 0,1 1 0 0 0,-1-1 0 0 0,0 1 0 0 0,0-1 0 0 0,1 1-1 0 0,-1-1 1 0 0,0 1 0 0 0,1-1 0 0 0,-1 0 0 0 0,1 1 0 0 0,-1-1 0 0 0,0 1 0 0 0,1-1 0 0 0,-1 0 0 0 0,1 1 0 0 0,-1-1 0 0 0,1 0 0 0 0,-1 0-1 0 0,1 0 1 0 0,-1 1 0 0 0,1-1 0 0 0,0 0 0 0 0,-1 0 0 0 0,1 0 0 0 0,-1 0 0 0 0,1 0 0 0 0,-1 0 0 0 0,1 0 0 0 0,0 0 0 0 0,-1 0-1 0 0,1 0 1 0 0,-1 0 0 0 0,1 0 0 0 0,-1 0 0 0 0,1-1 0 0 0,-1 1 0 0 0,1 0 0 0 0,-1 0 0 0 0,1-1 0 0 0,2-1-16 0 0,-1 0 1 0 0,0 0 0 0 0,1 0-1 0 0,-1 0 1 0 0,0-1 0 0 0,-1 1-1 0 0,1-1 1 0 0,2-4 0 0 0,2-3-186 0 0,-2 0 1 0 0,1 0 0 0 0,-2 0 0 0 0,5-18-1 0 0,-7 24 73 0 0,-1 0 0 0 0,1 0 0 0 0,-1 1 0 0 0,0-1 0 0 0,0 0 0 0 0,-1 0 0 0 0,1 1-1 0 0,-1-1 1 0 0,0 0 0 0 0,0 1 0 0 0,0-1 0 0 0,0 0 0 0 0,-1 1 0 0 0,0 0 0 0 0,-2-5 0 0 0,3 7-55 0 0,0 0 1 0 0,0-1-1 0 0,-1 1 1 0 0,1 0-1 0 0,-1 0 1 0 0,1 0 0 0 0,-1 0-1 0 0,1 0 1 0 0,-1 0-1 0 0,0 0 1 0 0,1 1-1 0 0,-1-1 1 0 0,0 1-1 0 0,0-1 1 0 0,0 1-1 0 0,1-1 1 0 0,-1 1 0 0 0,0 0-1 0 0,0 0 1 0 0,0 0-1 0 0,0 0 1 0 0,1 0-1 0 0,-1 1 1 0 0,0-1-1 0 0,0 0 1 0 0,0 1-1 0 0,1 0 1 0 0,-1-1 0 0 0,0 1-1 0 0,1 0 1 0 0,-1 0-1 0 0,-2 1 1 0 0,-7 5 58 0 0,0 0-1 0 0,1 0 1 0 0,0 0 0 0 0,0 2-1 0 0,1-1 1 0 0,0 1 0 0 0,0 0 0 0 0,1 1-1 0 0,0 0 1 0 0,-6 12 0 0 0,5-8-23 0 0,1 0 1 0 0,1 0-1 0 0,0 1 1 0 0,2 0-1 0 0,-1 0 1 0 0,2 0-1 0 0,-5 26 1 0 0,8-37-127 0 0,1 0 1 0 0,-1 1 0 0 0,1-1 0 0 0,0 1 0 0 0,0-1-1 0 0,1 0 1 0 0,-1 1 0 0 0,1-1 0 0 0,0 0 0 0 0,0 0-1 0 0,1 1 1 0 0,-1-1 0 0 0,1 0 0 0 0,0 0 0 0 0,0 0-1 0 0,0-1 1 0 0,0 1 0 0 0,1 0 0 0 0,0-1 0 0 0,-1 0-1 0 0,1 1 1 0 0,6 4 0 0 0,-4-5-323 0 0,1 1 0 0 0,-1-1 0 0 0,1 0 1 0 0,0 0-1 0 0,0-1 0 0 0,0 1 0 0 0,0-1 0 0 0,0-1 0 0 0,1 1 0 0 0,-1-1 0 0 0,1 0 0 0 0,-1 0 0 0 0,1-1 1 0 0,9 0-1 0 0,13-3-3437 0 0,45-8 0 0 0,-48 4 1590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5.1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40 292 0 0,'0'-1'445'0'0,"-1"-4"1072"0"0,-1-1 0 0 0,1 1-1 0 0,-2-1 1 0 0,1 1 0 0 0,-4-7 1335 0 0,16 38-284 0 0,68 226 2101 0 0,-40-147-4543 0 0,-37-103-223 0 0,0 0 0 0 0,-1 1 0 0 0,1-1 0 0 0,0 0 0 0 0,1 0 0 0 0,-1 0 0 0 0,0 0 0 0 0,0 0 0 0 0,1 0 0 0 0,2 1 0 0 0,3-2-1032 0 0,-1-15 453 0 0,-2-7 432 0 0,2-15-102 0 0,16-47 1 0 0,-19 73 307 0 0,0 0-1 0 0,1 1 1 0 0,1-1 0 0 0,-1 1 0 0 0,2 0 0 0 0,-1 1 0 0 0,1-1 0 0 0,0 1-1 0 0,14-13 1 0 0,-13 13 18 0 0,-6 7 24 0 0,0 0 1 0 0,0 0-1 0 0,0-1 1 0 0,1 1-1 0 0,-1 0 1 0 0,0 0-1 0 0,0 0 1 0 0,1 1-1 0 0,-1-1 1 0 0,0 0-1 0 0,1 0 1 0 0,-1 1-1 0 0,1-1 1 0 0,-1 1-1 0 0,1-1 1 0 0,-1 1-1 0 0,1-1 0 0 0,2 1 1 0 0,-3 0 202 0 0,-17 20 569 0 0,-42 28 306 0 0,31-26-676 0 0,-34 34 0 0 0,59-54-401 0 0,0-1-1 0 0,1 1 1 0 0,-1 0-1 0 0,1 0 1 0 0,-1-1-1 0 0,1 1 1 0 0,0 0 0 0 0,0 0-1 0 0,0 0 1 0 0,0 1-1 0 0,0-1 1 0 0,0 0-1 0 0,0 0 1 0 0,1 0 0 0 0,-1 1-1 0 0,1-1 1 0 0,0 0-1 0 0,0 1 1 0 0,0-1 0 0 0,0 0-1 0 0,0 0 1 0 0,1 4-1 0 0,0-3-18 0 0,0 0 0 0 0,1-1 0 0 0,-1 1 0 0 0,1 0-1 0 0,0 0 1 0 0,0-1 0 0 0,0 1 0 0 0,1-1 0 0 0,-1 0 0 0 0,0 1-1 0 0,1-1 1 0 0,-1 0 0 0 0,1 0 0 0 0,0-1 0 0 0,5 3 0 0 0,5 3-477 0 0,1-1 0 0 0,0 0 0 0 0,0-1 0 0 0,1 0 0 0 0,-1-2 0 0 0,21 4 0 0 0,3-3-4872 0 0,52-1 0 0 0,-70-3 3170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5.5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18 105 144 0 0,'-12'-14'11376'0'0,"12"14"-11235"0"0,-1 0-1 0 0,1 0 0 0 0,0 1 1 0 0,-1-1-1 0 0,1 0 1 0 0,0 0-1 0 0,0 0 0 0 0,-1 1 1 0 0,1-1-1 0 0,0 0 1 0 0,0 0-1 0 0,-1 0 0 0 0,1 1 1 0 0,0-1-1 0 0,0 0 1 0 0,0 1-1 0 0,0-1 0 0 0,-1 0 1 0 0,1 0-1 0 0,0 1 1 0 0,0-1-1 0 0,0 0 0 0 0,0 1 1 0 0,0-1-1 0 0,0 0 1 0 0,0 1-1 0 0,0-1 0 0 0,0 0 1 0 0,0 1-1 0 0,0 0 0 0 0,0 42 276 0 0,1-30 960 0 0,-1 11-357 0 0,-1-5-404 0 0,1-1 0 0 0,1 0 0 0 0,4 28 0 0 0,-4-42-598 0 0,-1-1 1 0 0,1 1 0 0 0,0-1 0 0 0,0 0 0 0 0,0 0 0 0 0,0 0 0 0 0,1 0-1 0 0,-1 0 1 0 0,1 0 0 0 0,0 0 0 0 0,0 0 0 0 0,0 0 0 0 0,0-1-1 0 0,0 1 1 0 0,1-1 0 0 0,-1 1 0 0 0,1-1 0 0 0,0 0 0 0 0,-1 0 0 0 0,1 0-1 0 0,0-1 1 0 0,0 1 0 0 0,0-1 0 0 0,1 0 0 0 0,3 2 0 0 0,0-2-92 0 0,-1-1 0 0 0,1 1 0 0 0,0-1 1 0 0,0-1-1 0 0,-1 1 0 0 0,1-1 0 0 0,-1 0 1 0 0,1-1-1 0 0,-1 1 0 0 0,1-1 0 0 0,-1-1 1 0 0,7-3-1 0 0,2 0-143 0 0,-2-2-1 0 0,1 0 1 0 0,-1 0 0 0 0,13-11 0 0 0,-18 12 37 0 0,0-1-1 0 0,-1 0 1 0 0,1 0 0 0 0,-1 0 0 0 0,-1-1 0 0 0,0 0 0 0 0,0 0 0 0 0,-1-1-1 0 0,0 1 1 0 0,0-1 0 0 0,-1 0 0 0 0,0-1 0 0 0,2-12 0 0 0,-4 13-473 0 0,0 0 1 0 0,-1 0 0 0 0,-1 1 0 0 0,1-1 0 0 0,-2 0-1 0 0,1 0 1 0 0,-1 0 0 0 0,-1 0 0 0 0,-2-11 0 0 0,-2-9-7186 0 0,6 25 5650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5.8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12 154 1348 0 0,'-9'31'10217'0'0,"7"6"-6779"0"0,8 32-1845 0 0,-5-65-1502 0 0,47 259 4382 0 0,-46-249-4330 0 0,1-1 0 0 0,-2 2 0 0 0,1-1 0 0 0,-2 16 0 0 0,5-51-1872 0 0,-6-2 936 0 0,-7-37-1 0 0,4 36 519 0 0,-1-38-1 0 0,5 20 161 0 0,2 1 0 0 0,2 0 0 0 0,12-50 0 0 0,-12 74 84 0 0,0-1 1 0 0,2 1 0 0 0,0 0 0 0 0,1 0 0 0 0,1 1-1 0 0,0 0 1 0 0,1 0 0 0 0,1 1 0 0 0,22-27 0 0 0,-27 37 28 0 0,-1 1 1 0 0,1-1-1 0 0,0 1 1 0 0,0 1 0 0 0,0-1-1 0 0,0 1 1 0 0,1-1 0 0 0,-1 1-1 0 0,1 1 1 0 0,0-1 0 0 0,0 1-1 0 0,0 0 1 0 0,7-1-1 0 0,-9 3 23 0 0,-1-1 1 0 0,1 1-1 0 0,-1 0 0 0 0,0 1 0 0 0,1-1 0 0 0,-1 1 0 0 0,0-1 0 0 0,1 1 0 0 0,-1 0 0 0 0,0 0 0 0 0,0 0 0 0 0,0 1 0 0 0,0-1 0 0 0,0 1 0 0 0,0 0 0 0 0,0-1 0 0 0,0 1 0 0 0,-1 1 0 0 0,1-1 0 0 0,-1 0 0 0 0,1 1 0 0 0,-1-1 0 0 0,0 1 0 0 0,0 0 0 0 0,0-1 0 0 0,2 5 0 0 0,-2-3 20 0 0,0-1 0 0 0,-1 1-1 0 0,1 0 1 0 0,-1 0 0 0 0,1-1-1 0 0,-1 1 1 0 0,0 0 0 0 0,-1 0-1 0 0,1 0 1 0 0,-1 0 0 0 0,1 1-1 0 0,-1-1 1 0 0,0 0 0 0 0,-1 0-1 0 0,0 5 1 0 0,-1-2 22 0 0,0 0 0 0 0,0 0-1 0 0,-1 0 1 0 0,0-1 0 0 0,0 1 0 0 0,-1-1-1 0 0,-7 12 1 0 0,-2-2 39 0 0,0-2-1 0 0,-1 1 1 0 0,0-2 0 0 0,-1 0-1 0 0,-21 15 1 0 0,33-26-100 0 0,0 0-1 0 0,0 0 1 0 0,-1 0-1 0 0,1 0 0 0 0,-1-1 1 0 0,1 1-1 0 0,-1-1 1 0 0,0 0-1 0 0,1 0 1 0 0,-1 0-1 0 0,0-1 1 0 0,0 1-1 0 0,0-1 1 0 0,-5 0-1 0 0,7-1-52 0 0,0 1-1 0 0,1-1 0 0 0,-1 1 1 0 0,1-1-1 0 0,-1 0 0 0 0,0 1 1 0 0,1-1-1 0 0,0 0 0 0 0,-1 0 1 0 0,1 0-1 0 0,-1 0 1 0 0,1 0-1 0 0,0 0 0 0 0,0-1 1 0 0,0 1-1 0 0,0 0 0 0 0,0-1 1 0 0,0 1-1 0 0,0-1 1 0 0,0 1-1 0 0,0-1 0 0 0,1 1 1 0 0,-1-1-1 0 0,0 0 0 0 0,1 1 1 0 0,0-1-1 0 0,-1 0 0 0 0,1 1 1 0 0,0-1-1 0 0,0 0 1 0 0,0 1-1 0 0,0-1 0 0 0,0-3 1 0 0,0 0-369 0 0,1 1 0 0 0,-1-1 0 0 0,1 0 0 0 0,0 1 1 0 0,0-1-1 0 0,0 1 0 0 0,0 0 0 0 0,3-6 0 0 0,-1 4-690 0 0,0 1 0 0 0,1 0-1 0 0,0 0 1 0 0,0 0 0 0 0,0 0-1 0 0,0 1 1 0 0,1-1-1 0 0,-1 1 1 0 0,9-5 0 0 0,2-1-1348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6.2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331 45 1608 0 0,'-37'-21'9541'0'0,"32"19"-8841"0"0,1 1-1 0 0,0-1 1 0 0,0 1-1 0 0,-1 0 1 0 0,1 1-1 0 0,-6-1 1 0 0,5 1-526 0 0,0 0 1 0 0,1 1-1 0 0,-1 0 1 0 0,0 0-1 0 0,1 0 1 0 0,-1 0-1 0 0,0 1 1 0 0,1 0-1 0 0,0 0 1 0 0,-1 0-1 0 0,1 0 1 0 0,0 1-1 0 0,0-1 1 0 0,-7 7-1 0 0,-21 18 581 0 0,-37 39-1 0 0,57-53-590 0 0,1 0 0 0 0,1 0 0 0 0,0 1 0 0 0,1 0 0 0 0,1 1-1 0 0,-8 16 1 0 0,15-29-166 0 0,0 0 0 0 0,0 0 0 0 0,0 1-1 0 0,0-1 1 0 0,1 0 0 0 0,-1 0 0 0 0,1 1 0 0 0,0-1-1 0 0,-1 0 1 0 0,1 0 0 0 0,0 1 0 0 0,0-1-1 0 0,0 0 1 0 0,1 1 0 0 0,-1-1 0 0 0,1 0 0 0 0,-1 0-1 0 0,2 4 1 0 0,-1-5-39 0 0,0 1 0 0 0,0-1 0 0 0,0 0 0 0 0,1 0-1 0 0,-1 0 1 0 0,0 0 0 0 0,0 0 0 0 0,1 0 0 0 0,-1 0 0 0 0,1 0 0 0 0,-1 0 0 0 0,1-1-1 0 0,-1 1 1 0 0,1 0 0 0 0,-1-1 0 0 0,1 0 0 0 0,0 1 0 0 0,-1-1 0 0 0,3 0 0 0 0,5 1-190 0 0,0-2 0 0 0,-1 1 1 0 0,1-1-1 0 0,-1 0 1 0 0,1-1-1 0 0,-1 0 0 0 0,0 0 1 0 0,10-5-1 0 0,-6 2 39 0 0,-1-1 0 0 0,0 0-1 0 0,0-1 1 0 0,0 0 0 0 0,-1 0 0 0 0,0-1 0 0 0,0-1-1 0 0,-1 0 1 0 0,0 0 0 0 0,-1 0 0 0 0,0-1 0 0 0,-1-1 0 0 0,0 1-1 0 0,0-1 1 0 0,7-17 0 0 0,-8 14 347 0 0,-1 0 1 0 0,0-1-1 0 0,-1 0 1 0 0,-1 0-1 0 0,0 0 1 0 0,-1 0-1 0 0,0-27 1 0 0,-2 42 248 0 0,0 28 578 0 0,1 0-858 0 0,1-1-1 0 0,1 1 1 0 0,11 46-1 0 0,-11-62-612 0 0,0-1 1 0 0,1 1-1 0 0,0-1 0 0 0,1 0 0 0 0,0 0 1 0 0,1 0-1 0 0,0 0 0 0 0,1-1 0 0 0,0 0 1 0 0,17 17-1 0 0,-21-24-308 0 0,1 0 1 0 0,0 0 0 0 0,0 0-1 0 0,0-1 1 0 0,0 1-1 0 0,1-1 1 0 0,-1 0 0 0 0,1 0-1 0 0,-1-1 1 0 0,1 0-1 0 0,7 2 1 0 0,-1-3-1487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6.5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47 1096 0 0,'-1'-14'3361'0'0,"0"-13"4136"0"0,8 22-4873 0 0,9 10-2007 0 0,-9-2-436 0 0,-1 1 0 0 0,0 0 0 0 0,1 0 0 0 0,-2 0 0 0 0,1 1 0 0 0,0 0 0 0 0,-1 0 0 0 0,0 1 0 0 0,0-1 0 0 0,-1 1 0 0 0,1 0 0 0 0,-1 1 0 0 0,-1-1 0 0 0,1 1 0 0 0,-1-1 0 0 0,0 1 0 0 0,-1 0 0 0 0,1 0 0 0 0,-1 0 0 0 0,-1 0 0 0 0,1 1 0 0 0,-1-1 0 0 0,-1 0 0 0 0,1 1 0 0 0,-1-1 0 0 0,-1 1 0 0 0,-1 12 0 0 0,-1 14-1064 0 0,3-33 675 0 0,10-30-1484 0 0,-7 19 1650 0 0,1 0 0 0 0,0 0-1 0 0,0 1 1 0 0,1-1 0 0 0,0 1 0 0 0,1 0 0 0 0,13-16 0 0 0,-16 21 68 0 0,1 1 0 0 0,-1 0 0 0 0,1-1 0 0 0,0 2 0 0 0,0-1 0 0 0,0 0 0 0 0,1 1 0 0 0,-1 0 0 0 0,0 0-1 0 0,1 0 1 0 0,0 0 0 0 0,-1 1 0 0 0,1-1 0 0 0,0 1 0 0 0,0 1 0 0 0,0-1 0 0 0,-1 1 0 0 0,1 0 0 0 0,8 0 0 0 0,19 5-333 0 0,-1 1 0 0 0,0 1 0 0 0,48 18 0 0 0,-19-5-3531 0 0,1-4-3977 0 0,-46-12 5410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6.9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59 1476 0 0,'0'-3'524'0'0,"1"0"0"0"0,0 0 1 0 0,0 0-1 0 0,0 0 0 0 0,0 1 0 0 0,0-1 0 0 0,0 0 0 0 0,1 1 1 0 0,-1-1-1 0 0,1 1 0 0 0,0-1 0 0 0,0 1 0 0 0,0 0 0 0 0,0 0 0 0 0,0 0 1 0 0,0 0-1 0 0,1 0 0 0 0,-1 0 0 0 0,0 1 0 0 0,6-3 0 0 0,-4 2-217 0 0,0 1 0 0 0,1 0-1 0 0,0 0 1 0 0,-1 0-1 0 0,1 1 1 0 0,0-1 0 0 0,-1 1-1 0 0,1 0 1 0 0,0 1-1 0 0,-1-1 1 0 0,1 1 0 0 0,4 1-1 0 0,4 1 26 0 0,0 1 0 0 0,-1 1 0 0 0,0 0 0 0 0,0 1 0 0 0,0 0 0 0 0,-1 0 0 0 0,0 1 0 0 0,16 13-1 0 0,-18-11-108 0 0,-1-1 0 0 0,-1 1-1 0 0,1 1 1 0 0,-1-1-1 0 0,-1 1 1 0 0,0 0 0 0 0,0 1-1 0 0,-1 0 1 0 0,0-1-1 0 0,-1 2 1 0 0,0-1-1 0 0,-1 0 1 0 0,0 1 0 0 0,-1-1-1 0 0,0 1 1 0 0,-1 0-1 0 0,-1 18 1 0 0,0-11-126 0 0,-2 0 1 0 0,0 0-1 0 0,-1 0 1 0 0,-1 0-1 0 0,-1-1 1 0 0,-1 1 0 0 0,0-1-1 0 0,-1 0 1 0 0,-1-1-1 0 0,-11 19 1 0 0,15-30-153 0 0,0-1 0 0 0,0 0 0 0 0,0 0 1 0 0,-1 0-1 0 0,1 0 0 0 0,-1-1 1 0 0,0 1-1 0 0,-1-1 0 0 0,1-1 0 0 0,-1 1 1 0 0,-10 4-1 0 0,14-7 29 0 0,0 0-1 0 0,1 0 1 0 0,-1-1 0 0 0,0 1-1 0 0,-1-1 1 0 0,1 1-1 0 0,0-1 1 0 0,0 0 0 0 0,0 0-1 0 0,0 0 1 0 0,0 0 0 0 0,0 0-1 0 0,0 0 1 0 0,0 0 0 0 0,0-1-1 0 0,0 1 1 0 0,0-1-1 0 0,0 0 1 0 0,0 0 0 0 0,0 1-1 0 0,0-1 1 0 0,0 0 0 0 0,0-1-1 0 0,1 1 1 0 0,-1 0 0 0 0,0 0-1 0 0,1-1 1 0 0,-1 1-1 0 0,1-1 1 0 0,0 1 0 0 0,-1-1-1 0 0,1 0 1 0 0,0 0 0 0 0,0 1-1 0 0,0-1 1 0 0,0 0 0 0 0,0 0-1 0 0,0 0 1 0 0,1 0-1 0 0,-1-3 1 0 0,-1-1-20 0 0,0 0 0 0 0,0-1 0 0 0,1 1 0 0 0,0-1 0 0 0,1 0-1 0 0,-1 1 1 0 0,1-1 0 0 0,0 0 0 0 0,1 1 0 0 0,0-1 0 0 0,0 1 0 0 0,0-1 0 0 0,1 1 0 0 0,0-1-1 0 0,0 1 1 0 0,1 0 0 0 0,-1 0 0 0 0,1 0 0 0 0,1 0 0 0 0,-1 0 0 0 0,1 1 0 0 0,0 0 0 0 0,6-7 0 0 0,-4 6-220 0 0,-1 0 0 0 0,1 0 1 0 0,1 1-1 0 0,-1 0 0 0 0,1 0 1 0 0,0 1-1 0 0,0-1 1 0 0,0 1-1 0 0,1 1 0 0 0,0 0 1 0 0,-1 0-1 0 0,1 0 1 0 0,0 1-1 0 0,0 0 0 0 0,1 1 1 0 0,-1 0-1 0 0,0 0 0 0 0,10 0 1 0 0,-3 2-1804 0 0,1 1-1 0 0,-1 0 1 0 0,0 0 0 0 0,0 2-1 0 0,21 7 1 0 0,-18-3-452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7.9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323 19 1000 0 0,'-20'-6'3822'0'0,"-10"-1"2592"0"0,0 1 548 0 0,36 41-4448 0 0,11 121 1238 0 0,-12-92-3037 0 0,-5 108 0 0 0,-1-164-730 0 0,0 0 0 0 0,0 0 0 0 0,-1 0 0 0 0,-1 0 0 0 0,1-1 0 0 0,-1 1-1 0 0,0-1 1 0 0,-1 1 0 0 0,1-1 0 0 0,-2 0 0 0 0,1-1 0 0 0,-1 1-1 0 0,0-1 1 0 0,0 0 0 0 0,-1 0 0 0 0,-8 7 0 0 0,9-9-1 0 0,-1 0 1 0 0,1 0-1 0 0,-1 0 1 0 0,0-1-1 0 0,0 0 1 0 0,0 0-1 0 0,0-1 1 0 0,0 1 0 0 0,-1-1-1 0 0,1-1 1 0 0,-1 1-1 0 0,1-1 1 0 0,-1-1-1 0 0,0 1 1 0 0,0-1-1 0 0,1 0 1 0 0,-1 0-1 0 0,0-1 1 0 0,1 0-1 0 0,-8-2 1 0 0,11 3-18 0 0,0-1-1 0 0,-1 0 1 0 0,1 0 0 0 0,0 0 0 0 0,0 0 0 0 0,0 0 0 0 0,0-1 0 0 0,0 0 0 0 0,0 1 0 0 0,1-1 0 0 0,-1 0 0 0 0,0 0-1 0 0,1-1 1 0 0,0 1 0 0 0,-1 0 0 0 0,1-1 0 0 0,0 0 0 0 0,0 1 0 0 0,0-1 0 0 0,1 0 0 0 0,-1 0 0 0 0,1 0 0 0 0,-1 0 0 0 0,1 0-1 0 0,0 0 1 0 0,0 0 0 0 0,1-1 0 0 0,-1 1 0 0 0,1 0 0 0 0,-1 0 0 0 0,1-1 0 0 0,0 1 0 0 0,1-6 0 0 0,0 1-135 0 0,1 2 0 0 0,-1-1 0 0 0,2 0 0 0 0,-1 0 0 0 0,1 1 0 0 0,0-1 0 0 0,0 1 0 0 0,1 0 0 0 0,0 0 1 0 0,0 0-1 0 0,0 0 0 0 0,1 1 0 0 0,-1-1 0 0 0,12-8 0 0 0,-7 7-250 0 0,0 1 0 0 0,0 0 0 0 0,1 0 1 0 0,0 1-1 0 0,0 1 0 0 0,0-1 0 0 0,1 1 0 0 0,-1 1 0 0 0,1 0 1 0 0,13-1-1 0 0,7 0-1731 0 0,0 2 0 0 0,39 2 1 0 0,-34 1-254 0 0,49-6 0 0 0,-83 5 2505 0 0,0 0 1 0 0,0 0-1 0 0,0-1 0 0 0,0 1 1 0 0,0-1-1 0 0,0 1 1 0 0,0-1-1 0 0,0 0 0 0 0,0 0 1 0 0,0 0-1 0 0,-1 0 1 0 0,1 0-1 0 0,3-3 0 0 0,-5 3 55 0 0,1 0 0 0 0,-1 0-1 0 0,1 1 1 0 0,-1-1-1 0 0,1 0 1 0 0,-1 0-1 0 0,0 0 1 0 0,1 0 0 0 0,-1 0-1 0 0,0 0 1 0 0,0 0-1 0 0,0 0 1 0 0,0 0-1 0 0,1 0 1 0 0,-2 0 0 0 0,1-1-1 0 0,0 1 1 0 0,0 0-1 0 0,0 0 1 0 0,0 0-1 0 0,-1 0 1 0 0,1 0 0 0 0,0 0-1 0 0,-1 1 1 0 0,1-1-1 0 0,-1 0 1 0 0,1 0 0 0 0,-1-1-1 0 0,0 2-47 0 0,1-1 1 0 0,-1 0-1 0 0,1 1 1 0 0,0-1-1 0 0,-1 1 0 0 0,1-1 1 0 0,0 1-1 0 0,0-1 1 0 0,-1 0-1 0 0,1 1 0 0 0,0-1 1 0 0,0 0-1 0 0,0 1 1 0 0,0-1-1 0 0,0 0 0 0 0,0 1 1 0 0,0-1-1 0 0,0 0 0 0 0,0 1 1 0 0,0-1-1 0 0,0 0 1 0 0,1 1-1 0 0,-1-1 0 0 0,0 1 1 0 0,0-1-1 0 0,1 0 1 0 0,-1 1-1 0 0,0-1 0 0 0,1 1 1 0 0,-1-1-1 0 0,1 1 1 0 0,0-2-1 0 0,1 1 20 0 0,-1 0 0 0 0,1 0 0 0 0,0 0 0 0 0,0 0 0 0 0,0 1 0 0 0,0-1 0 0 0,0 0 0 0 0,0 1 0 0 0,0 0 1 0 0,4-1-1 0 0,48 2 1199 0 0,-44 0-990 0 0,0 1-1 0 0,0 0 0 0 0,0 1 0 0 0,0 0 0 0 0,0 1 0 0 0,0 0 1 0 0,-1 0-1 0 0,0 1 0 0 0,0 0 0 0 0,11 9 0 0 0,-14-10-193 0 0,0 1 1 0 0,-1 0-1 0 0,0 0 0 0 0,1 1 0 0 0,-2-1 0 0 0,1 1 0 0 0,-1 0 1 0 0,0 0-1 0 0,0 0 0 0 0,0 1 0 0 0,-1 0 0 0 0,0-1 0 0 0,0 1 1 0 0,-1 0-1 0 0,2 9 0 0 0,-3-7-96 0 0,0 1 1 0 0,-1 0-1 0 0,0 0 1 0 0,-1-1-1 0 0,0 1 1 0 0,-1 0-1 0 0,1-1 1 0 0,-2 1-1 0 0,0-1 1 0 0,0 0-1 0 0,0 0 1 0 0,-1 0-1 0 0,0 0 1 0 0,-1-1-1 0 0,0 1 1 0 0,-1-1-1 0 0,1 0 1 0 0,-1-1-1 0 0,-1 1 1 0 0,0-1-1 0 0,-12 10 1 0 0,18-16-62 0 0,0 0 0 0 0,0 0 0 0 0,0 0 0 0 0,0 0 1 0 0,0 0-1 0 0,0 0 0 0 0,-1 0 0 0 0,1 0 0 0 0,0-1 0 0 0,0 1 1 0 0,-1-1-1 0 0,1 1 0 0 0,0-1 0 0 0,-1 1 0 0 0,1-1 1 0 0,0 0-1 0 0,-1 1 0 0 0,1-1 0 0 0,-1 0 0 0 0,1 0 0 0 0,-1 0 1 0 0,1 0-1 0 0,0 0 0 0 0,-1-1 0 0 0,1 1 0 0 0,-1 0 1 0 0,1-1-1 0 0,0 1 0 0 0,-1-1 0 0 0,1 1 0 0 0,0-1 0 0 0,0 1 1 0 0,-1-1-1 0 0,1 0 0 0 0,0 0 0 0 0,0 0 0 0 0,0 0 1 0 0,-2-2-1 0 0,1 1-57 0 0,0-1 1 0 0,0 1-1 0 0,1-1 1 0 0,-1 0-1 0 0,1 0 0 0 0,0 0 1 0 0,-1 0-1 0 0,1 0 1 0 0,1 0-1 0 0,-1 0 1 0 0,0 0-1 0 0,1-1 1 0 0,0 1-1 0 0,-1 0 1 0 0,1 0-1 0 0,1-4 1 0 0,0 1-139 0 0,0 0 0 0 0,0 0 0 0 0,1 0 1 0 0,0 0-1 0 0,0 1 0 0 0,0-1 0 0 0,1 1 1 0 0,0-1-1 0 0,0 1 0 0 0,0 0 1 0 0,8-9-1 0 0,-4 7-237 0 0,1 0 0 0 0,0 0 0 0 0,0 0 0 0 0,0 1 0 0 0,1 1-1 0 0,12-8 1 0 0,10-1-1430 0 0,1 2 0 0 0,1 1 0 0 0,39-9 0 0 0,-59 17 1188 0 0,76-17-3615 0 0,40-11-4 0 0,-108 24 5029 0 0,39-19 0 0 0,-56 24 384 0 0,1-1-1 0 0,-1 0 1 0 0,0 0-1 0 0,0-1 1 0 0,5-5-1 0 0,0 1 4204 0 0,-6 8-5144 0 0,-1-1 1 0 0,1 1-1 0 0,0 0 0 0 0,0 0 1 0 0,0 0-1 0 0,0 0 0 0 0,0 0 1 0 0,0 1-1 0 0,0 0 0 0 0,0-1 1 0 0,-1 1-1 0 0,1 0 0 0 0,0 0 1 0 0,0 0-1 0 0,2 2 0 0 0,4 0 396 0 0,-7-2-435 0 0,1 0 1 0 0,-1 0-1 0 0,1 0 0 0 0,-1 0 1 0 0,1 0-1 0 0,-1 0 1 0 0,0 1-1 0 0,0-1 1 0 0,0 1-1 0 0,0-1 1 0 0,0 1-1 0 0,0 0 0 0 0,0 0 1 0 0,0 0-1 0 0,-1 0 1 0 0,1 0-1 0 0,-1 0 1 0 0,1 0-1 0 0,-1 1 1 0 0,0-1-1 0 0,0 1 1 0 0,0-1-1 0 0,0 1 0 0 0,-1-1 1 0 0,1 1-1 0 0,0-1 1 0 0,-1 1-1 0 0,0-1 1 0 0,0 1-1 0 0,0 0 1 0 0,0-1-1 0 0,0 1 0 0 0,0-1 1 0 0,-1 1-1 0 0,1 0 1 0 0,-1-1-1 0 0,-1 5 1 0 0,-1 2 38 0 0,0-1 0 0 0,0 0 1 0 0,-1 0-1 0 0,0 0 0 0 0,0 0 0 0 0,-1-1 1 0 0,0 0-1 0 0,-1 0 0 0 0,1 0 1 0 0,-8 6-1 0 0,4-5-125 0 0,-1 0-1 0 0,0-1 1 0 0,0 0 0 0 0,0 0-1 0 0,-17 7 1 0 0,24-13-58 0 0,-1 1 0 0 0,1-1 0 0 0,0 0-1 0 0,-1 0 1 0 0,0 0 0 0 0,1 0 0 0 0,-1 0 0 0 0,1-1 0 0 0,-1 0 0 0 0,0 0-1 0 0,1 0 1 0 0,-1 0 0 0 0,0 0 0 0 0,1-1 0 0 0,-1 0 0 0 0,0 1-1 0 0,1-1 1 0 0,-1-1 0 0 0,1 1 0 0 0,0 0 0 0 0,-1-1 0 0 0,-4-3 0 0 0,5 3-46 0 0,0-1 1 0 0,1 1 0 0 0,-1-1-1 0 0,0 0 1 0 0,1 0 0 0 0,0 0 0 0 0,0-1-1 0 0,0 1 1 0 0,0-1 0 0 0,0 1 0 0 0,1-1-1 0 0,-1 1 1 0 0,1-1 0 0 0,0 0 0 0 0,0 0-1 0 0,0 1 1 0 0,1-1 0 0 0,-1 0-1 0 0,1 0 1 0 0,0 0 0 0 0,0 0 0 0 0,1 0-1 0 0,-1 0 1 0 0,1 1 0 0 0,0-1 0 0 0,0 0-1 0 0,0 0 1 0 0,3-6 0 0 0,-2 3-251 0 0,1 1 1 0 0,0 0-1 0 0,0 0 0 0 0,1 0 1 0 0,0 0-1 0 0,0 1 0 0 0,0-1 1 0 0,1 1-1 0 0,-1 0 1 0 0,1 1-1 0 0,0-1 0 0 0,1 1 1 0 0,-1 0-1 0 0,1 0 1 0 0,10-5-1 0 0,-1 3-1437 0 0,1 1 0 0 0,0 0 0 0 0,0 1 0 0 0,0 1 0 0 0,0 1 0 0 0,1 0 0 0 0,16 1 0 0 0,-13 1-662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5:38.4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49 119 1948 0 0,'0'0'335'0'0,"0"-1"1"0"0,-1 1-1 0 0,1-1 0 0 0,0 1 1 0 0,-1-1-1 0 0,1 1 0 0 0,-1 0 1 0 0,1-1-1 0 0,0 1 0 0 0,-1 0 0 0 0,1-1 1 0 0,-1 1-1 0 0,1 0 0 0 0,-1 0 1 0 0,1 0-1 0 0,-1-1 0 0 0,0 1 1 0 0,1 0-1 0 0,-1 0 0 0 0,1 0 0 0 0,-1 0 1 0 0,1 0-1 0 0,-1 0 0 0 0,1 0 1 0 0,-1 0-1 0 0,0 0 0 0 0,1 0 1 0 0,-1 0-1 0 0,1 0 0 0 0,-1 0 0 0 0,1 1 1 0 0,-1-1-1 0 0,1 0 0 0 0,-1 0 1 0 0,1 1-1 0 0,-1-1 0 0 0,1 0 0 0 0,-1 1 1 0 0,-1 1-22 0 0,1 0 0 0 0,0 0-1 0 0,0 0 1 0 0,0 0 0 0 0,0 1 0 0 0,1-1 0 0 0,-1 0 0 0 0,0 0 0 0 0,1 0 0 0 0,-1 3-1 0 0,-1 37-889 0 0,3-24 1820 0 0,5 39-464 0 0,-2-26 152 0 0,0 51 1 0 0,-4-71-1309 0 0,-1-1 0 0 0,0 0 0 0 0,-1 0 1 0 0,0 0-1 0 0,0 0 0 0 0,-1 0 1 0 0,-1 0-1 0 0,1-1 0 0 0,-6 10 0 0 0,9-19 292 0 0,0 0-1 0 0,0 0 1 0 0,0 0 0 0 0,0 0-1 0 0,0 0 1 0 0,0-1-1 0 0,0 1 1 0 0,0 0-1 0 0,0 0 1 0 0,0 0-1 0 0,0 0 1 0 0,0 0 0 0 0,-1 0-1 0 0,1 0 1 0 0,0-1-1 0 0,0 1 1 0 0,0 0-1 0 0,0 0 1 0 0,0 0-1 0 0,0 0 1 0 0,0 0-1 0 0,0 0 1 0 0,0 0 0 0 0,0-1-1 0 0,0 1 1 0 0,0 0-1 0 0,-1 0 1 0 0,1 0-1 0 0,0 0 1 0 0,0 0-1 0 0,0 0 1 0 0,0 0 0 0 0,0 0-1 0 0,0 0 1 0 0,0 0-1 0 0,-1 0 1 0 0,1 0-1 0 0,0 0 1 0 0,0 0-1 0 0,0 0 1 0 0,0 0 0 0 0,0 0-1 0 0,0 0 1 0 0,-1 0-1 0 0,1 0 1 0 0,0 0-1 0 0,0 0 1 0 0,0 0-1 0 0,0 0 1 0 0,0 0 0 0 0,0 0-1 0 0,-1 0 1 0 0,1 0-1 0 0,0 0 1 0 0,0 0-1 0 0,-1-24-1352 0 0,4-30 1264 0 0,0 31 351 0 0,2-1 1 0 0,0 0-1 0 0,1 1 0 0 0,1 0 0 0 0,1 0 1 0 0,1 1-1 0 0,1 0 0 0 0,1 1 0 0 0,1 0 1 0 0,1 1-1 0 0,1 0 0 0 0,1 1 0 0 0,17-19 1 0 0,-21 28-23 0 0,0 0 0 0 0,1 1 0 0 0,0 1 0 0 0,1-1 0 0 0,13-5 0 0 0,-21 11-78 0 0,-1 1 0 0 0,0 0 0 0 0,1 0 0 0 0,-1 0 1 0 0,1 1-1 0 0,0-1 0 0 0,-1 1 0 0 0,1 0 0 0 0,0 1 0 0 0,0-1 0 0 0,0 1 0 0 0,0 0 0 0 0,-1 0 0 0 0,1 1 0 0 0,0-1 1 0 0,0 1-1 0 0,0 0 0 0 0,-1 0 0 0 0,7 3 0 0 0,-9-3-34 0 0,-1 0 1 0 0,1 0-1 0 0,-1 0 1 0 0,0 0-1 0 0,1 0 1 0 0,-1 0-1 0 0,0 0 1 0 0,0 0-1 0 0,1 1 1 0 0,-1-1-1 0 0,0 1 0 0 0,0-1 1 0 0,0 1-1 0 0,-1-1 1 0 0,1 1-1 0 0,0-1 1 0 0,-1 1-1 0 0,1 0 1 0 0,-1-1-1 0 0,1 1 1 0 0,-1 0-1 0 0,0-1 1 0 0,0 1-1 0 0,1 0 1 0 0,-1 0-1 0 0,0-1 1 0 0,-1 1-1 0 0,1 0 0 0 0,0 0 1 0 0,0-1-1 0 0,-1 1 1 0 0,1 0-1 0 0,-1-1 1 0 0,0 1-1 0 0,1-1 1 0 0,-1 1-1 0 0,0 0 1 0 0,0-1-1 0 0,-2 3 1 0 0,-4 7 156 0 0,-1 0-1 0 0,-1 0 1 0 0,1-1 0 0 0,-12 9 0 0 0,13-11-63 0 0,0-2-29 0 0,1 1-1 0 0,-1-2 1 0 0,-1 1-1 0 0,1-1 1 0 0,-1 0-1 0 0,1 0 1 0 0,-1-1-1 0 0,-1 0 1 0 0,-14 4-1 0 0,21-8-93 0 0,0 1 0 0 0,0-1 0 0 0,0-1 0 0 0,0 1 0 0 0,0 0 0 0 0,0 0 0 0 0,0-1 0 0 0,0 1 0 0 0,0-1 0 0 0,1 0 0 0 0,-1 0 0 0 0,0 1 0 0 0,0-1 0 0 0,1 0 0 0 0,-1 0 0 0 0,0-1 0 0 0,1 1 0 0 0,-1 0 0 0 0,-1-2 0 0 0,-29-36-245 0 0,9 12-445 0 0,17 21 24 0 0,0 1-1 0 0,0 0 0 0 0,-1 0 0 0 0,-12-7 0 0 0,17 11-30 0 0,-1 0-1 0 0,1 0 1 0 0,-1 0 0 0 0,0 1-1 0 0,1-1 1 0 0,-1 1-1 0 0,0-1 1 0 0,1 1 0 0 0,-1 0-1 0 0,0 0 1 0 0,0 1 0 0 0,1-1-1 0 0,-1 0 1 0 0,0 1 0 0 0,1-1-1 0 0,-1 1 1 0 0,-3 2-1 0 0,-2-1-1823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6:26.8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217 434 192 0 0,'-12'-4'1218'0'0,"11"4"-1153"0"0,0 0-1 0 0,0-1 1 0 0,0 1 0 0 0,0 0-1 0 0,1 0 1 0 0,-1 0 0 0 0,0-1 0 0 0,0 1-1 0 0,0 0 1 0 0,0-1 0 0 0,0 1-1 0 0,1-1 1 0 0,-1 1 0 0 0,0-1 0 0 0,0 1-1 0 0,1-1 1 0 0,-1 0 0 0 0,0 1-1 0 0,1-1 1 0 0,-1 0 0 0 0,1 1 0 0 0,-2-3 534 0 0,3 1-302 0 0,-1 0 0 0 0,0 1 0 0 0,0-1-1 0 0,-1 0 1 0 0,1 0 0 0 0,0 0 0 0 0,-1 0 0 0 0,1 1 0 0 0,-1-1-1 0 0,1 0 1 0 0,-1 0 0 0 0,-1-2 0 0 0,-19-3 9267 0 0,21 7-9406 0 0,-1-1 0 0 0,0 0 0 0 0,1 1 1 0 0,-1-1-1 0 0,0 0 0 0 0,1 1 1 0 0,-1-1-1 0 0,1 0 0 0 0,0 0 0 0 0,-1 1 1 0 0,1-1-1 0 0,0 0 0 0 0,-1 0 0 0 0,1 0 1 0 0,0 1-1 0 0,0-1 0 0 0,0 0 1 0 0,-1 0-1 0 0,1 0 0 0 0,0 0 0 0 0,0 0 1 0 0,0 0-1 0 0,1 1 0 0 0,-1-2 1 0 0,-3-7 576 0 0,-4-15 598 0 0,7-55-516 0 0,1 76-819 0 0,1 0 1 0 0,0 0-1 0 0,0 0 0 0 0,0 0 0 0 0,0 0 0 0 0,0 0 0 0 0,1 1 1 0 0,2-3-1 0 0,5-6-6 0 0,-7 6 2 0 0,1 1 0 0 0,0 0 0 0 0,0 1 0 0 0,0-1 0 0 0,0 0 0 0 0,1 1 0 0 0,-1 0 0 0 0,7-3 0 0 0,17-14 39 0 0,40-38 20 0 0,-58 50-60 0 0,1 0 0 0 0,-1 1 0 0 0,23-11 0 0 0,33-3 40 0 0,-48 17 34 0 0,-1-1-1 0 0,17-8 1 0 0,-22 9 2 0 0,1 1 1 0 0,0 0-1 0 0,0 1 1 0 0,0 0-1 0 0,1 1 1 0 0,-1 1-1 0 0,21 1 0 0 0,-7-1 116 0 0,-16 1 7 0 0,0 0 0 0 0,1 1 0 0 0,18 5 0 0 0,-19-4-4 0 0,0-1-1 0 0,0 0 1 0 0,20 1-1 0 0,-16-2 267 0 0,-1 0 1 0 0,0 0-1 0 0,0 1 0 0 0,0 1 0 0 0,17 6 1 0 0,-19-5-328 0 0,-6-2-109 0 0,0 0 0 0 0,0-1-1 0 0,0 1 1 0 0,0-1 0 0 0,11 0 0 0 0,-7 1 10 0 0,-1 1 0 0 0,0-1 0 0 0,1 2-1 0 0,-2-1 1 0 0,1 1 0 0 0,0 0 0 0 0,-1 1 0 0 0,1 0 0 0 0,-1 1 0 0 0,9 7 0 0 0,-12-7-7 0 0,0-1-1 0 0,0 2 1 0 0,0-1 0 0 0,-1 0 0 0 0,7 15-1 0 0,10 15 13 0 0,-14-24-15 0 0,-1-1-1 0 0,-1 2 1 0 0,0-1-1 0 0,-1 1 1 0 0,3 14-1 0 0,-4-16-1 0 0,7 48 67 0 0,-8 33 173 0 0,-2-76-230 0 0,-6 22 165 0 0,-16 20 645 0 0,10-36-629 0 0,0-2 1 0 0,-2 1 0 0 0,0-2-1 0 0,-2 0 1 0 0,0-1 0 0 0,-1 0-1 0 0,-24 19 1 0 0,31-28-208 0 0,-1-1 0 0 0,-1-1 0 0 0,1 0 0 0 0,-1 0 0 0 0,0-1 0 0 0,-14 5 0 0 0,-79 21 0 0 0,-90 1 0 0 0,151-28 0 0 0,24-3 0 0 0,-1-1 0 0 0,1-1 0 0 0,0 0 0 0 0,0-2 0 0 0,-1 0 0 0 0,-38-11 0 0 0,19-2 0 0 0,0-2 0 0 0,2-1 0 0 0,-56-37 0 0 0,84 49 0 0 0,-3-1 0 0 0,1-1 0 0 0,0-1 0 0 0,0 0 0 0 0,-16-16 0 0 0,20 14 0 0 0,0-1 0 0 0,1 0 0 0 0,1 0 0 0 0,0-1 0 0 0,-8-25 0 0 0,9 24 0 0 0,-1-5 0 0 0,1 1 0 0 0,2-1 0 0 0,-1-1 0 0 0,2 1 0 0 0,1 0 0 0 0,1-22 0 0 0,2 31 0 0 0,0 1 0 0 0,1 0 0 0 0,0 0 0 0 0,0 0 0 0 0,1 0 0 0 0,0 1 0 0 0,1-1 0 0 0,11-14 0 0 0,-1 5 0 0 0,0 2 0 0 0,29-25 0 0 0,-29 27 0 0 0,0 3 0 0 0,0 0 0 0 0,21-12 0 0 0,-1 1 0 0 0,-25 17 0 0 0,0-1 0 0 0,1 1 0 0 0,20-6 0 0 0,23-12 0 0 0,-40 15 0 0 0,1 2 0 0 0,22-8 0 0 0,8-3 0 0 0,-22 7 0 0 0,1 1 0 0 0,0 1 0 0 0,32-7 0 0 0,-37 12 0 0 0,-1 1 0 0 0,1 0 0 0 0,0 2 0 0 0,0 0 0 0 0,23 3 0 0 0,74 20 0 0 0,-98-19 0 0 0,0 1 0 0 0,-1 1 0 0 0,0 1 0 0 0,19 10 0 0 0,-12-3 0 0 0,-15-10 0 0 0,0 1 0 0 0,-1 0 0 0 0,1 1 0 0 0,-1 0 0 0 0,0 0 0 0 0,0 1 0 0 0,9 10 0 0 0,-10-3 0 0 0,0 0 0 0 0,-1 0 0 0 0,-1 1 0 0 0,0 0 0 0 0,-1 0 0 0 0,4 25 0 0 0,-4-17 0 0 0,1 2 0 0 0,-1 0 0 0 0,1 42 0 0 0,-5-60 0 0 0,-1 0 0 0 0,0 0 0 0 0,-1 0 0 0 0,1 0 0 0 0,-2 0 0 0 0,1 0 0 0 0,0 0 0 0 0,-1-1 0 0 0,-1 1 0 0 0,1-1 0 0 0,-1 0 0 0 0,-7 9 0 0 0,-4 3 0 0 0,0 0 0 0 0,-29 24 0 0 0,-39 32 0 0 0,72-64 0 0 0,-4 4 0 0 0,0-1 0 0 0,-20 13 0 0 0,-41 18 0 0 0,-1-7 0 0 0,74-36 0 0 0,-1 0 0 0 0,1 0 0 0 0,-1 0 0 0 0,1 0 0 0 0,-1-1 0 0 0,1 0 0 0 0,-7 0 0 0 0,8 0 0 0 0,-1 1 0 0 0,-25-9-1999 0 0,14 7-2285 0 0,0 0 0 0 0,-24 1 0 0 0,-10-1-8393 0 0,33-1 9394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6:33.4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284 193 40 0 0,'-16'0'646'0'0,"-7"0"5913"0"0,28-5-2108 0 0,11-9-4435 0 0,-9 9 191 0 0,184-62-186 0 0,-28-7 42 0 0,-163 73-51 0 0,0 1-1 0 0,0 0 1 0 0,0 0-1 0 0,0 0 1 0 0,1-1-1 0 0,-1 1 1 0 0,0 0 0 0 0,0 0-1 0 0,0 0 1 0 0,0 0-1 0 0,1-1 1 0 0,-1 1-1 0 0,0 0 1 0 0,0 0 0 0 0,0 0-1 0 0,1 0 1 0 0,-1 0-1 0 0,0 0 1 0 0,0 0-1 0 0,0-1 1 0 0,1 1 0 0 0,-1 0-1 0 0,0 0 1 0 0,0 0-1 0 0,1 0 1 0 0,-1 0-1 0 0,0 0 1 0 0,0 0-1 0 0,1 0 1 0 0,-1 0 0 0 0,0 0-1 0 0,0 0 1 0 0,1 1-1 0 0,-1-1 1 0 0,0 0-1 0 0,0 0 1 0 0,0 0 0 0 0,1 0-1 0 0,-1 0 1 0 0,0 0-1 0 0,0 0 1 0 0,0 1-1 0 0,1-1 1 0 0,-1 0-1 0 0,0 0 1 0 0,-9 11 328 0 0,-20 13 40 0 0,-52 25-107 0 0,-139 62 0 0 0,121-65-300 0 0,50-22 29 0 0,-87 31 1 0 0,126-53 2 0 0,9-5-8 0 0,17-10-18 0 0,28-15-34 0 0,362-135-193 0 0,-209 89 106 0 0,-3 7 281 0 0,-253 109 602 0 0,-32 13-634 0 0,-135 60-1 0 0,156-81-101 0 0,-237 101-73 0 0,400-184-98 0 0,420-174 28 0 0,-488 213 122 0 0,-9 3 18 0 0,-1 1 0 0 0,32-8 0 0 0,-49 18 286 0 0,-14 7-165 0 0,-20 11-21 0 0,-455 213-44 0 0,319-159-51 0 0,74-35-103 0 0,256-101-102 0 0,84-30 272 0 0,-56 22-140 0 0,-74 25-41 0 0,145-34 0 0 0,-257 76 121 0 0,1 1 0 0 0,0 0 0 0 0,-1-1 0 0 0,1 1 0 0 0,0 0 0 0 0,0 0 0 0 0,0-1 0 0 0,-1 1 0 0 0,1 0 0 0 0,0 0 0 0 0,0 0 0 0 0,0 0 0 0 0,0 0 0 0 0,-1 0 0 0 0,1 0 0 0 0,0 0 0 0 0,0 1 0 0 0,0-1 0 0 0,-1 0 0 0 0,1 0 0 0 0,0 1 0 0 0,0-1-1 0 0,-1 0 1 0 0,2 1 0 0 0,-12 13 341 0 0,-32 16 35 0 0,-78 38-96 0 0,-273 138-230 0 0,300-163-104 0 0,-87 37-52 0 0,162-73 63 0 0,17-7 16 0 0,3-1 1 0 0,27-13-19 0 0,-8 3 28 0 0,293-122 22 0 0,-151 69-79 0 0,134-45-187 0 0,-294 108 251 0 0,9-4 52 0 0,1 1 0 0 0,0 1 0 0 0,0 0 0 0 0,21-2 0 0 0,-34 5 38 0 0,-2 2-40 0 0,0 0 0 0 0,0 0 0 0 0,0 0 0 0 0,0 0 0 0 0,-1 0-1 0 0,1-1 1 0 0,0 1 0 0 0,-1-1 0 0 0,0 1 0 0 0,-4 1 0 0 0,0 0 26 0 0,-529 295 138 0 0,421-235-320 0 0,286-149-360 0 0,302-122-169 0 0,-435 198 829 0 0,-30 12 159 0 0,-23 11-66 0 0,-176 121 182 0 0,-235 121-477 0 0,421-252 19 0 0,-10 5-54 0 0,25-17-41 0 0,14-6-8 0 0,2 0-1 0 0,45-20 1 0 0,-37 19 29 0 0,97-46-267 0 0,194-63-1 0 0,-300 122 631 0 0,-23 8 21 0 0,-14 5-106 0 0,-84 48 84 0 0,-130 58 0 0 0,179-94-288 0 0,-309 163-304 0 0,616-293-2715 0 0,-153 66-6971 0 0,-96 38 7713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6:35.4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83 484 204 0 0,'0'-3'547'0'0,"0"-1"0"0"0,1 1 0 0 0,-1-1 0 0 0,1 0 0 0 0,0 1 0 0 0,0-1 0 0 0,0 1 0 0 0,1 0 0 0 0,-1-1 1 0 0,4-4-1 0 0,-2 3-212 0 0,1-1 0 0 0,1 1 0 0 0,-1 0 1 0 0,1 0-1 0 0,5-5 0 0 0,8-3-102 0 0,-1 0-1 0 0,31-15 1 0 0,-33 20 470 0 0,6-3-442 0 0,1 2 0 0 0,1 0 0 0 0,-1 1 0 0 0,2 1 1 0 0,-1 1-1 0 0,1 2 0 0 0,-1 0 0 0 0,1 1 0 0 0,0 2 0 0 0,1 0 1 0 0,33 4-1 0 0,-48-2-200 0 0,0 1 0 0 0,0 0 0 0 0,0 1 0 0 0,-1 0 0 0 0,1 0 0 0 0,-1 1 0 0 0,1 0 0 0 0,-1 1 0 0 0,0 0 0 0 0,-1 0 0 0 0,1 1 0 0 0,-1 0 0 0 0,0 1 0 0 0,-1 0 0 0 0,0 0 0 0 0,11 13 0 0 0,-13-13-15 0 0,0 0 0 0 0,-1 1 1 0 0,0-1-1 0 0,0 1 1 0 0,0 0-1 0 0,-1 0 1 0 0,-1 0-1 0 0,1 0 1 0 0,-1 0-1 0 0,0 1 1 0 0,-1-1-1 0 0,0 0 1 0 0,-1 1-1 0 0,1 0 1 0 0,-2-1-1 0 0,1 1 1 0 0,-1-1-1 0 0,0 1 1 0 0,-1-1-1 0 0,-3 11 1 0 0,-1-5-10 0 0,0 1-1 0 0,-1-1 1 0 0,-1-1 0 0 0,0 0 0 0 0,-1 0 0 0 0,0 0 0 0 0,-1-1 0 0 0,0-1 0 0 0,-1 1-1 0 0,-17 12 1 0 0,-17 12-6 0 0,-68 42 0 0 0,107-75-30 0 0,-20 14 6 0 0,-1-2 1 0 0,-1-1-1 0 0,-31 11 1 0 0,46-20-7 0 0,1-1 0 0 0,-1-1 0 0 0,0 1-1 0 0,0-2 1 0 0,-1 0 0 0 0,1-1 0 0 0,0 0 0 0 0,0-1 0 0 0,-23-2 0 0 0,30 1-11 0 0,0-1 0 0 0,1 0 0 0 0,-1 1 1 0 0,1-2-1 0 0,0 1 0 0 0,-1-1 0 0 0,1 0 0 0 0,0 0 0 0 0,0 0 0 0 0,1-1 1 0 0,-1 1-1 0 0,1-1 0 0 0,0 0 0 0 0,0-1 0 0 0,0 1 0 0 0,0-1 0 0 0,1 0 1 0 0,0 1-1 0 0,0-1 0 0 0,0-1 0 0 0,0 1 0 0 0,1 0 0 0 0,0-1 0 0 0,0 1 0 0 0,1-1 1 0 0,-1 0-1 0 0,0-11 0 0 0,0 1-15 0 0,1-1 0 0 0,0 1 0 0 0,1-1 0 0 0,1 1 0 0 0,1-1 0 0 0,0 1 0 0 0,1-1 0 0 0,9-26 0 0 0,-3 20 15 0 0,1 1 1 0 0,1 0-1 0 0,1 0 1 0 0,0 2-1 0 0,2-1 1 0 0,0 2-1 0 0,2 0 1 0 0,0 0-1 0 0,1 2 1 0 0,24-20 0 0 0,-4 8-19 0 0,0 1 0 0 0,2 2 0 0 0,1 2 1 0 0,63-27-1 0 0,-76 38 6 0 0,0 3 0 0 0,1 0 0 0 0,0 1 1 0 0,1 2-1 0 0,42-5 0 0 0,-62 11 34 0 0,1 0-1 0 0,0 0 1 0 0,0 1 0 0 0,0 1-1 0 0,-1-1 1 0 0,1 2 0 0 0,0-1 0 0 0,-1 1-1 0 0,1 1 1 0 0,-1 0 0 0 0,1 0-1 0 0,-1 1 1 0 0,0 0 0 0 0,-1 0-1 0 0,1 1 1 0 0,-1 0 0 0 0,0 1 0 0 0,0 0-1 0 0,0 0 1 0 0,6 8 0 0 0,-10-9 12 0 0,0 1 1 0 0,0 0-1 0 0,0 1 1 0 0,-1-1 0 0 0,1 1-1 0 0,-2-1 1 0 0,1 1-1 0 0,-1 0 1 0 0,0 0 0 0 0,0 0-1 0 0,-1 0 1 0 0,0 0-1 0 0,0 1 1 0 0,-1-1-1 0 0,0 0 1 0 0,0 0 0 0 0,-1 1-1 0 0,0-1 1 0 0,0 0-1 0 0,-3 11 1 0 0,-3 6 33 0 0,-1 0 0 0 0,-1-1 0 0 0,-1 0 0 0 0,-22 35 0 0 0,17-34-42 0 0,0-1 1 0 0,-2-1 0 0 0,-1 0 0 0 0,0-1-1 0 0,-2-2 1 0 0,0 1 0 0 0,-2-2 0 0 0,0-1-1 0 0,-24 15 1 0 0,28-21-47 0 0,0-1 1 0 0,-1-1-1 0 0,1 0 0 0 0,-2-1 0 0 0,1-1 0 0 0,-1-1 1 0 0,0-1-1 0 0,-1-1 0 0 0,1-1 0 0 0,-1 0 0 0 0,1-2 1 0 0,-39-1-1 0 0,49-1 7 0 0,0-1 0 0 0,-1 0 1 0 0,1 0-1 0 0,0-1 1 0 0,0 0-1 0 0,0-1 0 0 0,1 0 1 0 0,-1-1-1 0 0,1 1 1 0 0,0-2-1 0 0,0 0 0 0 0,1 0 1 0 0,0 0-1 0 0,0-1 0 0 0,0 0 1 0 0,1-1-1 0 0,0 1 1 0 0,0-2-1 0 0,1 1 0 0 0,0-1 1 0 0,1 0-1 0 0,-1 0 1 0 0,2 0-1 0 0,-7-17 0 0 0,6 11 12 0 0,1 0-1 0 0,0 0 1 0 0,2 0 0 0 0,-1 0-1 0 0,2 0 1 0 0,0 0-1 0 0,1-1 1 0 0,0 1 0 0 0,1 0-1 0 0,1-1 1 0 0,0 1-1 0 0,1 0 1 0 0,1 0 0 0 0,0 1-1 0 0,1-1 1 0 0,10-18-1 0 0,-5 14-2 0 0,2 0 0 0 0,0 1 0 0 0,1 1-1 0 0,1 0 1 0 0,0 1 0 0 0,1 0-1 0 0,1 1 1 0 0,1 1 0 0 0,28-19 0 0 0,-23 18-18 0 0,1 1 1 0 0,0 2 0 0 0,1 0 0 0 0,1 2 0 0 0,0 0 0 0 0,0 2 0 0 0,39-8 0 0 0,-44 14 16 0 0,0 0-1 0 0,0 0 1 0 0,0 2 0 0 0,0 1-1 0 0,0 0 1 0 0,0 2 0 0 0,38 9-1 0 0,-47-10 36 0 0,-1 1 0 0 0,0 1 0 0 0,1 0 0 0 0,-1 0 0 0 0,-1 1 0 0 0,1 0 0 0 0,-1 1 0 0 0,1 0 0 0 0,-2 1-1 0 0,1-1 1 0 0,-1 2 0 0 0,0-1 0 0 0,0 1 0 0 0,-1 0 0 0 0,0 1 0 0 0,5 9 0 0 0,-8-12 9 0 0,-1 1 0 0 0,0 0 0 0 0,0 0 0 0 0,-1 0-1 0 0,0 0 1 0 0,-1 0 0 0 0,1 1 0 0 0,-1-1 0 0 0,-1 0 0 0 0,1 1 0 0 0,-1-1 0 0 0,-1 9-1 0 0,-1-4 12 0 0,0 0 0 0 0,-1 0 0 0 0,0 0 0 0 0,-1-1 0 0 0,-1 1 0 0 0,-9 18 0 0 0,-3-2 17 0 0,-1-1 0 0 0,-1 0 0 0 0,-1-2 0 0 0,-38 37 0 0 0,37-42-47 0 0,-1 0 1 0 0,-1-2-1 0 0,-1 0 0 0 0,-1-2 0 0 0,0-1 1 0 0,-1-1-1 0 0,-1-1 0 0 0,-45 16 0 0 0,52-23-47 0 0,0 0 0 0 0,0-1 0 0 0,0-1 0 0 0,-1-1 0 0 0,1-1-1 0 0,-1-1 1 0 0,0-1 0 0 0,1 0 0 0 0,-1-2 0 0 0,1 0 0 0 0,-1-2-1 0 0,1 0 1 0 0,-21-7 0 0 0,33 8 12 0 0,1 0 0 0 0,0-1 1 0 0,0 1-1 0 0,0-1 0 0 0,1-1 0 0 0,-1 1 1 0 0,1-1-1 0 0,0 0 0 0 0,0-1 0 0 0,1 1 0 0 0,-1-1 1 0 0,-4-7-1 0 0,4 3 0 0 0,0 0-1 0 0,1 0 1 0 0,0 0 0 0 0,0-1-1 0 0,1 0 1 0 0,0 0 0 0 0,-3-19 0 0 0,4 10 7 0 0,1-1 0 0 0,0 0 1 0 0,2 0-1 0 0,0 0 0 0 0,1 0 1 0 0,2 0-1 0 0,0 0 0 0 0,9-33 1 0 0,-5 36 20 0 0,0-1 0 0 0,2 1 1 0 0,0 0-1 0 0,0 1 0 0 0,2 0 1 0 0,0 1-1 0 0,1 0 1 0 0,1 0-1 0 0,0 2 0 0 0,1-1 1 0 0,0 2-1 0 0,2 0 0 0 0,-1 1 1 0 0,1 0-1 0 0,27-14 0 0 0,-24 16 31 0 0,1 0 0 0 0,1 1 0 0 0,-1 1 0 0 0,2 0-1 0 0,-1 2 1 0 0,1 1 0 0 0,0 0 0 0 0,0 2-1 0 0,0 1 1 0 0,0 0 0 0 0,1 2 0 0 0,-1 0 0 0 0,36 6-1 0 0,-44-3 2 0 0,-1 0-1 0 0,1 1 0 0 0,-1 0 1 0 0,0 1-1 0 0,0 1 0 0 0,-1 0 1 0 0,1 0-1 0 0,-1 1 0 0 0,-1 1 1 0 0,1 0-1 0 0,-1 1 0 0 0,-1 0 1 0 0,0 1-1 0 0,0 0 0 0 0,-1 0 1 0 0,0 1-1 0 0,-1 0 0 0 0,0 0 1 0 0,0 1-1 0 0,-2 1 0 0 0,1-1 1 0 0,-2 1-1 0 0,0 0 0 0 0,0 0 1 0 0,-1 0-1 0 0,-1 1 0 0 0,0-1 1 0 0,-1 1-1 0 0,0 0 0 0 0,-1 0 1 0 0,0 0-1 0 0,-2 0 0 0 0,1 0 1 0 0,-2 0-1 0 0,-4 18 0 0 0,-1-6 7 0 0,0 0-1 0 0,-2-1 0 0 0,-1-1 0 0 0,-2 0 0 0 0,0 0 0 0 0,-1-1 1 0 0,-1 0-1 0 0,-1-1 0 0 0,-1-1 0 0 0,-1-1 0 0 0,-1 0 0 0 0,-1-1 1 0 0,-1-1-1 0 0,-32 24 0 0 0,33-28-38 0 0,-1-1 0 0 0,0-1 0 0 0,-1-1 0 0 0,0-1-1 0 0,0 0 1 0 0,-1-2 0 0 0,-1 0 0 0 0,1-2 0 0 0,-1 0 0 0 0,0-2 0 0 0,0 0 0 0 0,-1-2 0 0 0,1 0 0 0 0,-1-2-1 0 0,1 0 1 0 0,-41-7 0 0 0,51 4-22 0 0,1 0 1 0 0,0-1-1 0 0,0 0 0 0 0,0-1 1 0 0,0-1-1 0 0,1 0 0 0 0,-1 0 0 0 0,2-1 1 0 0,-1 0-1 0 0,1-1 0 0 0,0 0 1 0 0,0-1-1 0 0,1 0 0 0 0,1-1 0 0 0,-1 0 1 0 0,1 0-1 0 0,1 0 0 0 0,0-1 0 0 0,1 0 1 0 0,0-1-1 0 0,0 1 0 0 0,1-1 1 0 0,1 0-1 0 0,-5-22 0 0 0,4 14 13 0 0,1 0 1 0 0,1 0-1 0 0,1 0 0 0 0,1-1 0 0 0,1 1 1 0 0,1-1-1 0 0,0 1 0 0 0,2 0 1 0 0,0-1-1 0 0,1 1 0 0 0,2 1 0 0 0,-1-1 1 0 0,2 1-1 0 0,18-36 0 0 0,-9 28-2 0 0,1 1 0 0 0,2 1 0 0 0,0 1 0 0 0,2 1 0 0 0,0 0 0 0 0,2 1 0 0 0,0 2 1 0 0,1 0-1 0 0,1 2 0 0 0,38-22 0 0 0,-44 30 12 0 0,-1 0 1 0 0,1 1 0 0 0,0 1 0 0 0,1 1-1 0 0,0 1 1 0 0,0 0 0 0 0,1 2-1 0 0,-1 0 1 0 0,1 1 0 0 0,0 2 0 0 0,0 0-1 0 0,0 1 1 0 0,0 1 0 0 0,0 0-1 0 0,-1 2 1 0 0,28 7 0 0 0,-33-5 22 0 0,0 1 0 0 0,0 0 0 0 0,-1 1 0 0 0,0 1 1 0 0,0 0-1 0 0,-1 1 0 0 0,0 0 0 0 0,-1 1 0 0 0,0 1 0 0 0,0 0 1 0 0,-1 0-1 0 0,-1 1 0 0 0,0 0 0 0 0,-1 1 0 0 0,0 0 0 0 0,0 1 1 0 0,-2 0-1 0 0,0 0 0 0 0,7 20 0 0 0,-7-15 10 0 0,-1 0-1 0 0,-1 0 1 0 0,-1 0-1 0 0,-1 1 0 0 0,-1-1 1 0 0,0 1-1 0 0,-2 0 1 0 0,0 0-1 0 0,-1-1 1 0 0,-1 1-1 0 0,0-1 1 0 0,-2 1-1 0 0,-1-1 1 0 0,0 0-1 0 0,-9 21 1 0 0,4-18-9 0 0,-1-1 1 0 0,-1 0-1 0 0,-1-1 1 0 0,-1 0 0 0 0,0-1-1 0 0,-2-1 1 0 0,0 0 0 0 0,-1-1-1 0 0,0-1 1 0 0,-2-1-1 0 0,0 0 1 0 0,0-1 0 0 0,-1-1-1 0 0,-34 15 1 0 0,38-20-40 0 0,0-2 0 0 0,0 0 0 0 0,0 0-1 0 0,-1-2 1 0 0,1 0 0 0 0,-1-1 0 0 0,0-1 0 0 0,0 0 0 0 0,-1-1 0 0 0,1-1-1 0 0,0-1 1 0 0,0 0 0 0 0,0-1 0 0 0,0-1 0 0 0,0-1 0 0 0,1 0 0 0 0,-1-1-1 0 0,1-1 1 0 0,0 0 0 0 0,1-2 0 0 0,-16-8 0 0 0,4-2-50 0 0,0 0-1 0 0,1-2 1 0 0,2-1 0 0 0,-24-24-1 0 0,36 32 49 0 0,0 0 0 0 0,1-1-1 0 0,1-1 1 0 0,0 0 0 0 0,1 0 0 0 0,1-1-1 0 0,0 0 1 0 0,-11-33 0 0 0,17 40 9 0 0,0 0-1 0 0,1 0 1 0 0,0-1 0 0 0,0 1-1 0 0,1 0 1 0 0,0-1 0 0 0,0 1-1 0 0,1 0 1 0 0,1-1 0 0 0,-1 1-1 0 0,2 0 1 0 0,3-11 0 0 0,-1 7-7 0 0,1 0 0 0 0,0 0 0 0 0,1 1 0 0 0,1 0 0 0 0,0 0 1 0 0,0 0-1 0 0,17-15 0 0 0,-11 12-11 0 0,0 2 0 0 0,2 0 0 0 0,0 1 0 0 0,0 0 0 0 0,1 1 1 0 0,0 1-1 0 0,1 1 0 0 0,0 0 0 0 0,0 1 0 0 0,1 1 0 0 0,32-7 0 0 0,-34 12 0 0 0,1 0-1 0 0,0 1 1 0 0,0 1-1 0 0,0 1 1 0 0,0 0-1 0 0,0 2 1 0 0,-1 0 0 0 0,1 1-1 0 0,-1 0 1 0 0,0 2-1 0 0,0 0 1 0 0,0 0-1 0 0,-1 2 1 0 0,29 17-1 0 0,-33-17 30 0 0,0 0 0 0 0,0 1 0 0 0,-1 0 0 0 0,0 1 0 0 0,-1 0 0 0 0,0 1 0 0 0,0 0-1 0 0,-1 0 1 0 0,-1 1 0 0 0,0 0 0 0 0,0 1 0 0 0,-1 0 0 0 0,-1 0 0 0 0,0 0 0 0 0,-1 1-1 0 0,0 0 1 0 0,-1 0 0 0 0,3 25 0 0 0,-6-24 27 0 0,0-1 0 0 0,-1 1-1 0 0,-1-1 1 0 0,0 1 0 0 0,-2-1 0 0 0,1 1-1 0 0,-1-1 1 0 0,-1 0 0 0 0,-1 0 0 0 0,-11 23-1 0 0,7-20-6 0 0,-1 0-1 0 0,0 0 1 0 0,-2-2-1 0 0,0 1 0 0 0,0-1 1 0 0,-1-1-1 0 0,-25 20 1 0 0,19-19-10 0 0,0 0 1 0 0,-2-2-1 0 0,0 0 1 0 0,0-1-1 0 0,-1-1 1 0 0,0-2-1 0 0,-1 0 1 0 0,0-1-1 0 0,0-1 1 0 0,-1-1-1 0 0,0-1 1 0 0,0-2-1 0 0,-35 2 1 0 0,49-5-12 0 0,0 0 1 0 0,0 0-1 0 0,0-1 0 0 0,1-1 1 0 0,-1 0-1 0 0,1 0 1 0 0,-1-1-1 0 0,1 0 0 0 0,0 0 1 0 0,0-1-1 0 0,0 0 0 0 0,0-1 1 0 0,1 0-1 0 0,0-1 1 0 0,0 1-1 0 0,0-1 0 0 0,0-1 1 0 0,1 0-1 0 0,1 0 0 0 0,-1 0 1 0 0,1-1-1 0 0,0 1 1 0 0,0-2-1 0 0,1 1 0 0 0,1-1 1 0 0,-1 1-1 0 0,1-1 0 0 0,1 0 1 0 0,-5-16-1 0 0,3 5-40 0 0,2-1 0 0 0,0 1 0 0 0,1-1 0 0 0,1 0 0 0 0,1 0 1 0 0,1 0-1 0 0,1 1 0 0 0,0-1 0 0 0,2 0 0 0 0,1 1 0 0 0,0 0 0 0 0,1 0 0 0 0,1 1 0 0 0,1-1 0 0 0,1 1 0 0 0,15-24 0 0 0,-18 35-266 0 0,0 0-1 0 0,1 0 0 0 0,0 1 1 0 0,0 0-1 0 0,0 1 1 0 0,1 0-1 0 0,0 0 0 0 0,0 0 1 0 0,1 1-1 0 0,15-7 0 0 0,-10 6-987 0 0,0 1 0 0 0,0 1-1 0 0,0 0 1 0 0,0 1 0 0 0,0 0-1 0 0,24-1 1 0 0,-12 4-1144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7:34.6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4527 580 0 0,'6'-1'9410'0'0,"17"-3"-5933"0"0,127-15 4526 0 0,-122 18-7239 0 0,0 0 0 0 0,0 2-1 0 0,41 7 1 0 0,-27-3-378 0 0,1-2 0 0 0,0-2 0 0 0,80-9 0 0 0,20 0 811 0 0,408 8 1310 0 0,-491 3-2483 0 0,63 11 0 0 0,-32-3-43 0 0,-25-7 153 0 0,66-6-1 0 0,-35 0 200 0 0,227 6 384 0 0,2-1 610 0 0,-287-1-1240 0 0,47 8 0 0 0,-47-5-13 0 0,47 1-1 0 0,346-13-73 0 0,-216 0 0 0 0,-194 6 0 0 0,37-7 0 0 0,-9 1 0 0 0,98-2 0 0 0,-125 8 0 0 0,45-9 0 0 0,-2 0 0 0 0,-7 9 0 0 0,-41 1 0 0 0,1 0 0 0 0,25-4 0 0 0,136-29 0 0 0,-146 30 0 0 0,-25 2 0 0 0,0 0 0 0 0,0 0 0 0 0,0-1 0 0 0,9-3 0 0 0,-1 1 0 0 0,0 0 0 0 0,-1 1 0 0 0,28-1 0 0 0,-14 1 0 0 0,8 2 0 0 0,-31 2 0 0 0,0-1 0 0 0,1 0 0 0 0,-1-1 0 0 0,1 0 0 0 0,10-2 0 0 0,30-9 0 0 0,63-7 0 0 0,-85 15 0 0 0,10 0 0 0 0,-18 2 0 0 0,-1 0 0 0 0,24-7 0 0 0,8-2 0 0 0,0 1 0 0 0,58-3 0 0 0,-68 9 0 0 0,36-2 0 0 0,-50 5 0 0 0,0 0 0 0 0,0-2 0 0 0,0-1 0 0 0,0-1 0 0 0,-1-1 0 0 0,26-10 0 0 0,56-21 0 0 0,-51 20 0 0 0,0-1 0 0 0,70-26 0 0 0,-97 31 0 0 0,33-15 0 0 0,66-20 0 0 0,-106 40 0 0 0,-1 0 0 0 0,25-15 0 0 0,3-2 0 0 0,83-30 0 0 0,-110 46 0 0 0,-3 1 0 0 0,0 0 0 0 0,22-15 0 0 0,50-33 0 0 0,54-44 0 0 0,-120 85 0 0 0,29-15 0 0 0,-4 3 0 0 0,151-96 0 0 0,-92 65 0 0 0,-89 48 0 0 0,0 0 0 0 0,1 1 0 0 0,38-12 0 0 0,-28 11 0 0 0,74-33 0 0 0,-97 40 0 0 0,0 0 0 0 0,0-1 0 0 0,-1 0 0 0 0,1-1 0 0 0,7-7 0 0 0,14-8 0 0 0,33-15 0 0 0,-39 24 0 0 0,-1-1 0 0 0,-1-1 0 0 0,25-20 0 0 0,-18 6 0 0 0,-19 18 0 0 0,-1 1 0 0 0,2 1 0 0 0,-1-1 0 0 0,13-7 0 0 0,-21 15 0 0 0,2-1 0 0 0,0 0 0 0 0,-1-1 0 0 0,1 1 0 0 0,-1 0 0 0 0,1 0 0 0 0,-1-1 0 0 0,0 1 0 0 0,0 0 0 0 0,1-1 0 0 0,-1 0 0 0 0,1-2 0 0 0,-2 2 0 0 0,1-3 0 0 0,-1 1 0 0 0,1-1 0 0 0,0 1 0 0 0,0-1 0 0 0,1 1 0 0 0,-1 0 0 0 0,1-1 0 0 0,0 1 0 0 0,0 0 0 0 0,5-7 0 0 0,33-40 0 0 0,-17 22 0 0 0,-10 13 0 0 0,1 1 0 0 0,17-15 0 0 0,-16 16 0 0 0,0-1 0 0 0,13-17 0 0 0,-16 19 0 0 0,2-7 0 0 0,-10 14 0 0 0,1 1 0 0 0,-1-1 0 0 0,1 1 0 0 0,0 0 0 0 0,0 0 0 0 0,7-4 0 0 0,-3 1 0 0 0,111-115 0 0 0,-100 102 0 0 0,10-5 0 0 0,-24 21 0 0 0,0 0 0 0 0,0 0 0 0 0,0 0 0 0 0,6-9 0 0 0,80-84 0 0 0,-26 33 0 0 0,-13 3 0 0 0,-33 40 0 0 0,26-36 0 0 0,-31 39 0 0 0,-12 16 0 0 0,1-1 0 0 0,-1 0 0 0 0,-1 0 0 0 0,1 0 0 0 0,0 0 0 0 0,2-7 0 0 0,29-45 0 0 0,-10 16 0 0 0,-12 20 0 0 0,0-1 0 0 0,12-30 0 0 0,8-11 0 0 0,-24 48 0 0 0,0 0 0 0 0,-1 0 0 0 0,5-16 0 0 0,40-91 0 0 0,-16 21 0 0 0,15-45 0 0 0,-47 133 0 0 0,0-1 0 0 0,-2 0 0 0 0,2-18 0 0 0,-2 20 0 0 0,-1-1 0 0 0,1 1 0 0 0,1 0 0 0 0,6-20 0 0 0,-1 11 0 0 0,-2-1 0 0 0,0 1 0 0 0,2-25 0 0 0,0 7 0 0 0,28-114 0 0 0,-31 118 0 0 0,-5 29 0 0 0,0 0 0 0 0,1 0 0 0 0,0 0 0 0 0,0 0 0 0 0,0 0 0 0 0,0 0 0 0 0,1 1 0 0 0,2-6 0 0 0,16-46 0 0 0,-16 41 0 0 0,-2 1 0 0 0,0 0 0 0 0,0 0 0 0 0,-2-1 0 0 0,-1-25 0 0 0,1 10 0 0 0,-6-68 0 0 0,6-29 0 0 0,-7 51 0 0 0,1 36 0 0 0,4 33 0 0 0,0-1 0 0 0,1 1 0 0 0,0-1 0 0 0,0-11 0 0 0,1 17 0 0 0,2 0 0 0 0,1 1 0 0 0,-3-1 0 0 0,0 0 0 0 0,0-3 0 0 0,1 0 0 0 0,-1 0 0 0 0,1 1 0 0 0,0-1 0 0 0,0 1 0 0 0,1-1 0 0 0,3-7 0 0 0,-3 7 0 0 0,0-1 0 0 0,0 1 0 0 0,0-1 0 0 0,-1 1 0 0 0,0-1 0 0 0,0 0 0 0 0,0-10 0 0 0,-1-105 0 0 0,8-29 0 0 0,-11 70 0 0 0,-30 110-9640 0 0,4 6-2786 0 0,16-18 7289 0 0,3-7 1961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7:38.4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175 0 1212 0 0,'1'34'8591'0'0,"-1"14"-3049"0"0,0-25-4394 0 0,-2 0 0 0 0,-6 40 1 0 0,-27 75 1017 0 0,16-70-1275 0 0,4 1 1 0 0,-13 118-1 0 0,23-42 173 0 0,-20 198 876 0 0,-11 30-1226 0 0,33-60-311 0 0,6-161-295 0 0,14 64-51 0 0,-11-160 118 0 0,17 92 355 0 0,11 17 52 0 0,-30-142-299 0 0,1 0 0 0 0,16 45 0 0 0,3 11 22 0 0,22 74-30 0 0,4 24 227 0 0,-27-104-272 0 0,4 0 1 0 0,71 134 0 0 0,-32-72 293 0 0,-10-17-107 0 0,-17-46-417 0 0,54 91 0 0 0,-65-121 0 0 0,84 134 0 0 0,4 16 0 0 0,-13-51 0 0 0,-47-68 0 0 0,22 36 0 0 0,74 92 0 0 0,-85-111 0 0 0,23 28 0 0 0,24 10 0 0 0,-100-111 0 0 0,23 34 0 0 0,-3-3 0 0 0,69 89 0 0 0,-80-110 0 0 0,2-1 0 0 0,44 37 0 0 0,-38-35 0 0 0,176 172 0 0 0,-206-200 0 0 0,71 65 0 0 0,96 67 0 0 0,-31-23 0 0 0,-34-23 0 0 0,-85-74 0 0 0,0-1 0 0 0,1-1 0 0 0,31 12 0 0 0,-29-14 0 0 0,0 2 0 0 0,34 21 0 0 0,-3 4 0 0 0,1-2 0 0 0,71 32 0 0 0,-81-48 0 0 0,-27-11 0 0 0,0 1 0 0 0,0 0 0 0 0,-1 1 0 0 0,22 14 0 0 0,-2 3 0 0 0,1-2 0 0 0,53 24 0 0 0,-50-28 0 0 0,-9-5 0 0 0,-1 2 0 0 0,43 28 0 0 0,-18-7 0 0 0,2-2 0 0 0,1-3 0 0 0,70 28 0 0 0,-85-40 0 0 0,58 38 0 0 0,-82-49 0 0 0,0-1 0 0 0,1-1 0 0 0,0 0 0 0 0,0-1 0 0 0,0-1 0 0 0,1-1 0 0 0,24 1 0 0 0,50 14 0 0 0,110 45 0 0 0,-124-38 0 0 0,95 18 0 0 0,-55-16 0 0 0,40 24 0 0 0,-23-8 0 0 0,55 2 0 0 0,20 5 0 0 0,54 35 0 0 0,-223-74 0 0 0,0-1 0 0 0,1-2 0 0 0,57 3 0 0 0,-9 0 0 0 0,-2 9 0 0 0,-33-5 0 0 0,28-12 0 0 0,-32 4 0 0 0,27-5 0 0 0,-53-3 0 0 0,1 1 0 0 0,50 8 0 0 0,137 32 0 0 0,76 18 0 0 0,-148-27 0 0 0,-82-21 0 0 0,88 30 0 0 0,-141-38 0 0 0,49 18 0 0 0,1-2 0 0 0,103 19 0 0 0,-7-12 0 0 0,-127-20 0 0 0,-20-4 0 0 0,1 0 0 0 0,0-1 0 0 0,0 1 0 0 0,0-2 0 0 0,12 1 0 0 0,-17-1 0 0 0,-1 1 0 0 0,-2-1-26 0 0,1 0 0 0 0,-1 0 0 0 0,0 0 0 0 0,0 0 0 0 0,1 0 0 0 0,-1 0 0 0 0,0 0 0 0 0,0 0 0 0 0,1 0 0 0 0,-1 0 1 0 0,0 0-1 0 0,0 0 0 0 0,1 0 0 0 0,-1 0 0 0 0,0 0 0 0 0,0-1 0 0 0,0 1 0 0 0,1 0 0 0 0,-1 0 0 0 0,0 0 0 0 0,0 0 0 0 0,0 0 0 0 0,0-1 0 0 0,1 1 0 0 0,-1 0 0 0 0,0 0 0 0 0,0 0 0 0 0,0-1 0 0 0,0 1 0 0 0,0 0 0 0 0,0 0 1 0 0,0 0-1 0 0,0-1 0 0 0,1 1 0 0 0,-1 0 0 0 0,0 0 0 0 0,0-1 0 0 0,0 1 0 0 0,0 0 0 0 0,0 0 0 0 0,0-1 0 0 0,0 1 0 0 0,0 0 0 0 0,0 0 0 0 0,-1-1 0 0 0,1 1 0 0 0,0 0 0 0 0,0 0 0 0 0,0-1 0 0 0,-5-10-2362 0 0,4 10 1696 0 0,-2-1-742 0 0,0 0 0 0 0,0 1 0 0 0,0-1 0 0 0,0 1 0 0 0,0-1 1 0 0,0 1-1 0 0,-1 0 0 0 0,1 0 0 0 0,0 1 0 0 0,-1-1 0 0 0,1 1 1 0 0,0-1-1 0 0,-1 1 0 0 0,1 0 0 0 0,-7 1 0 0 0,1-1-264 0 0,-9 0-1631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7:43.6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3 936 0 0,'0'0'7641'0'0,"6"-1"-2640"0"0,8 0-2995 0 0,81 36 4010 0 0,55 5-3639 0 0,-54-16-1225 0 0,79 13 382 0 0,-28-7-656 0 0,-106-19-631 0 0,3 0 264 0 0,55 7 0 0 0,-63-13-324 0 0,35 4 154 0 0,0-4-1 0 0,101-3 1 0 0,66-11-364 0 0,-75 25 981 0 0,-104-17-756 0 0,0 4 0 0 0,0 1 0 0 0,91 20 0 0 0,-114-14-114 0 0,-11-3 3 0 0,0-1 0 0 0,34 4-1 0 0,-19-7-33 0 0,-8-1 21 0 0,0 1-1 0 0,0 2 1 0 0,0 1-1 0 0,45 14 1 0 0,-40-8-49 0 0,1-2-1 0 0,0-2 1 0 0,61 7-1 0 0,-57-11 1 0 0,1 3-1 0 0,63 19 1 0 0,-47-10-29 0 0,2-2 0 0 0,78 7 0 0 0,-68-11 0 0 0,152 39 0 0 0,-111-22 0 0 0,37 4 0 0 0,-41-10 0 0 0,123 41 0 0 0,-3 23 0 0 0,-100-36 0 0 0,169 77 0 0 0,51 13 0 0 0,-191-59 0 0 0,-56-28 0 0 0,-39-12 0 0 0,-20-13 0 0 0,-23-15 0 0 0,0 1 0 0 0,19 16 0 0 0,128 110 0 0 0,-11-42 0 0 0,-135-83 0 0 0,0-2 0 0 0,2 0 0 0 0,22 9 0 0 0,2 2 0 0 0,-1 2 0 0 0,-1 1 0 0 0,48 39 0 0 0,-9-7 0 0 0,-38-28 0 0 0,47 42 0 0 0,-13-2 0 0 0,-51-48 0 0 0,0-1 0 0 0,48 26 0 0 0,-45-29 0 0 0,-1 1 0 0 0,43 35 0 0 0,-58-42 0 0 0,1-1 0 0 0,0 0 0 0 0,35 16 0 0 0,-29-16 0 0 0,39 26 0 0 0,27 28 0 0 0,-41-36 0 0 0,-2 2 0 0 0,-1 2 0 0 0,-1 1 0 0 0,56 60 0 0 0,-70-66 0 0 0,32 24 0 0 0,-8-7 0 0 0,9 17 0 0 0,81 104 0 0 0,-24-26 0 0 0,-100-120 0 0 0,0 1 0 0 0,-2 1 0 0 0,0 1 0 0 0,-2 0 0 0 0,17 33 0 0 0,-22-37 0 0 0,2 1 0 0 0,0-1 0 0 0,18 20 0 0 0,14 23 0 0 0,-25-31 0 0 0,-4-8 0 0 0,-1-1 0 0 0,-1 2 0 0 0,-1 0 0 0 0,16 45 0 0 0,-23-54 0 0 0,2-1 0 0 0,0 1 0 0 0,0-2 0 0 0,1 1 0 0 0,17 20 0 0 0,-4-4 0 0 0,-8-11 0 0 0,-7-12 0 0 0,-1 0 0 0 0,0 1 0 0 0,0 0 0 0 0,0 0 0 0 0,-1 1 0 0 0,0-1 0 0 0,0 1 0 0 0,-1 0 0 0 0,0 0 0 0 0,-1 0 0 0 0,0 0 0 0 0,-1 0 0 0 0,1 12 0 0 0,-1-15 0 0 0,0 0 0 0 0,0-1 0 0 0,1 1 0 0 0,0 0 0 0 0,0 0 0 0 0,0-1 0 0 0,1 1 0 0 0,0-1 0 0 0,0 1 0 0 0,0-1 0 0 0,0 0 0 0 0,7 7 0 0 0,17 29 0 0 0,50 126 0 0 0,-53-120 0 0 0,34 78 0 0 0,-48-93 0 0 0,7 38 0 0 0,-10-42 0 0 0,0 1 0 0 0,12 28 0 0 0,13 6 0 0 0,-20-43 0 0 0,13 34 0 0 0,40 93 0 0 0,-63-142 0 0 0,8 17 0 0 0,-1 1 0 0 0,-2 1 0 0 0,0-1 0 0 0,-1 1 0 0 0,-2 1 0 0 0,3 28 0 0 0,14 63 0 0 0,-3-32 0 0 0,-16-72 0 0 0,0-1 0 0 0,1 1 0 0 0,0 0 0 0 0,7 13 0 0 0,-8-22 0 0 0,3 5 0 0 0,-1 0 0 0 0,0 0 0 0 0,0 0 0 0 0,-1 0 0 0 0,0 1 0 0 0,-1 0 0 0 0,1 0 0 0 0,0 14 0 0 0,8 24 0 0 0,-3-5 0 0 0,-7-34 0 0 0,1 0 0 0 0,-1 0 0 0 0,2 1 0 0 0,-1-2 0 0 0,6 15 0 0 0,-2-10 0 0 0,-2-1 0 0 0,0 1 0 0 0,0 1 0 0 0,-1-1 0 0 0,2 16 0 0 0,1 2 0 0 0,-2-16 0 0 0,0 0 0 0 0,1 0 0 0 0,7 13 0 0 0,-5-12 0 0 0,-2 0 0 0 0,0 1 0 0 0,-1-1 0 0 0,0 1 0 0 0,1 29 0 0 0,4 17 0 0 0,20 1 0 0 0,-6 20 0 0 0,-19-61 0 0 0,1-1 0 0 0,2 0 0 0 0,13 30 0 0 0,-9-23 0 0 0,-1 1 0 0 0,-1 0 0 0 0,-2 0 0 0 0,7 51 0 0 0,2 8 0 0 0,9 76 0 0 0,-16-100 0 0 0,-3 4 0 0 0,-2 92 0 0 0,-4-119 0 0 0,1-28 0 0 0,0 0 0 0 0,1 0 0 0 0,1 0 0 0 0,0-1 0 0 0,1 1 0 0 0,6 14 0 0 0,10 34 0 0 0,-17-49 0 0 0,-1 1 0 0 0,0 0 0 0 0,1 21 0 0 0,-2-22 0 0 0,0 1 0 0 0,1-1 0 0 0,1 0 0 0 0,7 22 0 0 0,2 8 0 0 0,-10-28 0 0 0,-1 0 0 0 0,0 0 0 0 0,-1 18 0 0 0,0-15 0 0 0,2-5 0 0 0,-1-1 0 0 0,2 1 0 0 0,-1-1 0 0 0,5 12 0 0 0,-6-19 0 0 0,0-1 0 0 0,1 1 0 0 0,-1-1 0 0 0,1 1 0 0 0,-1-1 0 0 0,1 0 0 0 0,0 1 0 0 0,0-1 0 0 0,1 0 0 0 0,-1-1 0 0 0,1 1 0 0 0,-1 0 0 0 0,1-1 0 0 0,0 1 0 0 0,4 2 0 0 0,1 0 0 0 0,-14-8 0 0 0,-1 0-963 0 0,0 1 0 0 0,0 0 0 0 0,0 0 1 0 0,-1 0-1 0 0,1 1 0 0 0,-14-1 0 0 0,-3 0-1833 0 0,-5-2-6744 0 0,-34 1 0 0 0,42 3 5917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7:48.3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168 5509 20 0 0,'0'17'15700'0'0,"0"-30"-10035"0"0,3-37-4241 0 0,0 27-1043 0 0,-1 0 0 0 0,-2 0 0 0 0,0 0-1 0 0,-3-25 1 0 0,-5-9 338 0 0,2 7-358 0 0,-1-52 0 0 0,-8-100 499 0 0,6 32-322 0 0,0-1-523 0 0,1 55-71 0 0,-5 32 156 0 0,7 53-51 0 0,2-1 0 0 0,-1-32 0 0 0,2 9-128 0 0,-7-28 188 0 0,4 40 102 0 0,1 3 16 0 0,0 11-53 0 0,0-42 1 0 0,3-237 132 0 0,-11 157-46 0 0,0-36 643 0 0,13-74-580 0 0,-1 255-280 0 0,1 0 0 0 0,-1 0 0 0 0,0 0-1 0 0,-1 0 1 0 0,-4-11 0 0 0,4 12-37 0 0,0-1-1 0 0,1 0 1 0 0,-1 0-1 0 0,1 0 1 0 0,-1-12-1 0 0,2-156-221 0 0,13 58 143 0 0,-18-58 61 0 0,4 128-49 0 0,0 16 65 0 0,2 1 0 0 0,0-1 0 0 0,9-45 0 0 0,-8 57 29 0 0,0 1 0 0 0,0-1 0 0 0,-3-21 0 0 0,3-31 69 0 0,3-4-73 0 0,-4 45-9 0 0,6-38 1 0 0,1 23-1 0 0,-2-1 0 0 0,-1-58 0 0 0,-4 74-46 0 0,2 1-1 0 0,10-42 1 0 0,1-15 20 0 0,-11 62-11 0 0,0-1 0 0 0,2 1 0 0 0,0 0 1 0 0,2 0-1 0 0,13-33 0 0 0,53-94-151 0 0,-51 107 105 0 0,-10 19-13 0 0,29-42 0 0 0,98-127-256 0 0,-67 105 352 0 0,19-4-31 0 0,-59 63 41 0 0,-24 23-15 0 0,0-1 1 0 0,0 0-1 0 0,11-14 0 0 0,-13 13 2 0 0,2 1 0 0 0,-1 0 0 0 0,1 0 0 0 0,0 1 0 0 0,0 0 0 0 0,1 1-1 0 0,0 0 1 0 0,14-6 0 0 0,19-13 68 0 0,36-16 158 0 0,-36 18 194 0 0,82-31 1 0 0,-78 35-284 0 0,158-58 842 0 0,23 0-681 0 0,-26 24-316 0 0,-121 33 0 0 0,90-20 0 0 0,63 8 0 0 0,-167 25 0 0 0,193-15 0 0 0,251-23 0 0 0,-306 39 0 0 0,-23 1 0 0 0,99-1 0 0 0,-227 5 0 0 0,169-17 0 0 0,69 17 0 0 0,-177 6 0 0 0,-1 0 0 0 0,429 1 0 0 0,-196 10 0 0 0,-191-6 0 0 0,51 5 0 0 0,208 15 0 0 0,-345-27 0 0 0,7 5 0 0 0,-43-4 0 0 0,39 0 0 0 0,78 3 0 0 0,-43 0 0 0 0,107 12 0 0 0,-192-17 0 0 0,0-1 0 0 0,32-2 0 0 0,-32 0 0 0 0,0 0 0 0 0,30 5 0 0 0,54 4 0 0 0,-6-2 0 0 0,28 5 0 0 0,2 4 0 0 0,-115-14 0 0 0,23 7 0 0 0,-26-7 0 0 0,-11-2 0 0 0,0 0 0 0 0,0 0 0 0 0,0 0 0 0 0,0 0 0 0 0,0 0 0 0 0,-1 1 0 0 0,1-1 0 0 0,0 0 0 0 0,0 0 0 0 0,0 1 0 0 0,0-1 0 0 0,0 0 0 0 0,0 1 0 0 0,0-1 0 0 0,-1 1 0 0 0,1-1 0 0 0,1 2 0 0 0,0 0 0 0 0,-2-2 0 0 0,0 0 0 0 0,-1 0 1 0 0,1 0-1 0 0,-1 0 0 0 0,1 1 0 0 0,0-1 0 0 0,-1 0 1 0 0,1 0-1 0 0,-1 0 0 0 0,1 0 0 0 0,0 0 0 0 0,-1 0 0 0 0,1 0 1 0 0,-1 0-1 0 0,1 0 0 0 0,0 0 0 0 0,-1 0 0 0 0,1-1 1 0 0,-1 1-1 0 0,1 0 0 0 0,0 0 0 0 0,-1 0 0 0 0,1 0 1 0 0,0-1-1 0 0,-1 1 0 0 0,1 0 0 0 0,0 0 0 0 0,-1-1 1 0 0,-1 1-34 0 0,0-2-742 0 0,1 0-1 0 0,0 1 0 0 0,0-1 0 0 0,0 0 0 0 0,1 0 0 0 0,-1 0 1 0 0,0 1-1 0 0,1-1 0 0 0,-1 0 0 0 0,1 0 0 0 0,-1-3 0 0 0,-5-17-8010 0 0,-21-15-2323 0 0,13 21 7578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7:53.5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148 492 1416 0 0,'2'-27'7241'0'0,"4"5"-3395"0"0,-2 15-3334 0 0,0-1-1 0 0,1 1 1 0 0,-1 1-1 0 0,1-1 1 0 0,1 1-1 0 0,10-11 0 0 0,14-9 226 0 0,2 1-1 0 0,0 1 0 0 0,69-37 1 0 0,-87 53-602 0 0,40-23 474 0 0,2 3-1 0 0,1 2 0 0 0,1 2 1 0 0,108-28-1 0 0,-132 44-417 0 0,30-7 418 0 0,99-12-1 0 0,-143 25-473 0 0,1 1-1 0 0,0 1 1 0 0,0 1 0 0 0,0 1-1 0 0,-1 1 1 0 0,1 0-1 0 0,-1 2 1 0 0,39 13 0 0 0,-3 9-13 0 0,-2 1 0 0 0,-1 3 0 0 0,50 40 0 0 0,-84-56-51 0 0,-1 1-1 0 0,-1 0 1 0 0,0 2-1 0 0,-2 0 1 0 0,15 21-1 0 0,-6-9 187 0 0,-10-10-94 0 0,0 1 1 0 0,-1 0-1 0 0,-1 1 1 0 0,15 36-1 0 0,-22-42-38 0 0,-1 0 0 0 0,0 1 0 0 0,-1-1 0 0 0,-1 1 0 0 0,-1 0-1 0 0,0-1 1 0 0,-3 28 0 0 0,-22 118 487 0 0,17-126-494 0 0,-27 99 528 0 0,26-106-468 0 0,-1 1 126 0 0,-14 30 1 0 0,-42 70 359 0 0,47-99-412 0 0,-1-2-1 0 0,-29 35 1 0 0,3-14 435 0 0,-68 59 1 0 0,95-94-688 0 0,-1-1 0 0 0,-1-1 0 0 0,0-1 0 0 0,0 0 0 0 0,-1-2 0 0 0,0 0 0 0 0,-1-2 0 0 0,0 0 0 0 0,-1-2 0 0 0,-24 5 0 0 0,-8-5 0 0 0,-1-3 0 0 0,-1-1 0 0 0,-87-11 0 0 0,100 6 0 0 0,0-3 0 0 0,0-1 0 0 0,-74-23 0 0 0,47 10 0 0 0,51 15 0 0 0,0 0 0 0 0,1-1 0 0 0,-1-1 0 0 0,1-1 0 0 0,1-1 0 0 0,-28-17 0 0 0,13 3 0 0 0,15 12 0 0 0,2-1 0 0 0,-1-1 0 0 0,2 0 0 0 0,-27-28 0 0 0,-36-69 0 0 0,66 94 0 0 0,1-1 0 0 0,0 0 0 0 0,1 0 0 0 0,-13-32 0 0 0,18 36 0 0 0,0 1 0 0 0,1-1 0 0 0,-1 1 0 0 0,2-1 0 0 0,0 0 0 0 0,1 0 0 0 0,-2-22 0 0 0,-6-113 0 0 0,9 122 0 0 0,2-1 0 0 0,1 1 0 0 0,6-27 0 0 0,4-28 0 0 0,-9 53 0 0 0,11-42 0 0 0,-8 47 0 0 0,1 1 0 0 0,1 0 0 0 0,12-23 0 0 0,-9 28 0 0 0,1 1 0 0 0,20-25 0 0 0,-18 25 0 0 0,7-8 0 0 0,33-31 0 0 0,-30 33 0 0 0,22-19 0 0 0,-29 30 0 0 0,-9 6 0 0 0,0 0 0 0 0,0 0 0 0 0,-1-1 0 0 0,0 0 0 0 0,13-13 0 0 0,-17 15 0 0 0,1 1 0 0 0,0 0 0 0 0,0 0 0 0 0,0 0 0 0 0,0 1 0 0 0,7-4 0 0 0,6-4 0 0 0,26-16 0 0 0,0 1 0 0 0,1 2 0 0 0,72-25 0 0 0,-79 36 0 0 0,73-12 0 0 0,-70 20 0 0 0,-1 1 0 0 0,63 3 0 0 0,-38 1 0 0 0,-49 0 0 0 0,0 1 0 0 0,0 0 0 0 0,0 1 0 0 0,17 6 0 0 0,22 4 0 0 0,-25-6 0 0 0,-2 1 0 0 0,1 2 0 0 0,33 15 0 0 0,15 6 0 0 0,-68-27 0 0 0,1 0 0 0 0,-1 1 0 0 0,0 0 0 0 0,0 0 0 0 0,-1 0 0 0 0,1 1 0 0 0,6 8 0 0 0,2 2 0 0 0,26 34 0 0 0,-33-35 0 0 0,-1 0 0 0 0,-1 0 0 0 0,-1 0 0 0 0,0 1 0 0 0,0 0 0 0 0,-2 0 0 0 0,0 0 0 0 0,2 29 0 0 0,0-14 0 0 0,-4-12 0 0 0,0 1 0 0 0,-2 25 0 0 0,0-29 0 0 0,0 0 0 0 0,1 0 0 0 0,1 0 0 0 0,4 19 0 0 0,-3-17 0 0 0,-1-1 0 0 0,-1 1 0 0 0,0-1 0 0 0,-1 1 0 0 0,-2 18 0 0 0,0 14 0 0 0,2 25 0 0 0,-8-26 0 0 0,0-7 0 0 0,-10 29 0 0 0,6-26 0 0 0,11-35 0 0 0,-1-1 0 0 0,-1 1 0 0 0,0-1 0 0 0,-6 15 0 0 0,-20 35 0 0 0,20-37 0 0 0,-18 32 0 0 0,-25 39 0 0 0,47-85 0 0 0,0 0 0 0 0,-1 0 0 0 0,1-1 0 0 0,-1 0 0 0 0,-1 0 0 0 0,1 0 0 0 0,-1-1 0 0 0,-10 8 0 0 0,-32 40 0 0 0,12-18 0 0 0,36-36-333 0 0,0 1 0 0 0,0-1 1 0 0,0 1-1 0 0,0-1 0 0 0,0 0 0 0 0,0 0 1 0 0,0 0-1 0 0,-1 0 0 0 0,1 0 0 0 0,0 0 0 0 0,0 0 1 0 0,0 0-1 0 0,0 0 0 0 0,-2-1 0 0 0,-20-13-15975 0 0,8 4 8361 0 0,9 8 4635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0:39.5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69 3027 18323 0 0,'4'-18'33'0'0,"8"-29"131"0"0,7-48 1 0 0,6-93 168 0 0,-15 3-325 0 0,-1 0 11 0 0,-7 164 20 0 0,8-92 941 0 0,-2 71-784 0 0,0 12-202 0 0,-3 1-14 0 0,2-19 153 0 0,-6 32 138 0 0,1-1 0 0 0,4-20 0 0 0,-2 20-173 0 0,-2 0 0 0 0,1-23 0 0 0,-2 11 67 0 0,-2 1 1 0 0,-1-1-1 0 0,-2 1 1 0 0,-10-44-1 0 0,-40-176-15 0 0,47 217-138 0 0,-3-34-1 0 0,4 23-4 0 0,1-4-8 0 0,3-1-1 0 0,4-60 1 0 0,0 19 415 0 0,-2 88-414 0 0,0-40 81 0 0,-1 1 0 0 0,-8-46 0 0 0,-4-32-114 0 0,-24-84-90 0 0,28 156 52 0 0,4 24 18 0 0,1 0-1 0 0,0-1 1 0 0,1-30-1 0 0,-2 6-6 0 0,2 35 40 0 0,3 10 20 0 0,3-36-64 0 0,-4 32 57 0 0,1 3 4 0 0,-1 1 1 0 0,1 0 0 0 0,0 0-1 0 0,0 0 1 0 0,0-1-1 0 0,0 1 1 0 0,0 0 0 0 0,0 0-1 0 0,0-1 1 0 0,0 1-1 0 0,0 0 1 0 0,1 0 0 0 0,-1 0-1 0 0,0-1 1 0 0,1 1-1 0 0,-1 0 1 0 0,1 0 0 0 0,-1 0-1 0 0,1 0 1 0 0,1-2-1 0 0,-1 3 7 0 0,2-17-80 0 0,-2 15 80 0 0,1 0 1 0 0,0 0-1 0 0,-1 0 1 0 0,1 0-1 0 0,-1-1 1 0 0,0 1 0 0 0,0 0-1 0 0,0-1 1 0 0,0 1-1 0 0,0-1 1 0 0,0 1-1 0 0,-1-1 1 0 0,1 0-1 0 0,-1-3 1 0 0,1-44 101 0 0,-1 9-25 0 0,3-42 49 0 0,-3 62-145 0 0,0 21 4 0 0,-2 1-1978 0 0,0 0 1374 0 0,0 0 0 0 0,0 0 0 0 0,0 0 1 0 0,0 1-1 0 0,0-1 0 0 0,0 1 0 0 0,1-1 1 0 0,-1 1-1 0 0,1 0 0 0 0,-1 0 0 0 0,1 0 1 0 0,0 0-1 0 0,-1 0 0 0 0,1 0 0 0 0,0 0 1 0 0,0 0-1 0 0,1 0 0 0 0,-2 3 0 0 0,-6 10-4691 0 0,3-6 2684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9:38.2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23 1228 0 0,'0'-1'286'0'0,"0"0"0"0"0,0 0 0 0 0,0 0 0 0 0,0 0 0 0 0,1 0 0 0 0,-1 0 0 0 0,0 0 0 0 0,1 0 0 0 0,-1 0 0 0 0,0 0 0 0 0,1 0 0 0 0,-1 1 0 0 0,1-1 0 0 0,-1 0 0 0 0,1 0 0 0 0,0 0 0 0 0,1-1 0 0 0,5 0 5732 0 0,-7 2-5666 0 0,1-1-290 0 0,-1 1 0 0 0,1 0 0 0 0,0 0 0 0 0,-1-1 0 0 0,1 1 0 0 0,-1 0 0 0 0,1 0 1 0 0,-1 0-1 0 0,1 0 0 0 0,0 0 0 0 0,-1 0 0 0 0,1 0 0 0 0,-1 0 0 0 0,1 0 0 0 0,-1 0 0 0 0,1 0 0 0 0,0 0 1 0 0,-1 0-1 0 0,1 1 0 0 0,-1-1 0 0 0,1 0 0 0 0,-1 0 0 0 0,1 1 0 0 0,-1-1 0 0 0,1 0 0 0 0,-1 1 0 0 0,1-1 0 0 0,-1 0 1 0 0,0 1-1 0 0,1-1 0 0 0,-1 1 0 0 0,1-1 0 0 0,-1 0 0 0 0,0 1 0 0 0,1-1 0 0 0,-1 1 0 0 0,0-1 0 0 0,0 1 0 0 0,0 0 1 0 0,1-1-1 0 0,-1 1 0 0 0,11 23 759 0 0,2 38-394 0 0,-3 0 0 0 0,-3 1-1 0 0,0 70 1 0 0,2 265-339 0 0,-19 85 542 0 0,8-465-618 0 0,1 66 75 0 0,13 117-1 0 0,-3-91 71 0 0,-7 74 43 0 0,-3-96-140 0 0,6 5-60 0 0,-7-7-45 0 0,1-18-47 0 0,7 70-1 0 0,27 69 98 0 0,-23-30 319 0 0,-2 22-14 0 0,-16-71-271 0 0,8-113-16 0 0,1-9-11 0 0,-1 0 1 0 0,0 0-1 0 0,0 0 0 0 0,-1 1 0 0 0,0-1 0 0 0,-3 9 0 0 0,3-8-19 0 0,0 0 0 0 0,0 1 0 0 0,1-1 0 0 0,-1 0 0 0 0,2 0 0 0 0,1 13 0 0 0,-1 6 53 0 0,-1 64 220 0 0,0-90-246 0 0,0-32-8659 0 0,5 0 1009 0 0,-5 20 4994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0:40.7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219 13 16382 0 0,'85'16'1356'0'0,"-75"-13"-1237"0"0,247 56 2573 0 0,-108-35-1850 0 0,-79-15-364 0 0,85 0-1 0 0,49 2 109 0 0,-140-5-435 0 0,393 9 1759 0 0,-194 5-1710 0 0,-95-4 137 0 0,58 7 39 0 0,-135-12-128 0 0,314 30 860 0 0,-178-38-678 0 0,-118-5-340 0 0,355 7 491 0 0,-464-5-565 0 0,31-1 43 0 0,-25 0-56 0 0,0 0 1 0 0,0 1 0 0 0,0 0-1 0 0,0 0 1 0 0,0 1-1 0 0,0-1 1 0 0,0 1-1 0 0,6 2 1 0 0,-10-1-7 0 0,-2-2-1 0 0,23 0 12 0 0,-14 2 533 0 0,-22 2-1411 0 0,-9 0-2646 0 0,5-2-3882 0 0,-17-9-4616 0 0,24 4 8944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9:43.4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0 1288 0 0,'-27'9'20514'0'0,"42"-7"-20225"0"0,-1-1-1 0 0,0 2 1 0 0,0 0 0 0 0,0 0 0 0 0,23 10-1 0 0,26 7 624 0 0,6-9-291 0 0,0-3 1 0 0,0-3 0 0 0,91-6 0 0 0,-79 1-423 0 0,78-2 2 0 0,101 1 321 0 0,-194 4-292 0 0,124 22 0 0 0,-67-9-118 0 0,-81-13-44 0 0,75-3 0 0 0,-41-2-9 0 0,195 11 48 0 0,-170-18-113 0 0,41-5 34 0 0,122 11-144 0 0,-209 10 20 0 0,-54-7 98 0 0,0 1-3 0 0,1 0-1 0 0,0 0 0 0 0,-1 0 0 0 0,1-1 0 0 0,0 1 1 0 0,0-1-1 0 0,-1 1 0 0 0,1-1 0 0 0,0 0 1 0 0,0 0-1 0 0,3 0 0 0 0,17 4-10 0 0,-15-2 181 0 0,-1 0 1 0 0,1 0 0 0 0,-1-1-1 0 0,1 0 1 0 0,0-1-1 0 0,10 1 1 0 0,-17-1-30 0 0,26 2 302 0 0,-18-2-432 0 0,12 4 696 0 0,-22-2 460 0 0,-11-1-1467 0 0,-26-1-5026 0 0,0-4-8772 0 0,23 3 7611 0 0,7-1 3296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49:46.3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61 324 0 0,'5'-6'3027'0'0,"10"-10"-1060"0"0,-9 10 4301 0 0,0 2-7021 0 0,4-9 2187 0 0,-3 2-3054 0 0,1 6-7328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0:02.0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95 518 1260 0 0,'5'0'15747'0'0,"15"-2"-16070"0"0,-7-3 1362 0 0,-4 2-838 0 0,0 0 0 0 0,-1 0-1 0 0,1 1 1 0 0,0 0 0 0 0,0 1 0 0 0,0 0 0 0 0,0 0-1 0 0,0 1 1 0 0,10 0 0 0 0,33-2 395 0 0,-8-4 70 0 0,-19 3-377 0 0,0 0 0 0 0,-1-2 0 0 0,27-9 0 0 0,-28 6-219 0 0,-1 1 188 0 0,37-19-1 0 0,39-16 184 0 0,-10 3-282 0 0,-67 28-113 0 0,-1-2-1 0 0,0 0 1 0 0,-1-1 0 0 0,32-29-1 0 0,-14 8 45 0 0,40-50 0 0 0,-67 71-102 0 0,2 1 1 0 0,-1 1 0 0 0,2 0 0 0 0,0 1 0 0 0,26-18 0 0 0,-6-2 83 0 0,-32 30-73 0 0,-1 0-3 0 0,2 0 0 0 0,-2 0 0 0 0,1 1-143 0 0,0 0 145 0 0,0 0 172 0 0,-24 28 272 0 0,16-24-414 0 0,0 1 0 0 0,1 0 0 0 0,-1 0 0 0 0,1 0 0 0 0,0 1 1 0 0,1 0-1 0 0,-6 7 0 0 0,-17 17-31 0 0,-8 4-4 0 0,1 0-1 0 0,2 2 1 0 0,-41 57 0 0 0,63-78 48 0 0,-1-1-1 0 0,-1 0 1 0 0,-1 0 0 0 0,-21 16 0 0 0,4-3 47 0 0,-31 22-104 0 0,52-42 54 0 0,-1 0 0 0 0,1-1 0 0 0,-1 0 0 0 0,-1-1 0 0 0,-22 7 0 0 0,-10 5-37 0 0,29-12 48 0 0,0 0 1 0 0,-1-1-1 0 0,1-1 1 0 0,-1-1-1 0 0,0 0 0 0 0,0-1 1 0 0,-24-2-1 0 0,32 2-39 0 0,0 0 0 0 0,0 0 0 0 0,1 0 0 0 0,-13 5 0 0 0,11-3-13 0 0,0-1 1 0 0,1 0-1 0 0,-1 0 1 0 0,-16 0-1 0 0,-51 10 34 0 0,60-11-29 0 0,-1 1 1 0 0,1 0-1 0 0,-1 2 1 0 0,-16 5 0 0 0,-7 1 0 0 0,7-1-32 0 0,33-9 19 0 0,-7 5-596 0 0,-3 2 490 0 0,5-3-3260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0:07.4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15 272 0 0,'-13'-14'21078'0'0,"12"14"-21012"0"0,1 1 0 0 0,-1-1 0 0 0,1 1 0 0 0,-1-1 0 0 0,1 1 0 0 0,-1-1-1 0 0,1 1 1 0 0,-1 0 0 0 0,1-1 0 0 0,0 1 0 0 0,-1 0 0 0 0,1 0 0 0 0,0-1 0 0 0,0 1 0 0 0,-1 0 0 0 0,1 0 0 0 0,0-1 0 0 0,0 1 0 0 0,0 0 0 0 0,0 0 0 0 0,0-1-1 0 0,0 1 1 0 0,0 0 0 0 0,0 0 0 0 0,0 0 0 0 0,0-1 0 0 0,1 1 0 0 0,-1 0 0 0 0,0 0 0 0 0,0-1 0 0 0,1 2 0 0 0,9 26 1182 0 0,-6-24-1063 0 0,0 1-1 0 0,-1 0 0 0 0,0 0 0 0 0,0 0 1 0 0,0 0-1 0 0,4 10 0 0 0,3 6 329 0 0,-3-10-298 0 0,1 0 0 0 0,0 0 0 0 0,1-1 0 0 0,17 16 1 0 0,-21-22-173 0 0,-1 1 0 0 0,1-1 1 0 0,-1 0-1 0 0,0 1 1 0 0,0 0-1 0 0,0 0 1 0 0,-1 0-1 0 0,6 11 1 0 0,-6-9-21 0 0,0-1-1 0 0,0-1 1 0 0,1 1 0 0 0,0 0-1 0 0,9 8 1 0 0,14 22 151 0 0,-16-19 9 0 0,1-1 0 0 0,0 0 0 0 0,23 22 0 0 0,19 24-84 0 0,-39-43-82 0 0,-10-14 9 0 0,0 1 0 0 0,-1 0 0 0 0,1 1 0 0 0,-1-1-1 0 0,5 11 1 0 0,37 67 246 0 0,-26-54-212 0 0,-17-23-41 0 0,0 0 0 0 0,1 0-1 0 0,0-1 1 0 0,0 1-1 0 0,1-1 1 0 0,0 0 0 0 0,0 0-1 0 0,6 5 1 0 0,56 66 57 0 0,-60-70-48 0 0,20 30 157 0 0,-23-31-158 0 0,0 0 0 0 0,1-1 0 0 0,0 0 1 0 0,0 0-1 0 0,11 9 0 0 0,-4-3-7 0 0,-3 1 154 0 0,-9-10-153 0 0,1 0 0 0 0,0-1 0 0 0,0 1 1 0 0,1-1-1 0 0,-1 1 0 0 0,0 0 0 0 0,0-1 0 0 0,1 0 0 0 0,-1 1 1 0 0,1-1-1 0 0,2 2 0 0 0,0 0-13 0 0,0 0 0 0 0,-1 0 0 0 0,1 0-1 0 0,-1 1 1 0 0,0-1 0 0 0,5 7 0 0 0,7 7 45 0 0,15 14 2625 0 0,-33-27-4677 0 0,-19 19-24892 0 0,17-18 23840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0:20.4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566 1812 240 0 0,'0'0'12196'0'0,"8"-33"-9860"0"0,-2-1-1610 0 0,-1-1 0 0 0,-1 0-1 0 0,-2 0 1 0 0,-5-63 0 0 0,1 16-2 0 0,1 60-386 0 0,-2 0 0 0 0,0 1 0 0 0,-11-38 0 0 0,-1-7-76 0 0,11 51-58 0 0,-1-1 1 0 0,-9-23 0 0 0,7 24-63 0 0,2 0 1 0 0,-7-26 0 0 0,6 12 133 0 0,-1 1 0 0 0,-1 0 1 0 0,-14-32-1 0 0,0-1 488 0 0,15 40-586 0 0,0 1 0 0 0,-14-28 0 0 0,8 26-53 0 0,2-1 0 0 0,0-1 0 0 0,2 1 0 0 0,1-1 1 0 0,-10-46-1 0 0,15 57-20 0 0,0 0 0 0 0,-11-23-1 0 0,-2-14 32 0 0,13 42-106 0 0,1 1 0 0 0,-1-1 1 0 0,-1 1-1 0 0,0 0 0 0 0,0 0 0 0 0,0 0 0 0 0,-10-12 1 0 0,-12-20 289 0 0,-3 0-179 0 0,22 31-132 0 0,1 0 0 0 0,0-1-1 0 0,0 0 1 0 0,-5-10 0 0 0,4 6 56 0 0,0 1 1 0 0,-15-18-1 0 0,14 20-45 0 0,-3-18-13 0 0,10 25-5 0 0,0 0 0 0 0,0 0 1 0 0,0 0-1 0 0,0 0 0 0 0,-1 0 0 0 0,1 0 0 0 0,-1 1 0 0 0,-3-5 0 0 0,-2-7 59 0 0,7 12-57 0 0,-1 0 0 0 0,0 0 0 0 0,0-1 0 0 0,0 1 0 0 0,0 0-1 0 0,-1 0 1 0 0,1 0 0 0 0,0 0 0 0 0,-1 0 0 0 0,-2-3 0 0 0,3 5 0 0 0,-17-35 0 0 0,15 30-2 0 0,0 0 0 0 0,1 1 0 0 0,0-1 0 0 0,-1 0 0 0 0,-1-8 0 0 0,0 2-18 0 0,-10-18-28 0 0,11 24 46 0 0,0 0-1 0 0,0-1 0 0 0,1 1 1 0 0,0-1-1 0 0,0 1 0 0 0,0-1 1 0 0,0 0-1 0 0,-1-10 0 0 0,3 16-5 0 0,3 1-569 0 0,-1 1 566 0 0,1 0 1 0 0,-1-1-1 0 0,0 1 1 0 0,0 0-1 0 0,0 0 0 0 0,0 0 1 0 0,0 0-1 0 0,0 0 0 0 0,1 3 1 0 0,6 5 12 0 0,9 9-7 0 0,0-1-21 0 0,-13-14 22 0 0,1 1 1 0 0,-1 0-1 0 0,0 0 0 0 0,-1 0 0 0 0,1 1 0 0 0,-1 0 0 0 0,0-1 0 0 0,-1 2 0 0 0,1-1 0 0 0,-1 0 1 0 0,0 1-1 0 0,-1-1 0 0 0,3 11 0 0 0,15 27-10 0 0,-15-33 13 0 0,-1 1-1 0 0,0-1 0 0 0,-1 1 1 0 0,0-1-1 0 0,3 21 1 0 0,-3-16-7 0 0,0 1 1 0 0,7 18-1 0 0,6 19-1 0 0,7 17-54 0 0,5 12 35 0 0,14 41-123 0 0,-36-104 108 0 0,1 0-1 0 0,2-1 1 0 0,15 28 0 0 0,-10-21-19 0 0,13 38 0 0 0,1-20-45 0 0,-7 0 47 0 0,-15-35 35 0 0,-1 0-1 0 0,-1 1 1 0 0,7 19 0 0 0,9 19-9 0 0,-16-42 32 0 0,-1 0 1 0 0,0 1 0 0 0,0-1 0 0 0,-1 1-1 0 0,0 0 1 0 0,0 0 0 0 0,0 0 0 0 0,-1 0-1 0 0,1 12 1 0 0,13 167 301 0 0,-14-173-282 0 0,0-1-1 0 0,6 24 1 0 0,-4-23 18 0 0,-1 0-1 0 0,2 25 1 0 0,-1 149 235 0 0,5-161-343 0 0,-8-25 72 0 0,-1-1-94 0 0,1 0 0 0 0,0 0 1 0 0,0 0-1 0 0,0-1 0 0 0,0 1 0 0 0,0 0 0 0 0,0 0 0 0 0,0 0 0 0 0,0 0 0 0 0,-1 0 0 0 0,1 0 0 0 0,0-1 0 0 0,0 1 0 0 0,0 0 0 0 0,0 0 0 0 0,0 0 1 0 0,-1 0-1 0 0,1 0 0 0 0,0 0 0 0 0,0 0 0 0 0,0 0 0 0 0,0 0 0 0 0,-1 0 0 0 0,1 0 0 0 0,0 0 0 0 0,0 0 0 0 0,0 0 0 0 0,0 0 0 0 0,-1 0 0 0 0,1 0 0 0 0,0 0 1 0 0,0 0-1 0 0,0 0 0 0 0,0 0 0 0 0,-1 0 0 0 0,1 0 0 0 0,0 0 0 0 0,0 0 0 0 0,0 0 0 0 0,0 0 0 0 0,0 0 0 0 0,-1 1 0 0 0,1-1 0 0 0,0 0 0 0 0,0 0 0 0 0,0 0 1 0 0,0 0-1 0 0,0 0 0 0 0,0 0 0 0 0,0 1 0 0 0,-1-1 0 0 0,1 0 0 0 0,0-3-1228 0 0,-1 0 1 0 0,1 0-1 0 0,0-1 1 0 0,0 1-1 0 0,1 0 1 0 0,-1 0 0 0 0,1 0-1 0 0,-1 0 1 0 0,1-1-1 0 0,2-4 1 0 0,0-1-1371 0 0,-1 0-252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0:28.7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1605 19 1036 0 0,'-2'-5'7276'0'0,"2"5"-7136"0"0,0-1 1 0 0,0 1 0 0 0,-1-1-1 0 0,1 0 1 0 0,0 1 0 0 0,0-1 0 0 0,0 1-1 0 0,0-1 1 0 0,0 1 0 0 0,-1-1-1 0 0,1 1 1 0 0,0-1 0 0 0,-1 1-1 0 0,1-1 1 0 0,0 1 0 0 0,-1-1-1 0 0,1 1 1 0 0,0-1 0 0 0,-1 1 0 0 0,1 0-1 0 0,-1-1 1 0 0,1 1 0 0 0,-1 0-1 0 0,1-1 1 0 0,-1 1 0 0 0,1 0-1 0 0,-1 0 1 0 0,1-1 0 0 0,-1 1-1 0 0,1 0 1 0 0,-1 0 0 0 0,0 0-1 0 0,1 0 1 0 0,-1 0 0 0 0,-29 1 637 0 0,0 2 1 0 0,1 1 0 0 0,0 2-1 0 0,-33 10 1 0 0,-221 81 2001 0 0,227-74-2333 0 0,0 3 0 0 0,-71 43 0 0 0,-18 10 457 0 0,103-51-823 0 0,10-6 124 0 0,-62 31 0 0 0,80-44-157 0 0,-1 0 0 0 0,1 1 0 0 0,0 0 0 0 0,1 2-1 0 0,-12 12 1 0 0,2-3 25 0 0,0-1 14 0 0,6-5 94 0 0,-25 27 0 0 0,7-5 175 0 0,-45 39 0 0 0,-10 6-212 0 0,29-21-112 0 0,56-57-34 0 0,0 1-1 0 0,0 0 0 0 0,1 0 1 0 0,-1 0-1 0 0,-6 12 0 0 0,9-14 3 0 0,0 0 0 0 0,0 0-1 0 0,-1-1 1 0 0,0 1 0 0 0,1-1 0 0 0,-1 0-1 0 0,-4 3 1 0 0,-15 15 2 0 0,19-16-2 0 0,0 0-1 0 0,-1 0 0 0 0,1-1 1 0 0,-1 0-1 0 0,-7 5 0 0 0,19-23 260 0 0,-5 10-273 0 0,-1-1-1 0 0,1 1 1 0 0,0 0-1 0 0,0 0 1 0 0,6-7-1 0 0,1 2 28 0 0,-1-1 0 0 0,0 0 0 0 0,10-16 0 0 0,11-13-20 0 0,-7 12-4 0 0,27-23 0 0 0,37-35-84 0 0,14 2-17 0 0,49-34-60 0 0,-124 97 101 0 0,50-31 0 0 0,-14 11 30 0 0,-18 13 69 0 0,-29 19-9 0 0,0-1 1 0 0,18-15 0 0 0,39-22 36 0 0,-47 30-17 0 0,0 1 0 0 0,38-18 0 0 0,-38 24-6 0 0,1 0 0 0 0,34-7 0 0 0,-44 15 22 0 0,-1 0 0 0 0,30 0 1 0 0,-30 2 35 0 0,1 0 1 0 0,27-5-1 0 0,-28 2 53 0 0,1 2 0 0 0,0 0 0 0 0,-1 1 0 0 0,18 2 0 0 0,12 0 129 0 0,68-2 1062 0 0,-113 0-1319 0 0,0 0-23 0 0,1-1 0 0 0,-1 1 0 0 0,1-1 0 0 0,-1 1 0 0 0,1-1 0 0 0,-1 1 0 0 0,1-1 0 0 0,0 1 0 0 0,-1 0 0 0 0,1-1 0 0 0,-1 1 0 0 0,1 0 0 0 0,0 0 0 0 0,-1-1 0 0 0,1 1 0 0 0,0 0 0 0 0,-1 0 0 0 0,1 0 0 0 0,0 0 0 0 0,-1 0 0 0 0,1 0 0 0 0,0 0 0 0 0,0 0 0 0 0,-1 0 0 0 0,1 0 0 0 0,0 1 0 0 0,9 2-5967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0:54.3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126 477 168 0 0,'1'-10'888'0'0,"-1"0"0"0"0,1 0 0 0 0,1 0 0 0 0,0 1 0 0 0,0-1-1 0 0,1 0 1 0 0,0 1 0 0 0,1-1 0 0 0,7-12 0 0 0,-4 9-436 0 0,1 1 0 0 0,1 0 0 0 0,0 0 0 0 0,0 1 0 0 0,20-18 0 0 0,4 3-60 0 0,1 0 0 0 0,2 3 0 0 0,56-30 0 0 0,-45 29-74 0 0,1 1-1 0 0,1 3 1 0 0,1 2 0 0 0,1 2-1 0 0,1 2 1 0 0,-1 2 0 0 0,2 3-1 0 0,57-3 1 0 0,-71 11-229 0 0,0 1 0 0 0,0 1 0 0 0,-1 3 0 0 0,1 1 0 0 0,-1 2 0 0 0,0 1 0 0 0,0 2 0 0 0,-1 2 0 0 0,-1 1 0 0 0,0 2 0 0 0,60 34 0 0 0,-61-26-60 0 0,-1 1 1 0 0,-1 1-1 0 0,-1 2 0 0 0,-1 1 0 0 0,-2 2 0 0 0,32 40 0 0 0,-27-25 19 0 0,-3 2 0 0 0,-2 1 0 0 0,-1 1-1 0 0,21 56 1 0 0,-16-23 68 0 0,40 165-1 0 0,-12 89 65 0 0,-46-205-58 0 0,-3 261 0 0 0,-18-292 46 0 0,-4 0 0 0 0,-4-1 0 0 0,-33 119 0 0 0,26-143 114 0 0,-4-1-1 0 0,-3-2 1 0 0,-4-1 0 0 0,-65 110-1 0 0,73-141-77 0 0,-3-2 0 0 0,-1-1 1 0 0,-2-1-1 0 0,-1-1 0 0 0,-2-2 0 0 0,-1-1 0 0 0,-2-2 1 0 0,-1-1-1 0 0,-41 24 0 0 0,59-43-104 0 0,0-1 1 0 0,0 0-1 0 0,0-1 0 0 0,-1-1 0 0 0,0-1 0 0 0,-1-1 1 0 0,1-1-1 0 0,-1-1 0 0 0,0 0 0 0 0,0-2 0 0 0,0 0 1 0 0,0-1-1 0 0,0-2 0 0 0,-28-4 0 0 0,20 0-44 0 0,1-2-1 0 0,-1-1 0 0 0,1-1 1 0 0,1-1-1 0 0,0-1 0 0 0,1-2 1 0 0,0 0-1 0 0,1-2 1 0 0,-38-31-1 0 0,11 0-76 0 0,1-2 1 0 0,3-2-1 0 0,1-3 0 0 0,4-1 1 0 0,1-2-1 0 0,-45-84 0 0 0,18 10-30 0 0,-103-276 0 0 0,42-28-22 0 0,114 357-20 0 0,4 0 0 0 0,2-1 0 0 0,3-136 1 0 0,9 169 44 0 0,2 1 1 0 0,2 0 0 0 0,2 0 0 0 0,2 1-1 0 0,2 0 1 0 0,1 1 0 0 0,3 0 0 0 0,2 1 0 0 0,1 1-1 0 0,2 1 1 0 0,2 0 0 0 0,1 2 0 0 0,2 1-1 0 0,2 1 1 0 0,1 1 0 0 0,57-52 0 0 0,-43 51-452 0 0,2 1 0 0 0,2 2 0 0 0,0 2 0 0 0,2 3 1 0 0,1 1-1 0 0,2 3 0 0 0,0 2 0 0 0,1 2 0 0 0,71-16 0 0 0,-69 25-1682 0 0,1 1 0 0 0,-1 4-1 0 0,2 1 1 0 0,-1 3-1 0 0,90 9 1 0 0,-78 1-631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0:56.7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20 2140 0 0,'-2'-2'925'0'0,"0"-1"-1"0"0,-1 1 1 0 0,1 0 0 0 0,-1 0-1 0 0,0 0 1 0 0,0 1-1 0 0,1-1 1 0 0,-1 1-1 0 0,-4-2 1 0 0,7 3-809 0 0,0 0 0 0 0,-1 0 0 0 0,1 0 0 0 0,0 0 1 0 0,-1 0-1 0 0,1 0 0 0 0,0 0 0 0 0,-1 0 0 0 0,1 0 0 0 0,0 0 0 0 0,-1 1 0 0 0,1-1 0 0 0,0 0 0 0 0,-1 0 1 0 0,1 0-1 0 0,0 0 0 0 0,-1 0 0 0 0,1 1 0 0 0,0-1 0 0 0,-1 0 0 0 0,1 0 0 0 0,0 1 0 0 0,0-1 1 0 0,-1 0-1 0 0,1 0 0 0 0,0 1 0 0 0,0-1 0 0 0,0 0 0 0 0,0 1 0 0 0,-1-1 0 0 0,0 23 1024 0 0,88 559 7139 0 0,-67-469-7875 0 0,2 52-1862 0 0,-21-157 110 0 0,2 7 2198 0 0,-3-10-6106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0:57.1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9 256 1720 0 0,'-8'1'12310'0'0,"21"14"-9304"0"0,23 19-2290 0 0,-7-11 598 0 0,44 26 0 0 0,-59-42-1153 0 0,1 1 0 0 0,-1-2 1 0 0,18 6-1 0 0,-26-10-137 0 0,0-1 1 0 0,0 0-1 0 0,0 0 1 0 0,0 0 0 0 0,0 0-1 0 0,0-1 1 0 0,0 0-1 0 0,0 0 1 0 0,0-1 0 0 0,0 0-1 0 0,0 0 1 0 0,0 0-1 0 0,0 0 1 0 0,-1-1 0 0 0,11-5-1 0 0,-8 3-17 0 0,-1-1-1 0 0,0 0 0 0 0,0 0 1 0 0,0-1-1 0 0,0 0 1 0 0,-1 0-1 0 0,0 0 0 0 0,0-1 1 0 0,8-13-1 0 0,2-8-585 0 0,-1-1 0 0 0,-1-1 0 0 0,-1-1 0 0 0,13-48-1 0 0,4-5-3465 0 0,-17 58-116 0 0,0 0-3704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0:57.8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126 107 1096 0 0,'-15'5'4094'0'0,"12"-5"-3016"0"0,0 1 0 0 0,0-1 0 0 0,0 1 0 0 0,1 0 0 0 0,-1 0 0 0 0,0 0 1 0 0,1 0-1 0 0,-4 2 0 0 0,8-1-882 0 0,0-1 1 0 0,0 1-1 0 0,0-1 1 0 0,1 0-1 0 0,-1 0 1 0 0,0 0-1 0 0,1 0 1 0 0,-1-1-1 0 0,1 1 0 0 0,-1 0 1 0 0,1-1-1 0 0,3 0 1 0 0,14 2-86 0 0,0-1 0 0 0,0-1 0 0 0,0-1 0 0 0,28-4-1 0 0,-38 3-91 0 0,0 0-1 0 0,0 0 0 0 0,-1-1 0 0 0,1 0 0 0 0,0-1 1 0 0,-1 0-1 0 0,0-1 0 0 0,0 0 0 0 0,0 0 0 0 0,12-10 1 0 0,-19 13-14 0 0,-1 0 0 0 0,0 1 1 0 0,1-1-1 0 0,-1 0 0 0 0,0 1 1 0 0,0-1-1 0 0,0 0 0 0 0,0 0 1 0 0,0 0-1 0 0,0 0 0 0 0,-1 0 0 0 0,1 0 1 0 0,-1 0-1 0 0,1 0 0 0 0,-1-1 1 0 0,0 1-1 0 0,0 0 0 0 0,0 0 1 0 0,0 0-1 0 0,0 0 0 0 0,0 0 1 0 0,-1-4-1 0 0,0 4-16 0 0,1 0 0 0 0,-1 1 1 0 0,1-1-1 0 0,-1 1 0 0 0,0-1 0 0 0,0 1 1 0 0,1-1-1 0 0,-1 1 0 0 0,0 0 1 0 0,0-1-1 0 0,0 1 0 0 0,0 0 0 0 0,-1 0 1 0 0,1 0-1 0 0,0 0 0 0 0,-1 0 0 0 0,1 0 1 0 0,0 0-1 0 0,-1 0 0 0 0,1 0 0 0 0,-1 1 1 0 0,1-1-1 0 0,-1 0 0 0 0,1 1 0 0 0,-1 0 1 0 0,0-1-1 0 0,1 1 0 0 0,-1 0 0 0 0,-2 0 1 0 0,-22 1 27 0 0,1 2 0 0 0,-1 1 0 0 0,0 1 0 0 0,1 1 0 0 0,0 2 0 0 0,1 0 0 0 0,-1 1 0 0 0,-41 24 0 0 0,61-30 19 0 0,0 0 0 0 0,0 1 0 0 0,0 0 0 0 0,1 0 0 0 0,-1 0 0 0 0,1 0 0 0 0,0 1 0 0 0,1 0 0 0 0,-1 0 0 0 0,1 0 0 0 0,0 0 0 0 0,0 0-1 0 0,0 1 1 0 0,1-1 0 0 0,0 1 0 0 0,0-1 0 0 0,0 1 0 0 0,1 0 0 0 0,-1 0 0 0 0,2 0 0 0 0,-1 0 0 0 0,1 0 0 0 0,-1 0 0 0 0,2 0 0 0 0,-1 0 0 0 0,1 0 0 0 0,0 0 0 0 0,3 10 0 0 0,-2-6-37 0 0,1 0 0 0 0,0 0 0 0 0,1-1 0 0 0,0 1 1 0 0,1-1-1 0 0,-1 0 0 0 0,2 0 0 0 0,-1-1 0 0 0,2 0 0 0 0,-1 0 0 0 0,1 0 0 0 0,0 0 1 0 0,0-1-1 0 0,1-1 0 0 0,0 1 0 0 0,12 7 0 0 0,-11-9-363 0 0,1-1 0 0 0,0 0 1 0 0,0 0-1 0 0,0-1 0 0 0,0 0 0 0 0,1-1 0 0 0,-1 0 0 0 0,1 0 0 0 0,-1-1 1 0 0,1-1-1 0 0,0 0 0 0 0,20-2 0 0 0,-20 0-1126 0 0,0-1-1 0 0,-1 1 1 0 0,1-2 0 0 0,0 1 0 0 0,-1-2-1 0 0,0 1 1 0 0,15-10 0 0 0,-12 5-853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0:58.3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25 1556 0 0,'-8'-24'11059'0'0,"9"32"-8145"0"0,0 1-2794 0 0,28 117 3800 0 0,-13-63-2962 0 0,29 101-196 0 0,-7-58-3274 0 0,-35-98 1551 0 0,1 0-1 0 0,1 0 1 0 0,0 0-1 0 0,10 12 1 0 0,-12-16-587 0 0,0-1 0 0 0,1 1 0 0 0,-1-1-1 0 0,1 0 1 0 0,8 5 0 0 0,-7-5-993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0:58.6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0 110 1804 0 0,'21'-2'10663'0'0,"31"-5"-8153"0"0,16-3-2666 0 0,-61 9 180 0 0,30-6 325 0 0,-36 7-340 0 0,-1 0 0 0 0,1 0 0 0 0,0-1 0 0 0,-1 1 0 0 0,1 0 0 0 0,0-1 1 0 0,-1 1-1 0 0,1-1 0 0 0,-1 1 0 0 0,1-1 0 0 0,-1 1 0 0 0,1-1 0 0 0,-1 1 1 0 0,1-1-1 0 0,-1 1 0 0 0,1-1 0 0 0,-1 1 0 0 0,0-1 0 0 0,1 0 0 0 0,-1 1 0 0 0,0-1 1 0 0,1 0-1 0 0,-1 1 0 0 0,0-1 0 0 0,0 0 0 0 0,0 0 0 0 0,0 1 0 0 0,0-1 1 0 0,0 0-1 0 0,0 1 0 0 0,0-1 0 0 0,0 0 0 0 0,0 0 0 0 0,0 1 0 0 0,0-1 1 0 0,0 0-1 0 0,-1 1 0 0 0,1-1 0 0 0,0 0 0 0 0,0 1 0 0 0,-1-1 0 0 0,1 0 0 0 0,-1 1 1 0 0,1-1-1 0 0,-6-10 17 0 0,4 6-45 0 0,-1 0 0 0 0,1 1 0 0 0,-1-1 0 0 0,0 1 0 0 0,0 0 1 0 0,-5-5-1 0 0,6 8 11 0 0,1 0 1 0 0,-1 0-1 0 0,1 0 1 0 0,-1 0 0 0 0,1 0-1 0 0,-1 0 1 0 0,0 1 0 0 0,1-1-1 0 0,-1 1 1 0 0,0-1-1 0 0,0 1 1 0 0,1 0 0 0 0,-1-1-1 0 0,0 1 1 0 0,0 0-1 0 0,0 0 1 0 0,1 0 0 0 0,-1 0-1 0 0,0 1 1 0 0,0-1 0 0 0,0 0-1 0 0,-3 2 1 0 0,-2 1 48 0 0,0 0 0 0 0,0 1 0 0 0,0 0 0 0 0,1 0-1 0 0,-1 0 1 0 0,1 1 0 0 0,0 0 0 0 0,0 0 0 0 0,1 0 0 0 0,-1 1 0 0 0,1 0 0 0 0,0 0 0 0 0,1 0 0 0 0,-8 14 0 0 0,10-16-5 0 0,-1 1 0 0 0,0 0 0 0 0,1 0 0 0 0,0 0 0 0 0,0 0 0 0 0,1 0 1 0 0,-1 0-1 0 0,1 1 0 0 0,0-1 0 0 0,1 0 0 0 0,-1 1 0 0 0,1-1 0 0 0,0 1 0 0 0,1-1 0 0 0,-1 0 0 0 0,1 1 0 0 0,0-1 1 0 0,0 0-1 0 0,1 1 0 0 0,-1-1 0 0 0,5 9 0 0 0,-1-8-138 0 0,0 0 0 0 0,0 0 1 0 0,0-1-1 0 0,1 0 0 0 0,0 0 0 0 0,0 0 0 0 0,1 0 1 0 0,-1-1-1 0 0,1 0 0 0 0,0-1 0 0 0,0 1 1 0 0,0-1-1 0 0,0-1 0 0 0,1 1 0 0 0,-1-1 1 0 0,1 0-1 0 0,-1-1 0 0 0,1 0 0 0 0,8 0 1 0 0,10 1-1961 0 0,1-2 0 0 0,-1 0 0 0 0,1-2 0 0 0,31-6 0 0 0,-32 3-286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0:59.0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211 2 2000 0 0,'-2'1'510'0'0,"0"1"-1"0"0,1-1 0 0 0,-1 1 1 0 0,1-1-1 0 0,-1 1 0 0 0,1 0 1 0 0,0 0-1 0 0,0 0 0 0 0,0 0 1 0 0,0 0-1 0 0,0 0 0 0 0,0 0 1 0 0,0 0-1 0 0,1 0 0 0 0,-1 1 1 0 0,1-1-1 0 0,0 0 0 0 0,0 0 1 0 0,-1 0-1 0 0,2 1 0 0 0,-1 3 1 0 0,1-3-312 0 0,0 1 1 0 0,0-1 0 0 0,0 0 0 0 0,0 0 0 0 0,1 0 0 0 0,-1 0 0 0 0,1 0-1 0 0,0 0 1 0 0,0-1 0 0 0,0 1 0 0 0,0-1 0 0 0,0 1 0 0 0,4 3 0 0 0,-4-4-197 0 0,0 0 0 0 0,0 0 0 0 0,0-1 0 0 0,1 1 0 0 0,-1 0 1 0 0,0-1-1 0 0,1 1 0 0 0,-1-1 0 0 0,1 0 0 0 0,-1 0 0 0 0,1 0 1 0 0,0 0-1 0 0,-1 0 0 0 0,1-1 0 0 0,0 1 0 0 0,0-1 0 0 0,-1 0 1 0 0,1 1-1 0 0,0-2 0 0 0,0 1 0 0 0,0 0 0 0 0,-1 0 0 0 0,1-1 1 0 0,0 1-1 0 0,-1-1 0 0 0,1 0 0 0 0,0 0 0 0 0,-1 0 0 0 0,1 0 1 0 0,-1 0-1 0 0,1-1 0 0 0,-1 1 0 0 0,0-1 0 0 0,5-3 0 0 0,-6 4 7 0 0,-1 0-1 0 0,1 0 0 0 0,0 0 0 0 0,0 0 0 0 0,-1 0 0 0 0,1 0 0 0 0,-1-1 0 0 0,1 1 1 0 0,-1 0-1 0 0,1 0 0 0 0,-1 0 0 0 0,0-1 0 0 0,1 1 0 0 0,-1 0 0 0 0,0-1 0 0 0,0 1 1 0 0,0 0-1 0 0,0 0 0 0 0,0-1 0 0 0,0 1 0 0 0,0 0 0 0 0,-1 0 0 0 0,1-1 0 0 0,-1-1 1 0 0,0 1-10 0 0,-1-1 1 0 0,1 1 0 0 0,-1-1 0 0 0,0 1 0 0 0,0 0 0 0 0,0-1 0 0 0,0 1 0 0 0,0 0 0 0 0,0 0-1 0 0,-4-2 1 0 0,-3-1-34 0 0,1 0-1 0 0,-1 0 1 0 0,0 0 0 0 0,-1 1-1 0 0,-12-3 1 0 0,16 5 23 0 0,0 0 1 0 0,-1 1 0 0 0,1 0-1 0 0,0 1 1 0 0,-1-1-1 0 0,1 1 1 0 0,-1 0 0 0 0,1 1-1 0 0,0-1 1 0 0,-1 1 0 0 0,1 1-1 0 0,0-1 1 0 0,0 1-1 0 0,0 0 1 0 0,0 0 0 0 0,0 1-1 0 0,0 0 1 0 0,-5 3-1 0 0,3 0 46 0 0,0 1-1 0 0,1-1 0 0 0,0 1 1 0 0,0 0-1 0 0,0 1 0 0 0,1 0 1 0 0,0 0-1 0 0,1 0 0 0 0,0 1 1 0 0,-8 16-1 0 0,9-15 17 0 0,0 0-1 0 0,0 1 1 0 0,1-1 0 0 0,1 1-1 0 0,0 0 1 0 0,0 0 0 0 0,1 0-1 0 0,0 0 1 0 0,1 0 0 0 0,0 0 0 0 0,1 0-1 0 0,2 11 1 0 0,-2-17-78 0 0,0-1 0 0 0,0 1 0 0 0,0-1 1 0 0,1 1-1 0 0,0-1 0 0 0,0 0 0 0 0,0 0 0 0 0,1 1 0 0 0,-1-1 1 0 0,1-1-1 0 0,0 1 0 0 0,0 0 0 0 0,0-1 0 0 0,1 0 0 0 0,-1 1 1 0 0,1-1-1 0 0,0-1 0 0 0,0 1 0 0 0,0-1 0 0 0,0 1 0 0 0,0-1 1 0 0,0 0-1 0 0,1 0 0 0 0,-1-1 0 0 0,1 1 0 0 0,-1-1 0 0 0,1 0 1 0 0,-1-1-1 0 0,1 1 0 0 0,6-1 0 0 0,5 1-488 0 0,-1-2-1 0 0,0 0 1 0 0,0-1 0 0 0,0 0-1 0 0,0-1 1 0 0,-1-1 0 0 0,1 0-1 0 0,18-9 1 0 0,-8 2-3121 0 0,42-27 1 0 0,-46 24 1396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0:59.3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17 1300 0 0,'-1'-2'581'0'0,"0"1"1"0"0,0 0-1 0 0,0 0 0 0 0,0-1 1 0 0,0 1-1 0 0,0 0 0 0 0,0 0 1 0 0,-1 0-1 0 0,1 0 0 0 0,0 1 1 0 0,0-1-1 0 0,-1 0 0 0 0,1 0 0 0 0,-1 1 1 0 0,-2-1-1 0 0,-1 6 4147 0 0,9 11-3561 0 0,47 106 1364 0 0,40 148 1 0 0,-64-181-3190 0 0,-9-28-1605 0 0,-2 0-5298 0 0,-16-58 6617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0:59.7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 43 520 0 0,'-10'-2'2101'0'0,"-5"-3"3027"0"0,16 3-3255 0 0,10 0-1459 0 0,69-10 414 0 0,58-6-537 0 0,-118 17 31 0 0,1 0-1 0 0,0 2 1 0 0,0 0-1 0 0,33 7 1 0 0,-38-4 564 0 0,-11-4-708 0 0,0 1-1 0 0,0 0 1 0 0,0 0-1 0 0,-1 0 1 0 0,1 1-1 0 0,0-1 1 0 0,-1 1-1 0 0,1 1 1 0 0,-1-1-1 0 0,0 0 1 0 0,1 1-1 0 0,-1 0 1 0 0,-1 0 0 0 0,1 0-1 0 0,4 5 1 0 0,3 5 220 0 0,-1 0 0 0 0,0 1 1 0 0,-1 0-1 0 0,13 26 0 0 0,-19-32-283 0 0,0 0-1 0 0,-1 0 1 0 0,1 1-1 0 0,-2-1 1 0 0,1 0-1 0 0,-1 1 1 0 0,0-1-1 0 0,-1 1 1 0 0,0-1-1 0 0,-1 1 1 0 0,-1 11-1 0 0,0-8-40 0 0,0 0 0 0 0,-1 0-1 0 0,0-1 1 0 0,-1 0 0 0 0,0 1 0 0 0,-1-1-1 0 0,0-1 1 0 0,0 1 0 0 0,-1-1-1 0 0,-1 0 1 0 0,-14 17 0 0 0,21-26-79 0 0,-1-1 0 0 0,1 0 0 0 0,0 1 0 0 0,0-1 1 0 0,-1 0-1 0 0,1 0 0 0 0,0 1 0 0 0,-1-1 0 0 0,1 0 0 0 0,0 0 0 0 0,-1 0 0 0 0,1 1 0 0 0,0-1 1 0 0,-1 0-1 0 0,1 0 0 0 0,0 0 0 0 0,-1 0 0 0 0,1 0 0 0 0,0 0 0 0 0,-1 0 0 0 0,1 0 1 0 0,-1 0-1 0 0,1 0 0 0 0,0 0 0 0 0,-1 0 0 0 0,1 0 0 0 0,-1 0 0 0 0,1 0 0 0 0,0 0 1 0 0,-1 0-1 0 0,1 0 0 0 0,0-1 0 0 0,-1 1 0 0 0,1 0 0 0 0,0 0 0 0 0,-1 0 0 0 0,1-1 1 0 0,0 1-1 0 0,0 0 0 0 0,-1 0 0 0 0,1-1 0 0 0,0 1 0 0 0,-1 0 0 0 0,1 0 0 0 0,0-1 0 0 0,0 1 1 0 0,0 0-1 0 0,0-1 0 0 0,-1 1 0 0 0,1-1 0 0 0,0 1 0 0 0,0 0 0 0 0,0-1 0 0 0,0 1 1 0 0,0 0-1 0 0,0-1 0 0 0,0 1 0 0 0,0-1 0 0 0,0 1 0 0 0,0 0 0 0 0,0-1 0 0 0,0 1 1 0 0,0 0-1 0 0,0-1 0 0 0,0 1 0 0 0,0-1 0 0 0,1 1 0 0 0,1-29-341 0 0,4 18 77 0 0,-1 1 0 0 0,2 0 0 0 0,-1 0 0 0 0,1 0 0 0 0,16-16 0 0 0,47-41-2935 0 0,-60 58 2445 0 0,39-34-3363 0 0,2 2-3318 0 0,-45 34 5893 0 0</inkml:trace>
  <inkml:trace contextRef="#ctx0" brushRef="#br0" timeOffset="1">726 83 8 0 0,'2'1'12098'0'0,"3"11"-8878"0"0,1 17-2060 0 0,-6 101 2190 0 0,0-43-7266 0 0,1-82 3558 0 0,11-7-14004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00.1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4 512 0 0,'0'0'330'0'0,"-1"-1"0"0"0,1 1 0 0 0,-1 0 1 0 0,1-1-1 0 0,-1 1 0 0 0,1 0 0 0 0,-1 0 0 0 0,0-1 0 0 0,1 1 0 0 0,-1 0 0 0 0,1 0 0 0 0,-1 0 1 0 0,0 0-1 0 0,1 0 0 0 0,-1 0 0 0 0,0 0 0 0 0,1 0 0 0 0,-1 0 0 0 0,1 0 0 0 0,-1 0 0 0 0,0 0 1 0 0,1 1-1 0 0,-1-1 0 0 0,0 0 0 0 0,2 13 2538 0 0,1-10-2965 0 0,0 1 1 0 0,0-1-1 0 0,1 1 1 0 0,-1-1-1 0 0,1 0 1 0 0,5 6 0 0 0,8 2-2743 0 0,0-1 1 0 0,20 10 0 0 0,-24-15 819 0 0</inkml:trace>
  <inkml:trace contextRef="#ctx0" brushRef="#br0" timeOffset="1">256 234 580 0 0,'33'11'8163'0'0,"-11"-3"-5062"0"0,-21-9-3041 0 0,-1 0 0 0 0,1 0 0 0 0,0 1 0 0 0,0-1 0 0 0,-1 0 0 0 0,1 0 0 0 0,0 0 0 0 0,-1 0 0 0 0,1 0 0 0 0,-1 0 0 0 0,1 0 0 0 0,-1 0 0 0 0,1 0 0 0 0,-1 0 0 0 0,0 0-1 0 0,1 0 1 0 0,-1 0 0 0 0,0 0 0 0 0,0 0 0 0 0,0-3 0 0 0,3-24 88 0 0,-3 24-124 0 0,0 0 0 0 0,0 0 0 0 0,-1 1 0 0 0,1-1-1 0 0,-1 0 1 0 0,0 0 0 0 0,0 1 0 0 0,0-1 0 0 0,0 1 0 0 0,-1-1 0 0 0,1 1-1 0 0,-3-4 1 0 0,3 6-6 0 0,1 0 1 0 0,-1 1-1 0 0,1-1 0 0 0,-1 1 0 0 0,0-1 0 0 0,1 1 0 0 0,-1-1 1 0 0,0 1-1 0 0,1-1 0 0 0,-1 1 0 0 0,0-1 0 0 0,0 1 1 0 0,0 0-1 0 0,1 0 0 0 0,-1-1 0 0 0,0 1 0 0 0,0 0 0 0 0,0 0 1 0 0,0 0-1 0 0,1 0 0 0 0,-3 0 0 0 0,1 0 23 0 0,0 1-1 0 0,0 0 1 0 0,0-1-1 0 0,0 1 1 0 0,0 0-1 0 0,0 0 1 0 0,0 0-1 0 0,0 1 1 0 0,0-1-1 0 0,0 0 1 0 0,1 1-1 0 0,-3 1 1 0 0,-8 9 234 0 0,0 1-1 0 0,0 1 1 0 0,1 0 0 0 0,1 1-1 0 0,0 0 1 0 0,1 0 0 0 0,-7 19-1 0 0,5-9 127 0 0,1 1 0 0 0,1 0 1 0 0,-9 52-1 0 0,17-75-407 0 0,0 0 0 0 0,1-1 0 0 0,-1 1 1 0 0,1 0-1 0 0,0 0 0 0 0,0 0 0 0 0,0 0 1 0 0,0-1-1 0 0,1 1 0 0 0,-1 0 0 0 0,1 0 1 0 0,0 0-1 0 0,-1-1 0 0 0,1 1 0 0 0,0 0 1 0 0,1-1-1 0 0,-1 1 0 0 0,0-1 0 0 0,1 1 1 0 0,0-1-1 0 0,-1 0 0 0 0,1 1 0 0 0,4 2 1 0 0,-3-3-171 0 0,0 0 0 0 0,0-1 0 0 0,0 0 0 0 0,0 0 0 0 0,0 0 0 0 0,0 0 0 0 0,0 0 0 0 0,0 0 0 0 0,1-1 0 0 0,-1 0 1 0 0,0 1-1 0 0,0-1 0 0 0,1-1 0 0 0,-1 1 0 0 0,0 0 0 0 0,0-1 0 0 0,1 1 0 0 0,-1-1 0 0 0,0 0 0 0 0,4-2 0 0 0,95-36-11097 0 0,-77 30 8729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00.7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43 117 260 0 0,'-15'-21'15978'0'0,"24"33"-15409"0"0,0 1-257 0 0,-1 1 1 0 0,-1-1 0 0 0,0 1-1 0 0,-1 1 1 0 0,0-1-1 0 0,-1 1 1 0 0,-1 0-1 0 0,0 0 1 0 0,2 21 0 0 0,-1 18 70 0 0,-2 72 1 0 0,-3-101-333 0 0,0-25-60 0 0,0 0 0 0 0,0 0 0 0 0,0 0 0 0 0,0 0 0 0 0,0 0 0 0 0,-1 0 0 0 0,1 0-1 0 0,0 0 1 0 0,0 0 0 0 0,0 0 0 0 0,0 0 0 0 0,0 0 0 0 0,0 0 0 0 0,0 0 0 0 0,-1-1 0 0 0,1 1 0 0 0,0 0 0 0 0,0 0-1 0 0,0 0 1 0 0,0 0 0 0 0,0 0 0 0 0,0 1 0 0 0,-1-1 0 0 0,1 0 0 0 0,0 0 0 0 0,0 0 0 0 0,0 0 0 0 0,0 0 0 0 0,0 0-1 0 0,0 0 1 0 0,0 0 0 0 0,-1 0 0 0 0,1 0 0 0 0,0 0 0 0 0,0 0 0 0 0,0 0 0 0 0,0 0 0 0 0,0 0 0 0 0,0 1 0 0 0,0-1-1 0 0,0 0 1 0 0,0 0 0 0 0,0 0 0 0 0,0 0 0 0 0,0 0 0 0 0,-1 0 0 0 0,1 0 0 0 0,0 0 0 0 0,0 1 0 0 0,0-1-1 0 0,0 0 1 0 0,0 0 0 0 0,0 0 0 0 0,0 0 0 0 0,0 0 0 0 0,0 0 0 0 0,0 1 0 0 0,0-1 0 0 0,0 0 0 0 0,0 0 0 0 0,0 0-1 0 0,0 0 1 0 0,1 0 0 0 0,-1 0 0 0 0,0 0 0 0 0,0 1 0 0 0,-10-14-448 0 0,-7-20-142 0 0,12 17 481 0 0,0 0-1 0 0,1-1 1 0 0,1 1-1 0 0,0-1 1 0 0,1 1-1 0 0,1-1 1 0 0,1 0-1 0 0,1-21 1 0 0,1 18 71 0 0,1-1 1 0 0,1 1-1 0 0,0 0 1 0 0,1 0-1 0 0,2 0 1 0 0,11-26-1 0 0,-13 38 29 0 0,-1 0 0 0 0,2 0 0 0 0,-1 1 0 0 0,1 0 0 0 0,0 0 0 0 0,0 0 0 0 0,1 0 0 0 0,0 1 0 0 0,9-6 0 0 0,-13 10 16 0 0,0 0 0 0 0,0 0 1 0 0,0 0-1 0 0,0 0 0 0 0,0 0 0 0 0,1 1 0 0 0,-1-1 1 0 0,1 1-1 0 0,-1 0 0 0 0,1 0 0 0 0,0 0 1 0 0,-1 1-1 0 0,1-1 0 0 0,0 1 0 0 0,0 0 1 0 0,-1 0-1 0 0,1 0 0 0 0,0 0 0 0 0,0 1 0 0 0,-1 0 1 0 0,1 0-1 0 0,0 0 0 0 0,-1 0 0 0 0,7 3 1 0 0,-8-3 7 0 0,0 0 1 0 0,-1 0-1 0 0,1 0 1 0 0,-1 0-1 0 0,0 1 1 0 0,1-1-1 0 0,-1 0 1 0 0,0 1-1 0 0,0-1 1 0 0,0 1-1 0 0,0-1 1 0 0,0 1 0 0 0,0 0-1 0 0,0-1 1 0 0,0 1-1 0 0,-1 0 1 0 0,1-1-1 0 0,0 1 1 0 0,-1 0-1 0 0,1 2 1 0 0,-1 0 7 0 0,0-1 0 0 0,0 1 0 0 0,-1-1 1 0 0,1 1-1 0 0,-1-1 0 0 0,0 1 0 0 0,0-1 0 0 0,0 1 0 0 0,-3 5 1 0 0,-3 4 35 0 0,0 0 0 0 0,-1 0 0 0 0,-17 20 0 0 0,25-33-50 0 0,-7 8 14 0 0,-1 0 0 0 0,0-1 0 0 0,0 0 0 0 0,-1 0 0 0 0,0-1 0 0 0,0 0 0 0 0,-10 5 0 0 0,13-7-11 0 0,0-1 0 0 0,-1 0 1 0 0,1-1-1 0 0,-1 0 0 0 0,1 0 1 0 0,-1 0-1 0 0,0-1 1 0 0,0 0-1 0 0,0 0 0 0 0,1-1 1 0 0,-15 0-1 0 0,18 0-24 0 0,1 0-1 0 0,0-1 1 0 0,-1 1-1 0 0,1 0 1 0 0,-1-1-1 0 0,1 0 1 0 0,0 1-1 0 0,0-1 1 0 0,-1 0-1 0 0,1 0 1 0 0,0-1-1 0 0,0 1 1 0 0,0 0-1 0 0,0-1 1 0 0,0 1-1 0 0,0-1 1 0 0,0 1-1 0 0,1-1 1 0 0,-1 0-1 0 0,1 0 1 0 0,-1 0 0 0 0,1 0-1 0 0,0 0 1 0 0,-1 0-1 0 0,1 0 1 0 0,0 0-1 0 0,0-1 1 0 0,1 1-1 0 0,-1 0 1 0 0,0-1-1 0 0,1 1 1 0 0,-1-5-1 0 0,2 1-196 0 0,-1 0-1 0 0,1 0 0 0 0,0 0 1 0 0,1 1-1 0 0,-1-1 0 0 0,1 0 1 0 0,0 1-1 0 0,1 0 1 0 0,-1-1-1 0 0,1 1 0 0 0,0 0 1 0 0,6-7-1 0 0,-4 5-711 0 0,1 0 1 0 0,0 1-1 0 0,1-1 0 0 0,0 1 0 0 0,0 1 1 0 0,0-1-1 0 0,0 1 0 0 0,1 0 1 0 0,0 1-1 0 0,16-7 0 0 0,-11 6-1281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01.0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134 19 1088 0 0,'56'29'9778'0'0,"-48"-24"-9081"0"0,1 1 0 0 0,-1 0 0 0 0,-1 0 0 0 0,11 11 0 0 0,-15-15-631 0 0,-1 1 0 0 0,0-1 1 0 0,0 1-1 0 0,0-1 0 0 0,0 1 0 0 0,0 0 1 0 0,-1 0-1 0 0,1 0 0 0 0,-1 0 1 0 0,0 0-1 0 0,0 0 0 0 0,0 0 0 0 0,0 0 1 0 0,-1 0-1 0 0,1 0 0 0 0,-1 1 1 0 0,0-1-1 0 0,1 0 0 0 0,-2 1 1 0 0,1-1-1 0 0,0 0 0 0 0,-1 0 0 0 0,1 1 1 0 0,-1-1-1 0 0,0 0 0 0 0,0 0 1 0 0,0 0-1 0 0,-1 0 0 0 0,1 0 0 0 0,-1 0 1 0 0,1 0-1 0 0,-1-1 0 0 0,0 1 1 0 0,0-1-1 0 0,0 1 0 0 0,-3 2 1 0 0,-6 6 102 0 0,0 1 0 0 0,-1-2 0 0 0,0 1 1 0 0,-25 15-1 0 0,29-21-145 0 0,1-1 0 0 0,-1 0 1 0 0,0 0-1 0 0,-1-1 1 0 0,1 0-1 0 0,0 0 0 0 0,-1-1 1 0 0,0 0-1 0 0,1 0 0 0 0,-12 0 1 0 0,18-2-27 0 0,0 0 0 0 0,-1 0 0 0 0,1 0 0 0 0,0-1 0 0 0,0 1 0 0 0,0 0 0 0 0,0-1 0 0 0,0 1 0 0 0,0-1 0 0 0,0 0 0 0 0,0 0 0 0 0,0 0 0 0 0,0 0 0 0 0,1 0-1 0 0,-1 0 1 0 0,0 0 0 0 0,0-1 0 0 0,1 1 0 0 0,-1-1 0 0 0,1 1 0 0 0,-2-3 0 0 0,1 1-25 0 0,0 0-1 0 0,1 0 0 0 0,-1-1 0 0 0,1 1 0 0 0,0-1 0 0 0,0 1 0 0 0,1 0 0 0 0,-1-1 0 0 0,1 0 1 0 0,-1 1-1 0 0,1-7 0 0 0,2-5-276 0 0,-1 0-1 0 0,2 1 1 0 0,0-1 0 0 0,9-27-1 0 0,-8 32-145 0 0,1 0 0 0 0,-1-1 0 0 0,2 1 0 0 0,-1 1 0 0 0,2-1 0 0 0,8-10 0 0 0,-11 15-367 0 0,1 0 1 0 0,-1 0-1 0 0,1 0 0 0 0,0 1 1 0 0,1 0-1 0 0,-1 0 0 0 0,1 0 1 0 0,0 1-1 0 0,0 0 0 0 0,0 0 1 0 0,11-4-1 0 0,-4 5-1358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03.2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116 20 496 0 0,'-47'-16'6147'0'0,"42"15"-5530"0"0,4 0-288 0 0,1 1 0 0 0,-1 0 0 0 0,0-1 0 0 0,0 1 0 0 0,1 0 0 0 0,-1 0 0 0 0,0-1 0 0 0,0 1 0 0 0,0 0 0 0 0,1 0 0 0 0,-1 0 0 0 0,0 0 0 0 0,0 0 0 0 0,0 0 0 0 0,1 0 0 0 0,-1 0 0 0 0,0 1 0 0 0,0-1 0 0 0,1 0 0 0 0,-2 1 0 0 0,1 1-135 0 0,0-1 0 0 0,-1 1-1 0 0,2 0 1 0 0,-1 0 0 0 0,0 0 0 0 0,0 0 0 0 0,1 0 0 0 0,-1 0-1 0 0,1 0 1 0 0,-1 1 0 0 0,1 3 0 0 0,-16 119 1022 0 0,2 65-649 0 0,8-102-491 0 0,6-79-235 0 0,-2 36-166 0 0,2-42 106 0 0,0-1 0 0 0,0 0-1 0 0,1 1 1 0 0,-1-1 0 0 0,0 0 0 0 0,1 1 0 0 0,-1-1-1 0 0,1 0 1 0 0,0 0 0 0 0,0 0 0 0 0,0 1 0 0 0,0-1-1 0 0,0 0 1 0 0,3 3 0 0 0,-2-6-364 0 0,1 0 0 0 0,-1 0 0 0 0,0 1 0 0 0,0-1 0 0 0,1-1 1 0 0,-1 1-1 0 0,0 0 0 0 0,0-1 0 0 0,0 1 0 0 0,0-1 0 0 0,-1 1 0 0 0,1-1 0 0 0,2-3 0 0 0,4-4-1692 0 0,2 0-27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03.5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12 672 0 0,'9'-12'7170'0'0,"-5"15"-2063"0"0,0 23-697 0 0,-2-13-4964 0 0,17 255 2655 0 0,-5-44-3847 0 0,-8-194 691 0 0,-1-7-2792 0 0,-3-9-5489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04.0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179 0 204 0 0,'-15'4'9363'0'0,"-51"30"-7596"0"0,29-10-958 0 0,-23 19 87 0 0,121-33-814 0 0,-51-7-55 0 0,0 0 1 0 0,0 1-1 0 0,-1 1 0 0 0,0-1 0 0 0,0 1 0 0 0,0 1 0 0 0,0 0 1 0 0,-1 0-1 0 0,0 1 0 0 0,0 0 0 0 0,-1 0 0 0 0,0 0 1 0 0,0 1-1 0 0,-1 0 0 0 0,0 1 0 0 0,9 16 0 0 0,-13-22 22 0 0,-1 1-1 0 0,0-1 1 0 0,-1 0-1 0 0,1 1 1 0 0,-1-1-1 0 0,1 1 1 0 0,-1-1-1 0 0,0 1 1 0 0,0-1-1 0 0,0 1 1 0 0,-1-1-1 0 0,1 1 1 0 0,-1-1-1 0 0,0 1 1 0 0,0-1-1 0 0,0 1 0 0 0,-1-1 1 0 0,1 0-1 0 0,-1 0 1 0 0,1 0-1 0 0,-1 0 1 0 0,0 0-1 0 0,0 0 1 0 0,-1 0-1 0 0,1-1 1 0 0,0 1-1 0 0,-1-1 1 0 0,0 0-1 0 0,1 1 1 0 0,-5 1-1 0 0,2 0-7 0 0,-1 0 1 0 0,0-1-1 0 0,0 0 0 0 0,0 0 0 0 0,0 0 0 0 0,0-1 0 0 0,-1 0 1 0 0,1 0-1 0 0,-1 0 0 0 0,0-1 0 0 0,1 0 0 0 0,-1 0 0 0 0,0-1 0 0 0,0 0 1 0 0,-6 0-1 0 0,10-1-42 0 0,1 0 0 0 0,-1 0 0 0 0,1 0-1 0 0,0 0 1 0 0,-1 0 0 0 0,1 0 0 0 0,0 0 0 0 0,0-1 0 0 0,0 1 0 0 0,0-1 0 0 0,0 0 0 0 0,0 1 0 0 0,1-1 0 0 0,-1 0-1 0 0,0 0 1 0 0,1 0 0 0 0,-1-1 0 0 0,1 1 0 0 0,0 0 0 0 0,0 0 0 0 0,0-1 0 0 0,0 1 0 0 0,0 0 0 0 0,0-1 0 0 0,1 1-1 0 0,-1-1 1 0 0,1 1 0 0 0,0-1 0 0 0,0 0 0 0 0,0 1 0 0 0,0-1 0 0 0,1-4 0 0 0,-1 3-341 0 0,0-1 1 0 0,1 0 0 0 0,0 1-1 0 0,0-1 1 0 0,0 1-1 0 0,1-1 1 0 0,-1 1-1 0 0,4-5 1 0 0,-4 6-334 0 0,0 1-1 0 0,0 0 1 0 0,1 0 0 0 0,-1 0-1 0 0,1 0 1 0 0,0 0-1 0 0,-1 0 1 0 0,1 1 0 0 0,0-1-1 0 0,0 0 1 0 0,0 1 0 0 0,0 0-1 0 0,1-1 1 0 0,3-1 0 0 0,1 1-1607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04.6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102 90 784 0 0,'-1'-2'409'0'0,"0"0"0"0"0,1 0 0 0 0,-1 0 0 0 0,1-1 0 0 0,-1 1 0 0 0,1 0 0 0 0,0 0 0 0 0,0-1 0 0 0,0 1 0 0 0,0 0 0 0 0,0-1 0 0 0,1 1 0 0 0,-1 0 0 0 0,1 0 0 0 0,-1-1 0 0 0,1 1 0 0 0,0 0 0 0 0,0 0 0 0 0,2-3 0 0 0,-1 2-222 0 0,0 1 0 0 0,0-1 0 0 0,0 0 0 0 0,1 0 0 0 0,0 1 0 0 0,-1 0 0 0 0,1-1 1 0 0,0 1-1 0 0,0 0 0 0 0,0 1 0 0 0,6-4 0 0 0,-5 4-139 0 0,-1-1 0 0 0,1 1 0 0 0,-1-1 0 0 0,1 1 0 0 0,-1 0 0 0 0,1 1 0 0 0,0-1-1 0 0,0 1 1 0 0,-1-1 0 0 0,1 1 0 0 0,0 0 0 0 0,0 1 0 0 0,0-1 0 0 0,-1 1 0 0 0,1-1 0 0 0,0 1 0 0 0,-1 0 0 0 0,1 0 0 0 0,-1 1 0 0 0,1-1-1 0 0,-1 1 1 0 0,1 0 0 0 0,-1 0 0 0 0,5 4 0 0 0,-4-2 58 0 0,0 1-1 0 0,0-1 1 0 0,0 1-1 0 0,-1 0 1 0 0,0 1-1 0 0,0-1 1 0 0,0 1 0 0 0,-1-1-1 0 0,0 1 1 0 0,0 0-1 0 0,0 0 1 0 0,-1-1-1 0 0,2 11 1 0 0,-3-6-12 0 0,0-1-1 0 0,0 1 1 0 0,-1-1 0 0 0,0 1-1 0 0,0-1 1 0 0,-1 1 0 0 0,-1-1-1 0 0,-3 10 1 0 0,-1-2-17 0 0,0 0 1 0 0,-1-1-1 0 0,-1 0 1 0 0,-1-1-1 0 0,0 0 1 0 0,-1 0-1 0 0,0-1 1 0 0,-24 22-1 0 0,33-33-68 0 0,-1-1-1 0 0,1 1 0 0 0,-1-1 0 0 0,0 0 0 0 0,1 0 0 0 0,-1 0 0 0 0,0 0 1 0 0,0-1-1 0 0,0 1 0 0 0,-1-1 0 0 0,1 0 0 0 0,0 0 0 0 0,0 0 1 0 0,-1 0-1 0 0,1 0 0 0 0,-1-1 0 0 0,1 0 0 0 0,0 1 0 0 0,-1-1 0 0 0,1-1 1 0 0,-1 1-1 0 0,1 0 0 0 0,0-1 0 0 0,-1 0 0 0 0,1 1 0 0 0,0-1 0 0 0,-1-1 1 0 0,1 1-1 0 0,0 0 0 0 0,0-1 0 0 0,0 1 0 0 0,0-1 0 0 0,0 0 1 0 0,0 0-1 0 0,1 0 0 0 0,-1-1 0 0 0,1 1 0 0 0,-1-1 0 0 0,1 1 0 0 0,0-1 1 0 0,0 0-1 0 0,0 0 0 0 0,0 0 0 0 0,1 0 0 0 0,-1 0 0 0 0,1 0 0 0 0,0 0 1 0 0,-2-7-1 0 0,-2-6-20 0 0,1-1 0 0 0,1 1 0 0 0,0-1 1 0 0,1 0-1 0 0,1 0 0 0 0,1 0 0 0 0,0 0 0 0 0,4-19 1 0 0,-4 27-253 0 0,1 1 1 0 0,1-1 0 0 0,0 1-1 0 0,0 0 1 0 0,1-1 0 0 0,0 1-1 0 0,0 0 1 0 0,1 0 0 0 0,0 1-1 0 0,0-1 1 0 0,1 1-1 0 0,0 0 1 0 0,0 0 0 0 0,0 1-1 0 0,1-1 1 0 0,0 1 0 0 0,13-9-1 0 0,-16 13-227 0 0,0 1 0 0 0,0-1-1 0 0,1 1 1 0 0,-1 0 0 0 0,0 0-1 0 0,1 0 1 0 0,-1 0 0 0 0,1 1-1 0 0,-1-1 1 0 0,1 1 0 0 0,0 0-1 0 0,-1 0 1 0 0,1 0 0 0 0,4 1-1 0 0,5 2-1744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05.0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46 1228 0 0,'0'-1'288'0'0,"-1"1"0"0"0,1-1 0 0 0,0 1 0 0 0,0-1 0 0 0,0 1 0 0 0,0-1 0 0 0,0 0 0 0 0,0 1 0 0 0,0-1 0 0 0,0 1 0 0 0,0-1 0 0 0,0 0 0 0 0,0 1 0 0 0,0-1 0 0 0,0 1 0 0 0,1-1 0 0 0,-1 1 0 0 0,0-1 0 0 0,0 1 0 0 0,1-1 0 0 0,-1 1 0 0 0,0-1 0 0 0,1 1 0 0 0,-1-1 0 0 0,0 1 0 0 0,1-1 0 0 0,-1 1 0 0 0,1-1 0 0 0,-1 1 0 0 0,1 0 0 0 0,-1-1 0 0 0,1 1 0 0 0,-1 0 0 0 0,1-1 0 0 0,1 2-80 0 0,-1-1-1 0 0,0 1 1 0 0,0-1-1 0 0,1 1 0 0 0,-1-1 1 0 0,0 1-1 0 0,0 0 0 0 0,0 0 1 0 0,0 0-1 0 0,0 0 0 0 0,0-1 1 0 0,0 1-1 0 0,1 3 1 0 0,4 2-23 0 0,-1 1 1 0 0,0 0-1 0 0,0 0 1 0 0,3 10-1 0 0,-5-11-65 0 0,-2 1-1 0 0,1-1 0 0 0,-1 1 0 0 0,0-1 0 0 0,0 1 0 0 0,0 0 1 0 0,-1-1-1 0 0,0 1 0 0 0,-1 0 0 0 0,0-1 0 0 0,0 1 0 0 0,0-1 0 0 0,-3 9 1 0 0,-3 5-56 0 0,-1-1 0 0 0,-20 35 1 0 0,24-48-136 0 0,3-5-60 0 0,10-31-1002 0 0,20-44 472 0 0,-12 27 554 0 0,32-60 0 0 0,-48 106 113 0 0,-1-1 0 0 0,1 1 0 0 0,0-1 0 0 0,-1 1 0 0 0,1-1 0 0 0,0 1 0 0 0,0 0 0 0 0,0-1 0 0 0,0 1-1 0 0,0 0 1 0 0,0 0 0 0 0,1-1 0 0 0,-1 1 0 0 0,0 0 0 0 0,0 0 0 0 0,1 1 0 0 0,-1-1 0 0 0,1 0 0 0 0,-1 0 0 0 0,1 1-1 0 0,-1-1 1 0 0,1 1 0 0 0,-1-1 0 0 0,1 1 0 0 0,0-1 0 0 0,-1 1 0 0 0,1 0 0 0 0,0 0 0 0 0,-1 0 0 0 0,1 0 0 0 0,0 0-1 0 0,-1 0 1 0 0,3 1 0 0 0,0 1 21 0 0,0 1 0 0 0,0-1 0 0 0,0 0-1 0 0,-1 1 1 0 0,1 0 0 0 0,-1 0 0 0 0,0 0-1 0 0,0 0 1 0 0,0 1 0 0 0,0-1 0 0 0,3 7-1 0 0,13 22-180 0 0,-1 2-1 0 0,-1 0 1 0 0,15 47 0 0 0,-2-5-4406 0 0,-14-34-1963 0 0,-11-28 4194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05.3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8 1936 0 0,'1'0'381'0'0,"-1"-1"0"0"0,0 1 0 0 0,1-1 0 0 0,-1 1-1 0 0,0-1 1 0 0,1 1 0 0 0,-1 0 0 0 0,1-1 0 0 0,-1 1 0 0 0,0-1 0 0 0,1 1-1 0 0,-1 0 1 0 0,1-1 0 0 0,-1 1 0 0 0,1 0 0 0 0,-1 0 0 0 0,1-1 0 0 0,0 1-1 0 0,-1 0 1 0 0,1 0 0 0 0,-1 0 0 0 0,1 0 0 0 0,-1 0 0 0 0,2 0 0 0 0,14 6 3183 0 0,17 23-3719 0 0,-24-19 1188 0 0,5 3-850 0 0,0 2 0 0 0,-2 0 0 0 0,0 0 0 0 0,0 1 0 0 0,-1 0 0 0 0,-1 1 0 0 0,-1 1 0 0 0,14 35 0 0 0,-19-42-133 0 0,0 0 0 0 0,-1 1 0 0 0,0-1 0 0 0,-1 1 0 0 0,0-1 0 0 0,-1 1 0 0 0,0-1 0 0 0,-1 1 0 0 0,0 0 0 0 0,-1-1 0 0 0,0 1 0 0 0,-1 0 0 0 0,0-1 0 0 0,-1 0 0 0 0,0 1 0 0 0,-7 14 0 0 0,6-20-11 0 0,0 0 1 0 0,0 0-1 0 0,-1-1 1 0 0,0 1-1 0 0,0-1 0 0 0,0 0 1 0 0,0 0-1 0 0,-7 3 1 0 0,10-6-29 0 0,1-1 1 0 0,-1 0 0 0 0,0 0 0 0 0,0 0 0 0 0,-1 0-1 0 0,1 0 1 0 0,0 0 0 0 0,0-1 0 0 0,0 1 0 0 0,0-1 0 0 0,-1 1-1 0 0,1-1 1 0 0,-2 0 0 0 0,2 0-9 0 0,1-1 0 0 0,0 1 1 0 0,-1 0-1 0 0,1-1 0 0 0,0 1 0 0 0,0-1 0 0 0,0 1 1 0 0,-1-1-1 0 0,1 0 0 0 0,0 1 0 0 0,0-1 0 0 0,0 0 1 0 0,0 0-1 0 0,0 0 0 0 0,0 0 0 0 0,1 0 0 0 0,-1 0 1 0 0,0 0-1 0 0,0 0 0 0 0,1 0 0 0 0,-1 0 0 0 0,0-1 1 0 0,1 1-1 0 0,-1-2 0 0 0,-1-2-8 0 0,1 1 1 0 0,0-1-1 0 0,0 0 0 0 0,1 0 0 0 0,-1 0 1 0 0,1 0-1 0 0,0 0 0 0 0,0-1 0 0 0,1 1 1 0 0,1-8-1 0 0,15-52-96 0 0,-13 56 85 0 0,5-20-253 0 0,1 1 0 0 0,1 0 0 0 0,2 1 0 0 0,1 0 0 0 0,1 1 0 0 0,1 1 0 0 0,1 0 0 0 0,27-29 0 0 0,-41 51-58 0 0,0 1 1 0 0,1-1 0 0 0,-1 1-1 0 0,0 0 1 0 0,1 0-1 0 0,-1 0 1 0 0,1 0 0 0 0,0 1-1 0 0,0-1 1 0 0,0 1 0 0 0,6-2-1 0 0,-5 3-469 0 0,-1-1 0 0 0,1 1-1 0 0,-1-1 1 0 0,1 1 0 0 0,-1 1 0 0 0,1-1 0 0 0,-1 1-1 0 0,1-1 1 0 0,-1 1 0 0 0,5 2 0 0 0,4 2-1588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05.7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140 12 128 0 0,'1'0'357'0'0,"-1"0"0"0"0,1-1 1 0 0,-1 1-1 0 0,1 0 0 0 0,-1-1 0 0 0,1 1 1 0 0,0 0-1 0 0,-1 0 0 0 0,1-1 0 0 0,0 1 1 0 0,-1 0-1 0 0,1 0 0 0 0,0 0 0 0 0,-1 0 1 0 0,1 0-1 0 0,0 0 0 0 0,-1 0 0 0 0,1 0 1 0 0,-1 0-1 0 0,1 0 0 0 0,0 1 0 0 0,-1-1 0 0 0,1 0 1 0 0,0 0-1 0 0,-1 0 0 0 0,1 1 0 0 0,20 14 1822 0 0,-16-9-2108 0 0,0 0 0 0 0,0 0 0 0 0,-1 1 0 0 0,6 8-1 0 0,-9-12 25 0 0,0 1-1 0 0,1-1 0 0 0,-1 0 0 0 0,0 1 0 0 0,-1-1 1 0 0,1 0-1 0 0,-1 1 0 0 0,1-1 0 0 0,-1 1 0 0 0,0-1 1 0 0,0 1-1 0 0,-1-1 0 0 0,1 1 0 0 0,-1-1 0 0 0,0 0 1 0 0,-2 7-1 0 0,1-4 43 0 0,-1 0 0 0 0,0 0 1 0 0,-1-1-1 0 0,1 1 0 0 0,-1-1 1 0 0,0 0-1 0 0,-1 0 0 0 0,-7 7 1 0 0,3-4-20 0 0,-1 0 1 0 0,0 0 0 0 0,0-1-1 0 0,-1-1 1 0 0,0 0 0 0 0,0 0-1 0 0,-1-1 1 0 0,-22 7-1 0 0,32-12-115 0 0,0 1-1 0 0,1-1 0 0 0,-1 1 1 0 0,0-1-1 0 0,1 0 0 0 0,-1 0 1 0 0,0 0-1 0 0,1 0 0 0 0,-1 0 0 0 0,0 0 1 0 0,1 0-1 0 0,-1-1 0 0 0,0 1 1 0 0,1 0-1 0 0,-1-1 0 0 0,1 1 0 0 0,-1-1 1 0 0,0 0-1 0 0,1 0 0 0 0,0 1 1 0 0,-1-1-1 0 0,1 0 0 0 0,-3-2 1 0 0,3 1-7 0 0,0 0 1 0 0,0 0 0 0 0,0 0 0 0 0,0 0 0 0 0,0 0 0 0 0,0-1 0 0 0,0 1 0 0 0,1 0 0 0 0,-1 0 0 0 0,1-1 0 0 0,0 1 0 0 0,0 0 0 0 0,0-1 0 0 0,0-3 0 0 0,1-7-63 0 0,1 1 0 0 0,1-1 0 0 0,0 1 0 0 0,9-23 0 0 0,-7 22-208 0 0,0 1 0 0 0,1-1-1 0 0,1 2 1 0 0,11-17-1 0 0,-14 24-258 0 0,-1-1-1 0 0,1 1 1 0 0,0 0 0 0 0,1 0-1 0 0,6-5 1 0 0,-7 7-247 0 0,-1 0 1 0 0,0 1-1 0 0,1-1 0 0 0,0 1 1 0 0,-1-1-1 0 0,1 1 1 0 0,0 0-1 0 0,-1 0 1 0 0,6 0-1 0 0,4 1-1491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06.0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176 1 1528 0 0,'-4'0'789'0'0,"1"0"-1"0"0,-1 0 0 0 0,1 1 1 0 0,0 0-1 0 0,-1 0 1 0 0,1 0-1 0 0,0 0 0 0 0,-1 0 1 0 0,1 1-1 0 0,-4 2 1 0 0,1 0-209 0 0,-1 1 1 0 0,1-1 0 0 0,1 1 0 0 0,-8 8 0 0 0,1 2-11 0 0,-1 1 1 0 0,-16 28 0 0 0,28-41-503 0 0,-32 59 873 0 0,32-59-908 0 0,-1 0 0 0 0,1 0 1 0 0,0 1-1 0 0,0-1 0 0 0,0 0 0 0 0,0 1 1 0 0,1-1-1 0 0,-1 1 0 0 0,1-1 0 0 0,0 0 1 0 0,0 1-1 0 0,0-1 0 0 0,1 1 0 0 0,-1-1 0 0 0,1 1 1 0 0,-1-1-1 0 0,3 4 0 0 0,-2-5-31 0 0,0-1 1 0 0,0 0-1 0 0,1 1 0 0 0,-1-1 0 0 0,1 0 1 0 0,-1 0-1 0 0,1 0 0 0 0,-1 0 0 0 0,1 0 0 0 0,0 0 1 0 0,-1 0-1 0 0,1 0 0 0 0,0-1 0 0 0,-1 1 1 0 0,1-1-1 0 0,0 1 0 0 0,0-1 0 0 0,0 0 1 0 0,0 0-1 0 0,0 0 0 0 0,-1 0 0 0 0,1 0 0 0 0,0 0 1 0 0,0 0-1 0 0,0-1 0 0 0,0 1 0 0 0,-1-1 1 0 0,3 0-1 0 0,9-2-74 0 0,-1-1 1 0 0,22-11 0 0 0,-28 12 31 0 0,8-3-90 0 0,-1-1 0 0 0,0 0-1 0 0,-1-1 1 0 0,0-1-1 0 0,22-19 1 0 0,-31 25 109 0 0,1 0 1 0 0,-1 0 0 0 0,0 0-1 0 0,0-1 1 0 0,0 0 0 0 0,-1 1-1 0 0,1-1 1 0 0,-1 0 0 0 0,0 0-1 0 0,0-1 1 0 0,0 1 0 0 0,-1 0-1 0 0,0-1 1 0 0,1 1-1 0 0,-2 0 1 0 0,1-1 0 0 0,0 0-1 0 0,-1 1 1 0 0,0-1 0 0 0,0 1-1 0 0,0-1 1 0 0,-2-8 0 0 0,-3 3 35 0 0,2 19 105 0 0,2 17 61 0 0,2-19-163 0 0,0 1 0 0 0,1-1 1 0 0,0-1-1 0 0,0 1 0 0 0,1 0 0 0 0,0 0 1 0 0,0-1-1 0 0,0 0 0 0 0,1 0 1 0 0,8 11-1 0 0,-9-14-324 0 0,0 0-1 0 0,1 1 1 0 0,-1-2 0 0 0,1 1 0 0 0,-1 0 0 0 0,1-1-1 0 0,6 4 1 0 0,-6-5-658 0 0,1 1 0 0 0,-1 0 1 0 0,1-1-1 0 0,-1 0 0 0 0,1 0 0 0 0,0-1 0 0 0,8 1 0 0 0,-2-1-1306 0 0,-1 0-37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06.4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44 200 0 0,'-7'-22'4713'0'0,"1"0"3525"0"0,16 38-5393 0 0,14 36-1810 0 0,10 16-14 0 0,27 84-1 0 0,-56-137-951 0 0,1 1 24 0 0,-1-1 1 0 0,-1 1-1 0 0,0 1 1 0 0,-1-1-1 0 0,1 20 1 0 0,-4-32-72 0 0,0 1-1 0 0,0-1 1 0 0,-1 1 0 0 0,0-1 0 0 0,0 1 0 0 0,0-1-1 0 0,0 0 1 0 0,0 1 0 0 0,-1-1 0 0 0,0 0 0 0 0,0 0-1 0 0,0 0 1 0 0,-1 0 0 0 0,1-1 0 0 0,-1 1-1 0 0,0-1 1 0 0,0 1 0 0 0,0-1 0 0 0,0 0 0 0 0,-1 0-1 0 0,1 0 1 0 0,-1-1 0 0 0,1 1 0 0 0,-6 2 0 0 0,6-4-38 0 0,0 1 0 0 0,1-1 0 0 0,-1 1 0 0 0,0-1 0 0 0,0 0 0 0 0,0 0 0 0 0,-1 0 0 0 0,1-1 0 0 0,0 1 0 0 0,0-1 0 0 0,0 0 0 0 0,0 0 0 0 0,-1 0 0 0 0,1 0 0 0 0,0 0 0 0 0,0-1 0 0 0,-6-1 0 0 0,7 1-13 0 0,0 0 1 0 0,0 0 0 0 0,0 0 0 0 0,1-1 0 0 0,-1 1 0 0 0,0 0 0 0 0,1-1-1 0 0,-1 1 1 0 0,1-1 0 0 0,-1 0 0 0 0,1 1 0 0 0,0-1 0 0 0,-1 0 0 0 0,1 0-1 0 0,0 0 1 0 0,0 0 0 0 0,1 0 0 0 0,-1 0 0 0 0,0 0 0 0 0,1 0-1 0 0,-1-1 1 0 0,1 1 0 0 0,-1 0 0 0 0,1 0 0 0 0,0 0 0 0 0,0 0 0 0 0,1-3-1 0 0,-2-1-42 0 0,1 0 0 0 0,1 1-1 0 0,-1-1 1 0 0,1 0-1 0 0,0 1 1 0 0,1-1 0 0 0,-1 0-1 0 0,1 1 1 0 0,0 0-1 0 0,0-1 1 0 0,1 1 0 0 0,-1 0-1 0 0,1 0 1 0 0,0 0-1 0 0,1 1 1 0 0,-1-1 0 0 0,1 1-1 0 0,0-1 1 0 0,0 1 0 0 0,0 1-1 0 0,1-1 1 0 0,0 0-1 0 0,-1 1 1 0 0,1 0 0 0 0,0 0-1 0 0,0 1 1 0 0,1-1-1 0 0,-1 1 1 0 0,0 0 0 0 0,1 1-1 0 0,-1-1 1 0 0,1 1-1 0 0,0 0 1 0 0,0 0 0 0 0,7 1-1 0 0,20-1-4238 0 0,3-1-3854 0 0,-26 2 5606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0.1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550 639 676 0 0,'-11'-23'2189'0'0,"7"14"-1675"0"0,-1-1 0 0 0,1 1 0 0 0,1-1 0 0 0,-4-15 0 0 0,6 20-467 0 0,1 1 0 0 0,0-1 0 0 0,0 1 0 0 0,0-1 0 0 0,1 0 0 0 0,-1 1 0 0 0,1-1-1 0 0,0 1 1 0 0,0 0 0 0 0,1-1 0 0 0,-1 1 0 0 0,1 0 0 0 0,4-8 0 0 0,7-6 109 0 0,0 1 1 0 0,1 0-1 0 0,1 1 1 0 0,1 1-1 0 0,0 0 1 0 0,21-14-1 0 0,24-17 355 0 0,2 2 0 0 0,1 4 0 0 0,3 2 0 0 0,1 3-1 0 0,1 4 1 0 0,2 2 0 0 0,98-26 0 0 0,-131 45-351 0 0,-1 1 0 0 0,1 2 0 0 0,0 2 1 0 0,71-1-1 0 0,-98 6-119 0 0,1 0-1 0 0,-1 2 1 0 0,1-1 0 0 0,-1 1-1 0 0,1 1 1 0 0,-1 0 0 0 0,0 0-1 0 0,0 1 1 0 0,-1 1 0 0 0,1 0-1 0 0,-1 0 1 0 0,0 1 0 0 0,0 1-1 0 0,-1-1 1 0 0,1 1 0 0 0,-2 1-1 0 0,1 0 1 0 0,-1 0 0 0 0,0 1 0 0 0,9 13-1 0 0,-3 1 61 0 0,-1 1-1 0 0,-1 0 0 0 0,-1 1 1 0 0,-2 0-1 0 0,0 1 1 0 0,7 40-1 0 0,-5-10 74 0 0,-4 1-1 0 0,2 60 1 0 0,-9-84-104 0 0,-2 1 0 0 0,-1-1 0 0 0,-1 0 0 0 0,-2 0 0 0 0,-1 0 0 0 0,-2-1 1 0 0,-1 0-1 0 0,-1 0 0 0 0,-2-1 0 0 0,-1-1 0 0 0,-2 0 0 0 0,0-1 0 0 0,-2-1 1 0 0,-41 49-1 0 0,8-20-52 0 0,-2-2-1 0 0,-2-3 1 0 0,-82 60 0 0 0,-205 108 52 0 0,73-81 206 0 0,234-125-179 0 0,-1 0 1 0 0,0-3-1 0 0,-1-1 0 0 0,0-1 0 0 0,-73 6 0 0 0,95-15-55 0 0,-1 0 0 0 0,1-1 0 0 0,0 0 0 0 0,0-1 0 0 0,0-1 0 0 0,0-1 0 0 0,1 0 0 0 0,-1 0 0 0 0,1-2 0 0 0,-20-9 0 0 0,16 4-33 0 0,1 0 0 0 0,0-1 1 0 0,0 0-1 0 0,1-1 0 0 0,1-1 0 0 0,1-1 1 0 0,-15-17-1 0 0,8 4 24 0 0,1-1-1 0 0,1 0 1 0 0,2-2 0 0 0,1 0-1 0 0,1-1 1 0 0,2 0 0 0 0,2-1-1 0 0,-15-66 1 0 0,22 79 6 0 0,2 0 0 0 0,0 0 1 0 0,2 0-1 0 0,0-1 0 0 0,1 1 0 0 0,1 0 0 0 0,1 0 1 0 0,0 0-1 0 0,2 0 0 0 0,0 1 0 0 0,2 0 1 0 0,0 0-1 0 0,1 0 0 0 0,0 1 0 0 0,2 0 1 0 0,12-18-1 0 0,5-1-67 0 0,1 2-1 0 0,1 1 1 0 0,2 1 0 0 0,1 1 0 0 0,2 2-1 0 0,44-31 1 0 0,-27 26-435 0 0,0 1 0 0 0,2 3-1 0 0,1 2 1 0 0,82-30 0 0 0,-95 44-1071 0 0,1 2 0 0 0,0 2 0 0 0,1 2 0 0 0,0 1 0 0 0,0 3 0 0 0,87 0 0 0 0,-69 9-908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0.9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54 1812 0 0,'-1'0'144'0'0,"1"0"1"0"0,0 0-1 0 0,0 0 0 0 0,0-1 1 0 0,0 1-1 0 0,0 0 0 0 0,0 0 1 0 0,-1 0-1 0 0,1-1 0 0 0,0 1 1 0 0,0 0-1 0 0,0 0 0 0 0,0-1 1 0 0,0 1-1 0 0,0 0 0 0 0,0 0 0 0 0,0 0 1 0 0,0-1-1 0 0,0 1 0 0 0,0 0 1 0 0,0 0-1 0 0,0-1 0 0 0,0 1 1 0 0,0 0-1 0 0,0 0 0 0 0,0-1 1 0 0,1 1-1 0 0,-1 0 0 0 0,0 0 0 0 0,0 0 1 0 0,0-1-1 0 0,0 1 0 0 0,0 0 1 0 0,0 0-1 0 0,1 0 0 0 0,-1 0 1 0 0,0-1-1 0 0,0 1 0 0 0,0 0 1 0 0,1 0-1 0 0,-1 0 0 0 0,14-9 1816 0 0,18-4-962 0 0,-5 6-410 0 0,1 1-1 0 0,0 2 1 0 0,44-3-1 0 0,87 8 626 0 0,-130-1-1009 0 0,503 59 1578 0 0,-249-18-1333 0 0,408 10 375 0 0,-601-51-1374 0 0,-89 0 233 0 0,11-16-13545 0 0,-11 11 11486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1.3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114 2 1156 0 0,'5'-1'10543'0'0,"8"0"-8481"0"0,0 6-1381 0 0,1 0 0 0 0,-1 0-1 0 0,0 1 1 0 0,21 14 0 0 0,8 4 282 0 0,-5-5-491 0 0,-1 1 1 0 0,-1 2 0 0 0,-1 1 0 0 0,43 39-1 0 0,-76-62-450 0 0,0 1-1 0 0,-1 0 1 0 0,1 0-1 0 0,0-1 1 0 0,0 1 0 0 0,-1 0-1 0 0,1 0 1 0 0,-1 0-1 0 0,1 0 1 0 0,-1-1-1 0 0,1 1 1 0 0,-1 0 0 0 0,1 0-1 0 0,-1 0 1 0 0,0 0-1 0 0,1 0 1 0 0,-1 0-1 0 0,0 0 1 0 0,0 1 0 0 0,0-1-1 0 0,0 0 1 0 0,0 0-1 0 0,0 0 1 0 0,0 0-1 0 0,0 0 1 0 0,0 0-1 0 0,-1 0 1 0 0,1 0 0 0 0,0 0-1 0 0,-1 0 1 0 0,1 0-1 0 0,0 0 1 0 0,-1 0-1 0 0,1 0 1 0 0,-1 0 0 0 0,0-1-1 0 0,1 1 1 0 0,-1 0-1 0 0,0 0 1 0 0,0 0-1 0 0,1-1 1 0 0,-1 1 0 0 0,0 0-1 0 0,0-1 1 0 0,0 1-1 0 0,-1 0 1 0 0,-8 5 62 0 0,0 0 0 0 0,0 0 1 0 0,-18 6-1 0 0,9-4-71 0 0,-16 10-421 0 0,-160 88-1654 0 0,169-89-438 0 0,-36 33 1 0 0,47-36-215 0 0,1 1 0 0 0,0 0 0 0 0,-15 23 0 0 0,20-24-24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2.3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189 89 816 0 0,'3'-5'900'0'0,"-1"0"-1"0"0,0 0 1 0 0,-1-1 0 0 0,1 1-1 0 0,-1 0 1 0 0,0-1-1 0 0,-1 1 1 0 0,1-1 0 0 0,-1 0-1 0 0,0 1 1 0 0,0-1-1 0 0,-1 1 1 0 0,-1-8 0 0 0,2 13-845 0 0,-1-1-1 0 0,1 1 1 0 0,-1-1 0 0 0,1 1 0 0 0,-1-1 0 0 0,0 1 0 0 0,1 0 0 0 0,-1-1 0 0 0,1 1 0 0 0,-1 0 0 0 0,0 0 0 0 0,1-1 0 0 0,-1 1 0 0 0,0 0 0 0 0,0 0 0 0 0,1 0 0 0 0,-1 0 0 0 0,0 0 0 0 0,1 0 0 0 0,-1 0 0 0 0,0 0 0 0 0,1 0 0 0 0,-1 0 0 0 0,0 0 0 0 0,1 1 0 0 0,-1-1-1 0 0,0 0 1 0 0,1 0 0 0 0,-1 1 0 0 0,0-1 0 0 0,1 0 0 0 0,-1 1 0 0 0,1-1 0 0 0,-2 1 0 0 0,-21 14 456 0 0,16-8-468 0 0,0 0-1 0 0,1 0 0 0 0,0 1 0 0 0,0 0 0 0 0,0 1 0 0 0,1-1 0 0 0,1 1 0 0 0,-1 0 0 0 0,1 0 0 0 0,1 0 0 0 0,0 1 0 0 0,0-1 1 0 0,1 1-1 0 0,0 0 0 0 0,0-1 0 0 0,1 1 0 0 0,1 0 0 0 0,0 0 0 0 0,0 0 0 0 0,1 0 0 0 0,0 0 0 0 0,0 0 0 0 0,1-1 0 0 0,6 17 1 0 0,28 75 52 0 0,-22-68 14 0 0,-2 1 1 0 0,11 49 0 0 0,-22-76-185 0 0,0-1 0 0 0,0 1 0 0 0,-1-1 0 0 0,0 1 0 0 0,0-1 0 0 0,0 1 0 0 0,-1-1 0 0 0,0 1 0 0 0,0-1 0 0 0,-1 1 0 0 0,0-1 0 0 0,0 0 0 0 0,0 0 0 0 0,-1 0 0 0 0,0 0 0 0 0,0 0 0 0 0,0-1 0 0 0,-1 1 1 0 0,0-1-1 0 0,0 0 0 0 0,0 0 0 0 0,-8 7 0 0 0,6-7-745 0 0,-1-1 1 0 0,1 0 0 0 0,0 0-1 0 0,-1 0 1 0 0,0-1-1 0 0,0 0 1 0 0,0 0 0 0 0,0-1-1 0 0,-1 0 1 0 0,1 0 0 0 0,-1 0-1 0 0,-11 0 1 0 0,4-2-1424 0 0,2 0-16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2.9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0 349 1272 0 0,'10'-8'1676'0'0,"0"0"1"0"0,1 1-1 0 0,-1 0 0 0 0,15-6 0 0 0,11-3-1307 0 0,43-13-1 0 0,-17 7 53 0 0,-13 3-150 0 0,0 2-1 0 0,2 3 1 0 0,-1 1-1 0 0,84-9 1 0 0,-123 21-29 0 0,0 1 0 0 0,1 0 0 0 0,-1 1 0 0 0,0 0 0 0 0,19 5 0 0 0,-25-5-174 0 0,0 1-1 0 0,-1-1 1 0 0,0 1-1 0 0,1 0 1 0 0,-1 0-1 0 0,0 1 1 0 0,0-1-1 0 0,0 1 1 0 0,0 0-1 0 0,-1 0 1 0 0,1 0-1 0 0,-1 0 0 0 0,0 1 1 0 0,0 0-1 0 0,0-1 1 0 0,4 7-1 0 0,0 2 7 0 0,-3-5-14 0 0,0 1 0 0 0,0-1 0 0 0,-1 1 0 0 0,5 13 0 0 0,-7-18-43 0 0,-1-1-1 0 0,0 1 0 0 0,1-1 0 0 0,-1 1 1 0 0,0-1-1 0 0,0 1 0 0 0,0 0 0 0 0,-1-1 1 0 0,1 1-1 0 0,-1-1 0 0 0,1 1 0 0 0,-1-1 0 0 0,0 1 1 0 0,0-1-1 0 0,0 1 0 0 0,0-1 0 0 0,0 0 1 0 0,-1 0-1 0 0,-2 4 0 0 0,-4 4 36 0 0,0-1 0 0 0,-1 0 0 0 0,-1-1 0 0 0,1 0 0 0 0,-1 0 0 0 0,0-1 0 0 0,-1 0 0 0 0,0-1 0 0 0,0 0 0 0 0,0-1 0 0 0,-1 0 0 0 0,0-1 0 0 0,0 0 0 0 0,0-1 0 0 0,0 0 0 0 0,0-1 0 0 0,-17 1 0 0 0,27-3-47 0 0,0 0 1 0 0,0 0 0 0 0,0 0 0 0 0,1 0-1 0 0,-1 0 1 0 0,0 0 0 0 0,0-1 0 0 0,0 1-1 0 0,1-1 1 0 0,-1 1 0 0 0,0-1 0 0 0,0 0-1 0 0,1 1 1 0 0,-1-1 0 0 0,1 0 0 0 0,-1 0-1 0 0,1 0 1 0 0,-1 0 0 0 0,1-1 0 0 0,0 1-1 0 0,-1 0 1 0 0,1-1 0 0 0,0 1 0 0 0,0 0-1 0 0,0-1 1 0 0,0 0 0 0 0,0 1 0 0 0,0-1-1 0 0,0 1 1 0 0,1-1 0 0 0,-1 0 0 0 0,1 0-1 0 0,-1 1 1 0 0,1-1 0 0 0,-1 0 0 0 0,1 0-1 0 0,0 0 1 0 0,0 1 0 0 0,0-1 0 0 0,0 0-1 0 0,0 0 1 0 0,1 0 0 0 0,-1 0 0 0 0,1-2 0 0 0,2-10 1 0 0,1 0 1 0 0,0 0 0 0 0,1 0 0 0 0,9-17 0 0 0,-11 24-15 0 0,5-10-128 0 0,1 0 1 0 0,1 1-1 0 0,0 1 1 0 0,1-1-1 0 0,1 2 1 0 0,0 0-1 0 0,1 0 1 0 0,1 1-1 0 0,0 0 1 0 0,0 2-1 0 0,1-1 1 0 0,27-14-1 0 0,-22 15-261 0 0,2 1-1 0 0,-1 1 1 0 0,1 1-1 0 0,0 0 1 0 0,1 2-1 0 0,0 1 1 0 0,0 0 0 0 0,0 2-1 0 0,41-1 1 0 0,-43 4 398 0 0,1 1 1 0 0,0 1-1 0 0,0 1 1 0 0,39 11-1 0 0,-54-12 115 0 0,1 1 1 0 0,-1 0-1 0 0,0 0 0 0 0,0 1 1 0 0,-1-1-1 0 0,1 2 0 0 0,10 7 1 0 0,-14-9-21 0 0,0 1 0 0 0,0-1 0 0 0,0 0 0 0 0,-1 1 0 0 0,1-1 1 0 0,-1 1-1 0 0,0 0 0 0 0,0 0 0 0 0,0 0 0 0 0,0 0 0 0 0,-1 0 0 0 0,0 0 1 0 0,0 1-1 0 0,1 6 0 0 0,-2-6-41 0 0,0-1 0 0 0,0 1 0 0 0,-1 0 1 0 0,1-1-1 0 0,-1 1 0 0 0,-1 0 0 0 0,1-1 0 0 0,-1 1 0 0 0,1-1 1 0 0,-1 0-1 0 0,-1 0 0 0 0,1 1 0 0 0,0-1 0 0 0,-1-1 0 0 0,0 1 0 0 0,0 0 1 0 0,0-1-1 0 0,0 1 0 0 0,-1-1 0 0 0,-3 3 0 0 0,-7 5 8 0 0,1-1-1 0 0,-1 0 0 0 0,-1-1 1 0 0,-20 9-1 0 0,13-7-22 0 0,-1-1-1 0 0,-29 8 1 0 0,46-16-24 0 0,-1-1-1 0 0,1 1 1 0 0,-1-1 0 0 0,1 0 0 0 0,-1-1 0 0 0,1 1 0 0 0,-1-1-1 0 0,0-1 1 0 0,1 1 0 0 0,-1-1 0 0 0,1 0 0 0 0,-1-1 0 0 0,-8-3-1 0 0,13 4-10 0 0,0 0-1 0 0,0 0 0 0 0,1 0 1 0 0,-1 0-1 0 0,0-1 0 0 0,1 1 1 0 0,-1-1-1 0 0,1 1 0 0 0,0-1 1 0 0,-1 0-1 0 0,1 0 0 0 0,0 1 1 0 0,0-1-1 0 0,0 0 0 0 0,0 0 1 0 0,0 0-1 0 0,1 0 0 0 0,-1 0 1 0 0,1 0-1 0 0,-1 0 0 0 0,1 0 1 0 0,0 0-1 0 0,0 0 0 0 0,-1-1 1 0 0,1 1-1 0 0,1 0 0 0 0,-1 0 1 0 0,0 0-1 0 0,1 0 0 0 0,-1 0 1 0 0,1 0-1 0 0,1-4 0 0 0,2-6-12 0 0,0-1 0 0 0,1 1 0 0 0,12-20 0 0 0,-16 30 2 0 0,8-13-238 0 0,1 0 0 0 0,0 2-1 0 0,1-1 1 0 0,1 1 0 0 0,0 1 0 0 0,0 0-1 0 0,1 0 1 0 0,17-11 0 0 0,-13 12-2003 0 0,0 1 1 0 0,1 0 0 0 0,33-13-1 0 0,-35 18 53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3.3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 52 1888 0 0,'-4'-6'1673'0'0,"0"0"0"0"0,0 0 0 0 0,-1 1-1 0 0,0-1 1 0 0,0 1 0 0 0,0 0 0 0 0,-11-7 0 0 0,16 12-1636 0 0,-1 0 1 0 0,1 0-1 0 0,0 0 1 0 0,0 0-1 0 0,0 0 1 0 0,-1 0-1 0 0,1 0 1 0 0,0-1 0 0 0,0 1-1 0 0,-1 0 1 0 0,1 0-1 0 0,0 0 1 0 0,0 0-1 0 0,0 0 1 0 0,-1 0-1 0 0,1 0 1 0 0,0 0-1 0 0,0 0 1 0 0,-1 0-1 0 0,1 0 1 0 0,0 0 0 0 0,0 1-1 0 0,-1-1 1 0 0,1 0-1 0 0,0 0 1 0 0,0 0-1 0 0,0 0 1 0 0,-1 0-1 0 0,1 0 1 0 0,0 0-1 0 0,0 1 1 0 0,0-1-1 0 0,0 0 1 0 0,-1 0 0 0 0,1 0-1 0 0,0 0 1 0 0,0 1-1 0 0,0-1 1 0 0,-4 13 589 0 0,2 17-301 0 0,2-29-234 0 0,11 281 1325 0 0,-1 0-5169 0 0,-9-263 1683 0 0,-1-13 551 0 0,1 0 0 0 0,-1 0 0 0 0,0-1 1 0 0,-1 1-1 0 0,1 0 0 0 0,-4 9 0 0 0,2-9-977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3.7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1 182 1716 0 0,'16'-15'6103'0'0,"8"5"-3717"0"0,32 3-2545 0 0,-33 4 643 0 0,-21 3-476 0 0,98-14 397 0 0,117-2 0 0 0,-213 15-287 0 0,1 1 0 0 0,-1 0-1 0 0,1 1 1 0 0,0-1-1 0 0,-1 1 1 0 0,1 0 0 0 0,-1 0-1 0 0,0 0 1 0 0,1 0 0 0 0,-1 1-1 0 0,0 0 1 0 0,6 3-1 0 0,-9-4 9 0 0,1 1 0 0 0,0 0 0 0 0,0 0 0 0 0,-1 0 0 0 0,0 1 0 0 0,1-1 0 0 0,-1 0 0 0 0,0 1 0 0 0,0-1 0 0 0,0 0 0 0 0,0 1 0 0 0,0-1 0 0 0,-1 1 0 0 0,1 0 0 0 0,-1-1 0 0 0,0 1-1 0 0,1-1 1 0 0,-1 1 0 0 0,0 0 0 0 0,-1-1 0 0 0,1 1 0 0 0,-1 3 0 0 0,-8 165 2174 0 0,3-26-1912 0 0,6-145-388 0 0,-7 60 98 0 0,6-55-67 0 0,0 1-1 0 0,-1-1 1 0 0,1 1 0 0 0,-1-1-1 0 0,0 0 1 0 0,0 0 0 0 0,-1 0-1 0 0,-5 9 1 0 0,8-13-36 0 0,-1-1 0 0 0,1 1 0 0 0,-1 0 0 0 0,0 0 0 0 0,1-1 0 0 0,-1 1 0 0 0,1 0 0 0 0,-1-1 0 0 0,0 1 0 0 0,0 0 0 0 0,1-1 0 0 0,-1 1 0 0 0,0-1 0 0 0,0 1 0 0 0,0-1 0 0 0,1 0 0 0 0,-1 1 0 0 0,0-1 0 0 0,0 0 0 0 0,0 0 0 0 0,0 1 0 0 0,0-1 0 0 0,0 0 0 0 0,0 0-1 0 0,0 0 1 0 0,0 0 0 0 0,0 0 0 0 0,0 0 0 0 0,1-1 0 0 0,-2 1 0 0 0,0-1-28 0 0,1 0 0 0 0,-1 0 0 0 0,1-1 0 0 0,0 1-1 0 0,0 0 1 0 0,-1-1 0 0 0,1 1 0 0 0,0-1-1 0 0,0 1 1 0 0,1-1 0 0 0,-1 0 0 0 0,0 1-1 0 0,0-1 1 0 0,0-2 0 0 0,-2-6-131 0 0,0 0-1 0 0,1 0 1 0 0,1 0 0 0 0,-2-17-1 0 0,4-28-27 0 0,2 0 0 0 0,16-89 0 0 0,-13 118 153 0 0,0 0-1 0 0,2 0 1 0 0,1 1-1 0 0,0 0 1 0 0,2 0 0 0 0,1 1-1 0 0,23-34 1 0 0,-31 54 21 0 0,-1-1-1 0 0,1 1 1 0 0,-1 0 0 0 0,1 1-1 0 0,0-1 1 0 0,1 1 0 0 0,-1-1 0 0 0,0 1-1 0 0,1 1 1 0 0,0-1 0 0 0,0 1-1 0 0,0-1 1 0 0,0 1 0 0 0,0 1 0 0 0,0-1-1 0 0,7 0 1 0 0,-9 1 15 0 0,-1 1-1 0 0,1 0 1 0 0,0 0-1 0 0,-1 1 1 0 0,1-1 0 0 0,-1 0-1 0 0,1 1 1 0 0,0 0-1 0 0,-1-1 1 0 0,1 1 0 0 0,-1 0-1 0 0,0 0 1 0 0,1 1-1 0 0,-1-1 1 0 0,0 0 0 0 0,0 1-1 0 0,1-1 1 0 0,-1 1-1 0 0,0 0 1 0 0,-1 0 0 0 0,1 0-1 0 0,0 0 1 0 0,-1 0-1 0 0,1 0 1 0 0,-1 0 0 0 0,1 0-1 0 0,-1 1 1 0 0,0-1-1 0 0,0 1 1 0 0,0-1-1 0 0,0 1 1 0 0,-1-1 0 0 0,1 1-1 0 0,0-1 1 0 0,-1 4-1 0 0,1 3 33 0 0,0 0-1 0 0,-1 0 0 0 0,0 1 0 0 0,0-1 0 0 0,-1 0 0 0 0,0 0 0 0 0,-1 0 0 0 0,0 0 1 0 0,0 0-1 0 0,-1 0 0 0 0,0-1 0 0 0,-1 1 0 0 0,0-1 0 0 0,0 0 0 0 0,-1 0 0 0 0,-7 10 1 0 0,-2 2 76 0 0,-1-1 0 0 0,-1 0 1 0 0,-1-1-1 0 0,-36 30 0 0 0,47-44-90 0 0,0 0-1 0 0,0 0 1 0 0,-1-1-1 0 0,1 1 1 0 0,-8 1-1 0 0,14-4-38 0 0,-1-1-1 0 0,0 1 0 0 0,1-1 0 0 0,-1 0 0 0 0,0 1 0 0 0,0-1 0 0 0,1 0 0 0 0,-1 1 0 0 0,0-1 0 0 0,0 0 0 0 0,0 0 0 0 0,1 0 0 0 0,-1 0 0 0 0,0 0 0 0 0,0 0 0 0 0,0 0 1 0 0,1 0-1 0 0,-1 0 0 0 0,0 0 0 0 0,0-1 0 0 0,0 1 0 0 0,1 0 0 0 0,-1 0 0 0 0,0-1 0 0 0,0 1 0 0 0,1 0 0 0 0,-1-1 0 0 0,0 1 0 0 0,1-1 0 0 0,-1 1 0 0 0,1-1 0 0 0,-1 1 1 0 0,0-1-1 0 0,1 0 0 0 0,-1 1 0 0 0,1-1 0 0 0,-1 0 0 0 0,1 1 0 0 0,0-1 0 0 0,-1 0 0 0 0,1 1 0 0 0,0-1 0 0 0,-1 0 0 0 0,1 0 0 0 0,0 1 0 0 0,0-1 0 0 0,0 0 0 0 0,0 0 1 0 0,0 0-1 0 0,0 1 0 0 0,0-1 0 0 0,0 0 0 0 0,0 0 0 0 0,0 0 0 0 0,0 1 0 0 0,0-1 0 0 0,1 0 0 0 0,-1-1 0 0 0,3-8-1054 0 0,-1 1 0 0 0,1-1 0 0 0,1 1 0 0 0,0 0 0 0 0,0 0 0 0 0,1 0 0 0 0,0 1 0 0 0,0 0 0 0 0,1 0 0 0 0,0 0 0 0 0,14-13 0 0 0,-7 7-1213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4.0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297 1 672 0 0,'-19'8'6271'0'0,"-9"21"-2588"0"0,18-17-2897 0 0,-61 56 1483 0 0,19-19-888 0 0,-53 65 1 0 0,104-113-1371 0 0,0 0 0 0 0,0 0 0 0 0,0 0 0 0 0,0 0 1 0 0,0 0-1 0 0,1 0 0 0 0,-1 0 0 0 0,0 0 1 0 0,1 0-1 0 0,-1 0 0 0 0,1 0 0 0 0,-1 0 0 0 0,1 1 1 0 0,0-1-1 0 0,-1 0 0 0 0,1 0 0 0 0,0 0 1 0 0,0 1-1 0 0,0-1 0 0 0,0 0 0 0 0,0 0 0 0 0,0 1 1 0 0,0-1-1 0 0,1 2 0 0 0,0-2-12 0 0,-1-1-1 0 0,1 1 0 0 0,0 0 1 0 0,0 0-1 0 0,0 0 1 0 0,0-1-1 0 0,0 1 1 0 0,1-1-1 0 0,-1 1 1 0 0,0-1-1 0 0,0 1 0 0 0,0-1 1 0 0,0 0-1 0 0,1 1 1 0 0,-1-1-1 0 0,0 0 1 0 0,0 0-1 0 0,1 0 0 0 0,0 0 1 0 0,9 0-127 0 0,0-1-1 0 0,0 0 1 0 0,21-5-1 0 0,-23 4-23 0 0,0-1 0 0 0,0 0-1 0 0,0-1 1 0 0,-1 0 0 0 0,0 0-1 0 0,1-1 1 0 0,-1 0 0 0 0,-1 0-1 0 0,14-13 1 0 0,-8 5-68 0 0,0-1 0 0 0,-1 0 0 0 0,18-31 0 0 0,-26 39 188 0 0,-3 4 46 0 0,0 0 1 0 0,0 0 0 0 0,0 0 0 0 0,1 0-1 0 0,-1 1 1 0 0,0-1 0 0 0,1 0 0 0 0,0 1-1 0 0,-1-1 1 0 0,3-1 0 0 0,3 7 197 0 0,-1 14-8 0 0,6 45 101 0 0,-10-45-519 0 0,2-1-1 0 0,-1 0 1 0 0,11 29 0 0 0,-11-41-288 0 0,-1 0 0 0 0,1 1 0 0 0,0-1 0 0 0,1-1 0 0 0,-1 1 0 0 0,5 5 0 0 0,-4-7-287 0 0,0 1-1 0 0,0-1 1 0 0,0 0-1 0 0,0 0 1 0 0,0 0-1 0 0,1 0 1 0 0,-1-1-1 0 0,6 2 1 0 0,2-1-1470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4.4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87 1164 0 0,'0'-7'1095'0'0,"0"-2"179"0"0,0 1 0 0 0,0-1 0 0 0,0 1 0 0 0,-1-1 0 0 0,-1 1 0 0 0,1 0 0 0 0,-5-13-1 0 0,-2 48 1137 0 0,5 2-2055 0 0,1-1-1 0 0,1 0 1 0 0,2 0 0 0 0,1 0-1 0 0,9 44 1 0 0,-9-53-241 0 0,4 11 123 0 0,16 48-1 0 0,-14-58-734 0 0,-2 1-1 0 0,-1 0 1 0 0,0 0 0 0 0,2 44-1 0 0,-11-35-3136 0 0,4-28 3101 0 0,-1 0 0 0 0,0 0-1 0 0,0 0 1 0 0,0 0-1 0 0,0 0 1 0 0,0 0 0 0 0,0-1-1 0 0,0 1 1 0 0,-1 0-1 0 0,1-1 1 0 0,-1 1-1 0 0,-1 1 1 0 0,-5 2-1887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4.7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0 460 1060 0 0,'8'-8'887'0'0,"-1"0"0"0"0,1 1 0 0 0,0 0 0 0 0,13-8 0 0 0,5-2-623 0 0,39-17 1 0 0,-22 13 50 0 0,29-14-174 0 0,-49 25-175 0 0,1-1 0 0 0,-1-1 1 0 0,-1 0-1 0 0,0-2 0 0 0,-1-1 1 0 0,25-22-1 0 0,-41 32 16 0 0,-1-1 1 0 0,0 1-1 0 0,1-1 1 0 0,-2 0-1 0 0,1 0 1 0 0,-1 0-1 0 0,0-1 1 0 0,0 1-1 0 0,0-1 1 0 0,-1 0-1 0 0,2-10 1 0 0,-1-3 1094 0 0,-1-1 0 0 0,-1-32 0 0 0,-1 48-795 0 0,-1-8 1427 0 0,-3 18 84 0 0,-2 22-573 0 0,3 38-428 0 0,2 0-1 0 0,14 111 1 0 0,-9-134-583 0 0,2 0 0 0 0,15 55 0 0 0,-21-95-229 0 0,1 0 0 0 0,0 1 1 0 0,-1-1-1 0 0,1 0 0 0 0,0 0 0 0 0,0 0 1 0 0,0 0-1 0 0,0 0 0 0 0,1 0 0 0 0,-1 0 0 0 0,1 0 1 0 0,-1 0-1 0 0,1 0 0 0 0,-1-1 0 0 0,1 1 1 0 0,0-1-1 0 0,0 1 0 0 0,0-1 0 0 0,3 2 1 0 0,-3-3-4 0 0,0 1-1 0 0,0-1 1 0 0,1 0 0 0 0,-1 0 0 0 0,0 0 0 0 0,0 0 0 0 0,0-1 0 0 0,0 1 0 0 0,0-1 0 0 0,0 1 0 0 0,0-1 0 0 0,0 0 0 0 0,-1 1 0 0 0,1-1 0 0 0,0 0 0 0 0,0 0 0 0 0,0 0 0 0 0,-1-1 0 0 0,1 1 0 0 0,-1 0 0 0 0,1-1 0 0 0,1-1 0 0 0,15-15 15 0 0,-1-1-1 0 0,-1-1 1 0 0,0-1-1 0 0,22-41 1 0 0,25-32 660 0 0,-62 93-648 0 0,0 0 1 0 0,0 0-1 0 0,0 0 0 0 0,0-1 1 0 0,1 1-1 0 0,-1 0 0 0 0,0 1 0 0 0,1-1 1 0 0,-1 0-1 0 0,0 0 0 0 0,1 0 0 0 0,-1 1 1 0 0,1-1-1 0 0,0 1 0 0 0,-1 0 0 0 0,1-1 1 0 0,-1 1-1 0 0,1 0 0 0 0,0 0 0 0 0,-1 0 1 0 0,1 0-1 0 0,0 0 0 0 0,-1 0 0 0 0,1 0 1 0 0,-1 0-1 0 0,1 1 0 0 0,0-1 1 0 0,-1 1-1 0 0,1-1 0 0 0,-1 1 0 0 0,1 0 1 0 0,-1 0-1 0 0,0-1 0 0 0,1 1 0 0 0,-1 0 1 0 0,0 0-1 0 0,3 2 0 0 0,6 6-357 0 0,0 0-1 0 0,0 1 1 0 0,14 19-1 0 0,-8-11-557 0 0,13 14-1531 0 0,30 31-7484 0 0,-47-51 7589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5.1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2 435 600 0 0,'3'-22'12236'0'0,"-4"33"-10667"0"0,-1 40-418 0 0,0 13-1709 0 0,6-22-3538 0 0,1-34 2049 0 0,-2-2-4230 0 0</inkml:trace>
  <inkml:trace contextRef="#ctx0" brushRef="#br0" timeOffset="1">69 112 748 0 0,'0'-19'1960'0'0,"0"5"-12"0"0,0 0-247 0 0,2 3-353 0 0,-2-1-436 0 0,6 0-452 0 0,-1 3-292 0 0,-3 2-192 0 0,6 0-176 0 0,-3 3-144 0 0,6 1-220 0 0,-4 3-236 0 0,1 0-316 0 0,2 0-349 0 0,1 3-203 0 0,-1 4-132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5.5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204 12 1636 0 0,'7'-8'5539'0'0,"-7"5"-1982"0"0,-23 8-1560 0 0,5 2-1879 0 0,0 0 0 0 0,1 2-1 0 0,-1 0 1 0 0,2 1 0 0 0,-1 0-1 0 0,1 1 1 0 0,1 1 0 0 0,-28 28 0 0 0,42-39-124 0 0,0 0 0 0 0,0 0 0 0 0,1 1 0 0 0,-1-1 0 0 0,0 0 0 0 0,0 0 0 0 0,1 1 0 0 0,-1-1 0 0 0,1 0 0 0 0,-1 1 0 0 0,1-1 0 0 0,-1 0 0 0 0,1 1 0 0 0,0-1 1 0 0,0 1-1 0 0,0-1 0 0 0,0 0 0 0 0,0 1 0 0 0,0-1 0 0 0,0 1 0 0 0,0-1 0 0 0,0 0 0 0 0,1 1 0 0 0,-1-1 0 0 0,1 1 0 0 0,-1-1 0 0 0,1 0 0 0 0,-1 1 0 0 0,1-1 0 0 0,0 0 1 0 0,1 2-1 0 0,3 3-6 0 0,1 1 1 0 0,-1-1 0 0 0,2 0 0 0 0,9 8 0 0 0,12 13 19 0 0,-23-21-13 0 0,0 0 0 0 0,-1 0 0 0 0,1 0 0 0 0,-2 1 0 0 0,1 0 0 0 0,-1 0 0 0 0,0 0 0 0 0,0 0 0 0 0,0 0 0 0 0,-1 1 0 0 0,-1-1 0 0 0,1 1 0 0 0,-1-1 0 0 0,0 1 0 0 0,-1-1 0 0 0,0 1 0 0 0,0 0 0 0 0,-1-1 0 0 0,0 1 0 0 0,0 0 0 0 0,-1-1 0 0 0,1 1 0 0 0,-2-1 0 0 0,1 0 0 0 0,-1 0 1 0 0,-7 13-1 0 0,-10 13-2295 0 0,4-15-4321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5.8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178 1 1564 0 0,'3'9'7247'0'0,"-6"4"-3753"0"0,-10 15-1835 0 0,8-17-480 0 0,-10 34 58 0 0,3 0 0 0 0,1 1 0 0 0,-8 90 0 0 0,7-43-693 0 0,-22 142 130 0 0,34-233-700 0 0,-1-1 1 0 0,1 1-1 0 0,-1-1 1 0 0,1 1 0 0 0,0-1-1 0 0,0 1 1 0 0,0-1-1 0 0,0 1 1 0 0,0-1-1 0 0,0 1 1 0 0,0-1 0 0 0,1 0-1 0 0,-1 1 1 0 0,0-1-1 0 0,1 1 1 0 0,-1-1-1 0 0,1 1 1 0 0,-1-1 0 0 0,1 0-1 0 0,0 1 1 0 0,0-1-1 0 0,1 2 1 0 0,-1-3-16 0 0,1 1 1 0 0,-1-1-1 0 0,0 0 0 0 0,0 0 1 0 0,0 0-1 0 0,1 0 0 0 0,-1-1 1 0 0,0 1-1 0 0,0 0 1 0 0,0 0-1 0 0,0-1 0 0 0,1 1 1 0 0,-1-1-1 0 0,0 1 0 0 0,0-1 1 0 0,0 1-1 0 0,0-1 0 0 0,0 0 1 0 0,0 1-1 0 0,0-1 1 0 0,0-1-1 0 0,11-8-261 0 0,-1 0-1 0 0,0-1 1 0 0,9-12 0 0 0,-9 9 132 0 0,-1 0-1 0 0,-1-1 1 0 0,14-27-1 0 0,-20 36 152 0 0,-1 0 0 0 0,1-1 0 0 0,-1 1 0 0 0,0-1 0 0 0,0 0-1 0 0,-1 0 1 0 0,0 0 0 0 0,0 1 0 0 0,-1-1 0 0 0,0 0 0 0 0,0 0-1 0 0,-1-9 1 0 0,0 13 13 0 0,0 1 0 0 0,1-1 0 0 0,-1 1 0 0 0,0-1 0 0 0,-1 1 0 0 0,1 0 0 0 0,0 0 0 0 0,-1-1 0 0 0,1 1-1 0 0,-1 0 1 0 0,1 0 0 0 0,-1 0 0 0 0,0 0 0 0 0,0 1 0 0 0,0-1 0 0 0,0 0 0 0 0,-4-1 0 0 0,1 0 14 0 0,0 1 0 0 0,0 0 0 0 0,0 0 0 0 0,-1 1 1 0 0,1 0-1 0 0,0-1 0 0 0,-1 2 0 0 0,-6-1 0 0 0,-1 0-515 0 0,0 2-1 0 0,0 0 1 0 0,1 0-1 0 0,-1 1 1 0 0,1 1-1 0 0,-23 7 1 0 0,19-1-2112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6.1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 9 1556 0 0,'0'0'234'0'0,"0"0"0"0"0,0-1 1 0 0,0 1-1 0 0,0 0 0 0 0,0-1 0 0 0,0 1 0 0 0,0 0 0 0 0,0-1 0 0 0,0 1 1 0 0,0 0-1 0 0,0-1 0 0 0,-1 1 0 0 0,1 0 0 0 0,0-1 0 0 0,0 1 0 0 0,0 0 1 0 0,0 0-1 0 0,-1-1 0 0 0,1 1 0 0 0,0 0 0 0 0,0 0 0 0 0,-1-1 0 0 0,1 1 1 0 0,0 0-1 0 0,0 0 0 0 0,-1 0 0 0 0,1 0 0 0 0,0-1 0 0 0,-1 1 0 0 0,1 0 1 0 0,0 0-1 0 0,-1 0 0 0 0,1 0 0 0 0,0 0 0 0 0,-1 0 0 0 0,1 0 0 0 0,0 0 1 0 0,-1 0-1 0 0,1 0 0 0 0,0 0 0 0 0,-1 0 0 0 0,1 0 0 0 0,0 0 0 0 0,-1 0 1 0 0,1 0-1 0 0,-6 18 3880 0 0,4-9-4362 0 0,-11 56 1709 0 0,-6 98-1 0 0,10-66-914 0 0,7-83-567 0 0,-9 125-3346 0 0,13-118-501 0 0,7-3-4703 0 0,-5-15 6010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6.5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113 8 956 0 0,'1'-1'705'0'0,"0"0"-1"0"0,0 0 0 0 0,0 1 1 0 0,0-1-1 0 0,0 0 1 0 0,0 1-1 0 0,0-1 1 0 0,0 1-1 0 0,0 0 1 0 0,1-1-1 0 0,-1 1 0 0 0,0 0 1 0 0,3-1-1 0 0,16 5 2796 0 0,-18-3-3414 0 0,0 0-1 0 0,1 1 1 0 0,-1-1-1 0 0,0 0 1 0 0,0 1-1 0 0,0-1 1 0 0,0 1-1 0 0,-1 0 1 0 0,1 0-1 0 0,0 0 1 0 0,-1-1-1 0 0,1 1 1 0 0,2 5-1 0 0,-3-3-22 0 0,1 1 0 0 0,-1 0 0 0 0,1 0 0 0 0,-1 1 1 0 0,-1-1-1 0 0,1 0 0 0 0,-1 0 0 0 0,0 0 0 0 0,0 0 0 0 0,-1 1 0 0 0,1-1 0 0 0,-1 0 0 0 0,0 0 0 0 0,0 0 0 0 0,-1 0 0 0 0,0 0 0 0 0,0 0 0 0 0,0-1 0 0 0,0 1 0 0 0,-1-1 0 0 0,-4 7 0 0 0,2-4-15 0 0,-1 1 0 0 0,1-1 0 0 0,-2-1 0 0 0,1 1 0 0 0,-1-1 0 0 0,0 0 0 0 0,0-1 0 0 0,0 1 0 0 0,-1-2 0 0 0,0 1 0 0 0,-14 5 0 0 0,20-9-34 0 0,0 0-1 0 0,0 0 1 0 0,-1 0 0 0 0,1 0-1 0 0,0-1 1 0 0,0 1-1 0 0,-1-1 1 0 0,1 1 0 0 0,0-1-1 0 0,-1 0 1 0 0,1 0-1 0 0,0 0 1 0 0,-1-1-1 0 0,1 1 1 0 0,0 0 0 0 0,-1-1-1 0 0,1 0 1 0 0,0 1-1 0 0,-4-3 1 0 0,4 2-8 0 0,1 0 1 0 0,-1-1-1 0 0,1 1 0 0 0,-1-1 0 0 0,1 1 1 0 0,0-1-1 0 0,0 0 0 0 0,0 0 1 0 0,0 1-1 0 0,0-1 0 0 0,0 0 1 0 0,0 0-1 0 0,0 0 0 0 0,1 0 0 0 0,-1 0 1 0 0,1 0-1 0 0,-1-4 0 0 0,1-2-136 0 0,0 1-1 0 0,0-1 0 0 0,0 0 1 0 0,1 1-1 0 0,0-1 0 0 0,1 1 1 0 0,0-1-1 0 0,0 1 0 0 0,0 0 1 0 0,7-13-1 0 0,-5 13-378 0 0,0 1 1 0 0,0 0-1 0 0,0 0 0 0 0,1 1 0 0 0,0-1 1 0 0,10-7-1 0 0,-10 8-535 0 0,1 1 0 0 0,0 0 0 0 0,0 1 0 0 0,1-1 0 0 0,-1 1 1 0 0,1 0-1 0 0,7-1 0 0 0,1-1-1290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6.8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279 0 844 0 0,'-1'2'833'0'0,"0"-1"0"0"0,-1 1 0 0 0,1-1 0 0 0,0 1 0 0 0,0 0 0 0 0,0-1 0 0 0,0 1 0 0 0,1 0 0 0 0,-1 0 0 0 0,0 0-1 0 0,0 3 1 0 0,-2 27 1559 0 0,4-24-2348 0 0,-1 1 1 0 0,2 0 0 0 0,-1 0 0 0 0,6 14 0 0 0,-7-22-37 0 0,0-1 0 0 0,0 1 1 0 0,0-1-1 0 0,0 0 0 0 0,0 1 1 0 0,0-1-1 0 0,1 1 0 0 0,-1-1 1 0 0,0 0-1 0 0,0 1 0 0 0,0-1 1 0 0,1 0-1 0 0,-1 1 1 0 0,0-1-1 0 0,0 0 0 0 0,1 0 1 0 0,-1 1-1 0 0,0-1 0 0 0,1 0 1 0 0,-1 0-1 0 0,0 1 0 0 0,1-1 1 0 0,-1 0-1 0 0,1 0 0 0 0,-1 0 1 0 0,0 0-1 0 0,1 0 1 0 0,-1 1-1 0 0,1-1 0 0 0,-1 0 1 0 0,0 0-1 0 0,1 0 0 0 0,-1 0 1 0 0,1 0-1 0 0,13-11 238 0 0,-12 9-226 0 0,0-1 1 0 0,0 1-1 0 0,-1-1 0 0 0,1 0 1 0 0,-1 1-1 0 0,1-1 0 0 0,-1 0 0 0 0,0 0 1 0 0,1-6-1 0 0,-2 7-28 0 0,0 0 0 0 0,0 0 0 0 0,0 1 0 0 0,0-1 0 0 0,0 0 1 0 0,-1 0-1 0 0,1 1 0 0 0,-1-1 0 0 0,1 0 0 0 0,-1 1 0 0 0,0-1 0 0 0,0 0 0 0 0,0 1 0 0 0,0-1 0 0 0,0 1 1 0 0,0 0-1 0 0,0-1 0 0 0,0 1 0 0 0,-1 0 0 0 0,1-1 0 0 0,0 1 0 0 0,-3-1 0 0 0,0 0-3 0 0,1 0-1 0 0,-1 1 1 0 0,0-1-1 0 0,0 1 1 0 0,0 0-1 0 0,0 0 1 0 0,0 0-1 0 0,0 1 1 0 0,-7-1-1 0 0,-2 2 30 0 0,1 0 0 0 0,0 0 0 0 0,-1 1 0 0 0,1 0 0 0 0,-23 9 0 0 0,23-6 41 0 0,1 0 0 0 0,-1 2-1 0 0,1-1 1 0 0,1 1 0 0 0,-1 1 0 0 0,1 0 0 0 0,-10 10 0 0 0,15-12-24 0 0,-1-1 0 0 0,1 1-1 0 0,0 0 1 0 0,1 0-1 0 0,0 0 1 0 0,0 0 0 0 0,0 1-1 0 0,0 0 1 0 0,1 0 0 0 0,0 0-1 0 0,1 0 1 0 0,0 0 0 0 0,-2 10-1 0 0,4-15-46 0 0,0 1 0 0 0,-1-1 0 0 0,1 1 0 0 0,1-1 0 0 0,-1 1 0 0 0,0-1-1 0 0,1 0 1 0 0,-1 1 0 0 0,1-1 0 0 0,0 1 0 0 0,-1-1 0 0 0,1 0 0 0 0,0 0 0 0 0,1 0-1 0 0,-1 1 1 0 0,0-1 0 0 0,0 0 0 0 0,1 0 0 0 0,0-1 0 0 0,2 4 0 0 0,-1-2-92 0 0,1-1 1 0 0,1 1 0 0 0,-1 0 0 0 0,0-1 0 0 0,0 0 0 0 0,1 0 0 0 0,0 0 0 0 0,-1-1 0 0 0,9 2 0 0 0,4 0-865 0 0,1-1 1 0 0,-1 0 0 0 0,1-2-1 0 0,29-2 1 0 0,26-9-4926 0 0,-51 4 3753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7.1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150 139 1824 0 0,'6'-138'13642'0'0,"-19"229"-12201"0"0,-29 193-31 0 0,35-249-1357 0 0,2 0 1 0 0,-1 52-1 0 0,6-86-58 0 0,20-38-306 0 0,8-43-156 0 0,-21 55 272 0 0,1 1 0 0 0,21-42 0 0 0,-26 62 235 0 0,9-17-480 0 0,-9 19 138 0 0,-5 15 194 0 0,-1-7 116 0 0,0 0 0 0 0,-1 0 0 0 0,0-1 0 0 0,0 1 0 0 0,0-1 0 0 0,0 0 0 0 0,-1 0 0 0 0,0 0-1 0 0,-9 6 1 0 0,-11 13 56 0 0,-10 10 37 0 0,-16 17 51 0 0,48-47-133 0 0,-1 0 0 0 0,1 1-1 0 0,0 0 1 0 0,0 0 0 0 0,1 0-1 0 0,-1 0 1 0 0,1 0 0 0 0,0 1 0 0 0,1-1-1 0 0,-2 6 1 0 0,3-9-17 0 0,0 1 1 0 0,0-1-1 0 0,0 0 0 0 0,1 0 1 0 0,-1 1-1 0 0,1-1 1 0 0,-1 0-1 0 0,1 0 0 0 0,0 0 1 0 0,0 0-1 0 0,0 0 1 0 0,0 0-1 0 0,0 0 0 0 0,0 0 1 0 0,0 0-1 0 0,1-1 1 0 0,-1 1-1 0 0,1 0 0 0 0,-1-1 1 0 0,1 1-1 0 0,0-1 1 0 0,0 0-1 0 0,-1 0 0 0 0,4 2 1 0 0,7 4-194 0 0,-1-1 0 0 0,25 9-1 0 0,-28-11-29 0 0,69 23-2986 0 0,-64-24 1128 0 0,0 0 0 0 0,0 0 0 0 0,0-2 0 0 0,15 1 0 0 0,-15-2-241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7.5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 89 588 0 0,'5'2'9089'0'0,"17"5"-7185"0"0,-13-7-1744 0 0,0-1-1 0 0,0 0 1 0 0,0-1 0 0 0,0 0 0 0 0,0 0-1 0 0,0-1 1 0 0,0 0 0 0 0,-1 0-1 0 0,0-1 1 0 0,1 0 0 0 0,-1-1-1 0 0,-1 0 1 0 0,1 0 0 0 0,-1-1 0 0 0,0 0-1 0 0,0 0 1 0 0,0 0 0 0 0,9-13-1 0 0,-16 18-157 0 0,1 1-1 0 0,-1 0 0 0 0,0 0 0 0 0,1-1 1 0 0,-1 1-1 0 0,0 0 0 0 0,1 0 0 0 0,-1-1 1 0 0,0 1-1 0 0,0 0 0 0 0,1-1 0 0 0,-1 1 1 0 0,0 0-1 0 0,0-1 0 0 0,0 1 0 0 0,1-1 1 0 0,-1 1-1 0 0,0 0 0 0 0,0-1 0 0 0,0 1 1 0 0,0-1-1 0 0,0 1 0 0 0,0 0 0 0 0,0-1 1 0 0,0 1-1 0 0,0-1 0 0 0,0 1 0 0 0,0-1 1 0 0,0 1-1 0 0,0 0 0 0 0,0-1 0 0 0,-1 1 1 0 0,1 0-1 0 0,0-1 0 0 0,-14 0-26 0 0,-19 10-51 0 0,14-1 100 0 0,1 2 1 0 0,1 0-1 0 0,0 0 1 0 0,-20 18-1 0 0,31-24 11 0 0,1 1-1 0 0,-1 0 0 0 0,1 0 1 0 0,0 1-1 0 0,0-1 1 0 0,1 1-1 0 0,0 0 0 0 0,0 1 1 0 0,0-1-1 0 0,1 1 1 0 0,0 0-1 0 0,0-1 0 0 0,1 1 1 0 0,-4 15-1 0 0,6-19-39 0 0,-1 0-1 0 0,1 0 1 0 0,0 1-1 0 0,0-1 1 0 0,1 0 0 0 0,-1 0-1 0 0,0 0 1 0 0,1 0-1 0 0,0 0 1 0 0,0 0 0 0 0,0 0-1 0 0,0 0 1 0 0,0 0 0 0 0,1 0-1 0 0,-1 0 1 0 0,1 0-1 0 0,3 3 1 0 0,-2-3-113 0 0,1 1 1 0 0,-1-1-1 0 0,1 0 1 0 0,0 1-1 0 0,1-2 1 0 0,-1 1-1 0 0,0 0 0 0 0,1-1 1 0 0,-1 0-1 0 0,6 2 1 0 0,4 0-1242 0 0,0-1 0 0 0,1 0 0 0 0,-1-1 0 0 0,1 0-1 0 0,-1-1 1 0 0,25-1 0 0 0,-19-2-825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17.8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228 65 804 0 0,'-3'-10'2331'0'0,"-1"0"1"0"0,2 0-1 0 0,-1-1 0 0 0,0-13 491 0 0,5 57-1138 0 0,21 157 497 0 0,3 44-437 0 0,-24-211-1604 0 0,2 31 249 0 0,-3 62 0 0 0,-2-100-328 0 0,0-1 0 0 0,-2 1 1 0 0,1-1-1 0 0,-2 0 0 0 0,0 0 1 0 0,-1 0-1 0 0,0-1 0 0 0,-14 25 1 0 0,14-32-26 0 0,0 0 0 0 0,0 0 0 0 0,-1-1 1 0 0,0 0-1 0 0,0 0 0 0 0,-1 0 0 0 0,0-1 0 0 0,0 0 1 0 0,0-1-1 0 0,-1 1 0 0 0,1-1 0 0 0,-1-1 0 0 0,-15 6 1 0 0,20-8-22 0 0,-1 0 0 0 0,1 0 0 0 0,-1 0 0 0 0,0 0 0 0 0,1 0 0 0 0,-1-1 0 0 0,0 0 0 0 0,1 0 1 0 0,-1 0-1 0 0,0 0 0 0 0,1 0 0 0 0,-1-1 0 0 0,1 0 0 0 0,-1 0 0 0 0,1 0 0 0 0,-1 0 0 0 0,1 0 0 0 0,-1-1 1 0 0,1 1-1 0 0,0-1 0 0 0,0 0 0 0 0,0 0 0 0 0,0 0 0 0 0,0 0 0 0 0,0-1 0 0 0,0 1 0 0 0,1-1 1 0 0,-1 0-1 0 0,1 1 0 0 0,0-1 0 0 0,0 0 0 0 0,0-1 0 0 0,0 1 0 0 0,-2-5 0 0 0,2 1-8 0 0,0-1 0 0 0,0 1 1 0 0,1-1-1 0 0,0 0 0 0 0,1 1 0 0 0,-1-1 0 0 0,1 0 0 0 0,1 0 0 0 0,0 1 0 0 0,0-1 0 0 0,0 0 0 0 0,5-13 0 0 0,0 2-44 0 0,1 0 0 0 0,0 0-1 0 0,19-31 1 0 0,-18 37-149 0 0,0 0-1 0 0,1 0 1 0 0,1 1 0 0 0,0 0-1 0 0,22-19 1 0 0,-27 27-212 0 0,0 1-1 0 0,0-1 1 0 0,1 1 0 0 0,-1 0-1 0 0,1 0 1 0 0,0 0 0 0 0,8-2 0 0 0,-10 4-199 0 0,0 0 0 0 0,0 1 0 0 0,0-1 1 0 0,0 1-1 0 0,-1 0 0 0 0,1 0 1 0 0,0 0-1 0 0,0 0 0 0 0,0 1 0 0 0,0 0 1 0 0,0-1-1 0 0,-1 1 0 0 0,5 2 0 0 0,-6-2 187 0 0,-1 0 0 0 0,1-1 0 0 0,-1 1 0 0 0,1 0 0 0 0,-1 0 0 0 0,0 0 0 0 0,1 0 0 0 0,-1 0 0 0 0,0 0 0 0 0,0 0-1 0 0,1 1 1 0 0,0 1 0 0 0,6 8-2264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20.3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355 168 1120 0 0,'-5'-7'1171'0'0,"0"-1"-1"0"0,0-1 1 0 0,1 1-1 0 0,-5-16 1 0 0,8 20-607 0 0,0 4-334 0 0,1-1-1 0 0,0 0 0 0 0,0 0 0 0 0,-1 0 0 0 0,1 0 0 0 0,0 0 1 0 0,0 0-1 0 0,0 0 0 0 0,0 0 0 0 0,0 0 0 0 0,0 1 0 0 0,0-1 1 0 0,0 0-1 0 0,0 0 0 0 0,1 0 0 0 0,-1 0 0 0 0,0 0 1 0 0,1 0-1 0 0,-1 0 0 0 0,0 1 0 0 0,1-1 0 0 0,-1 0 0 0 0,1 0 1 0 0,-1 1-1 0 0,2-2 0 0 0,0 0-17 0 0,0 0-1 0 0,1 1 1 0 0,-1-1-1 0 0,0 1 1 0 0,1 0-1 0 0,-1-1 1 0 0,1 1 0 0 0,-1 0-1 0 0,4 0 1 0 0,11-3-284 0 0,0 1 0 0 0,25-1 0 0 0,-23 3 699 0 0,45-4-216 0 0,0 3 0 0 0,0 3 0 0 0,-1 2 0 0 0,113 21-1 0 0,246 81 1365 0 0,-243-51-1420 0 0,-2 9 1 0 0,-3 7 0 0 0,-4 8-1 0 0,-3 7 1 0 0,-3 7 0 0 0,242 181-1 0 0,-304-193 289 0 0,-3 5-1 0 0,-3 3 1 0 0,87 107 0 0 0,-107-105-281 0 0,92 114 24 0 0,-136-159-332 0 0,-1 1-1 0 0,43 87 1 0 0,-62-104-29 0 0,-2 0 0 0 0,0 1 0 0 0,-2 0 1 0 0,-1 1-1 0 0,-1-1 0 0 0,-2 1 0 0 0,0 33 1 0 0,-3-26 44 0 0,-3 0-1 0 0,0-1 1 0 0,-3 1 0 0 0,-1 0 0 0 0,-16 52 0 0 0,9-52-14 0 0,-1 0 1 0 0,-3-1-1 0 0,-1 0 1 0 0,-1-2-1 0 0,-3 0 0 0 0,0-1 1 0 0,-2-1-1 0 0,-2-2 1 0 0,-1 0-1 0 0,-1-2 0 0 0,-1-1 1 0 0,-35 26-1 0 0,40-36-39 0 0,-1-1 0 0 0,0-2 0 0 0,-1 0 0 0 0,-1-2 0 0 0,0-1 0 0 0,0-1 0 0 0,-2-1 0 0 0,1-1 0 0 0,-1-2 0 0 0,0-1 0 0 0,0-1 0 0 0,-1-2 0 0 0,-53 0 0 0 0,36-5 23 0 0,0-2-1 0 0,1-2 1 0 0,-1-3-1 0 0,1-1 1 0 0,1-2-1 0 0,0-3 1 0 0,-85-39-1 0 0,-277-158-145 0 0,174 87-132 0 0,-355-205-1212 0 0,482 262 1530 0 0,-112-97 0 0 0,103 75 135 0 0,80 64-157 0 0,-17-13 36 0 0,-62-61-1 0 0,96 80-69 0 0,2 0-1 0 0,1-2 0 0 0,0 0 0 0 0,-14-31 0 0 0,-18-27 13 0 0,17 32-6 0 0,2-1 1 0 0,-27-66-1 0 0,20 21-71 0 0,-16-35-41 0 0,-34-87-126 0 0,76 195 174 0 0,-17-34-1 0 0,-6-13-39 0 0,20 41 32 0 0,-5-13-53 0 0,2-71-127 0 0,11 85 202 0 0,0 1 0 0 0,2-1 0 0 0,2-47 1 0 0,0 39 6 0 0,1 18 30 0 0,1 1-1 0 0,1-1 1 0 0,4-16 0 0 0,-5 27-29 0 0,0 0 0 0 0,1 0 1 0 0,-1 0-1 0 0,1 1 0 0 0,0-1 1 0 0,0 1-1 0 0,0 0 0 0 0,0-1 0 0 0,6-3 1 0 0,40-35-37 0 0,-23 21 61 0 0,-8 7-11 0 0,-1 1 1 0 0,2 1-1 0 0,0 0 0 0 0,0 2 0 0 0,30-14 0 0 0,-8 9-35 0 0,78-20 1 0 0,30 5-633 0 0,-49 19-3021 0 0,-96 11 3085 0 0,0 1 0 0 0,1 0 0 0 0,-1 0 0 0 0,0 0 1 0 0,0 1-1 0 0,1 0 0 0 0,-1 0 0 0 0,0 0 0 0 0,6 2 0 0 0,-4 0-1396 0 0,-1 0 0 0 0,1 0-1 0 0,-1 1 1 0 0,0 0-1 0 0,8 7 1 0 0,-3-4-708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22.1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1664 0 0,'5'6'15926'0'0,"6"10"-13886"0"0,-2-1-1353 0 0,0 0 0 0 0,-1 1-1 0 0,-1 0 1 0 0,-1 1 0 0 0,0 0-1 0 0,-1 0 1 0 0,-1 0 0 0 0,3 28-1 0 0,1 24-229 0 0,6 34-4209 0 0,-9-88 1665 0 0,-2-10-1577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34.5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 1628 0 0,'0'-1'429'0'0,"0"0"-1"0"0,0 1 1 0 0,0-1 0 0 0,0 0-1 0 0,1 1 1 0 0,-1-1 0 0 0,0 0-1 0 0,0 1 1 0 0,1-1 0 0 0,-1 0-1 0 0,0 1 1 0 0,1-1 0 0 0,-1 1-1 0 0,0-1 1 0 0,1 0 0 0 0,-1 1-1 0 0,1-1 1 0 0,-1 1 0 0 0,1 0-1 0 0,0-1 1 0 0,-1 1 0 0 0,1-1-1 0 0,-1 1 1 0 0,2-1 0 0 0,2 7 3717 0 0,0 8-4367 0 0,5 21 1393 0 0,26 129 913 0 0,-31-135-1950 0 0,-1-18-81 0 0,-1 0-1 0 0,0 0 1 0 0,-1 0-1 0 0,-1 0 1 0 0,0 0-1 0 0,0 0 1 0 0,-1 0-1 0 0,0 0 1 0 0,-1 0 0 0 0,-4 13-1 0 0,6-23-57 0 0,-10 19 443 0 0,5-19-156 0 0,0-15-184 0 0,4 5-122 0 0,0 0 0 0 0,0 0 0 0 0,1 0 0 0 0,0 0 0 0 0,0 0 0 0 0,1 0 0 0 0,3-16 0 0 0,23-63-263 0 0,-13 45 178 0 0,-13 39 90 0 0,0 1 0 0 0,0 0 0 0 0,1-1 0 0 0,-1 1 0 0 0,1 0-1 0 0,-1 0 1 0 0,1 0 0 0 0,0 0 0 0 0,0 0 0 0 0,0 1 0 0 0,1-1 0 0 0,-1 1 0 0 0,1-1 0 0 0,-1 1 0 0 0,1 0 0 0 0,0 0 0 0 0,0 0 0 0 0,0 0 0 0 0,0 0 0 0 0,0 1 0 0 0,5-2-1 0 0,-4 2 4 0 0,-1 1 0 0 0,0-1 0 0 0,0 1 0 0 0,1 0 0 0 0,-1 0 0 0 0,0 0 0 0 0,0 1 0 0 0,1-1 0 0 0,-1 1 0 0 0,0 0 0 0 0,0 0 0 0 0,0 0 0 0 0,0 0-1 0 0,0 0 1 0 0,0 1 0 0 0,0-1 0 0 0,0 1 0 0 0,0 0 0 0 0,-1 0 0 0 0,1 0 0 0 0,-1 0 0 0 0,5 5 0 0 0,-1-1 19 0 0,-1 1 0 0 0,1 0 0 0 0,-1 0 0 0 0,0 0 0 0 0,-1 1 0 0 0,1 0 0 0 0,-2 0 0 0 0,1 0 0 0 0,4 16 0 0 0,-4-7-533 0 0,-1 1 0 0 0,-1-1 1 0 0,-1 0-1 0 0,0 19 1 0 0,-1-35 267 0 0,0 0 1 0 0,0 0-1 0 0,1 0 1 0 0,-1 0-1 0 0,0 0 0 0 0,1 0 1 0 0,-1 0-1 0 0,0 0 1 0 0,1 0-1 0 0,-1 0 1 0 0,1 0-1 0 0,0-1 0 0 0,-1 1 1 0 0,1 0-1 0 0,-1 0 1 0 0,1-1-1 0 0,0 1 1 0 0,0 0-1 0 0,0-1 0 0 0,-1 1 1 0 0,1 0-1 0 0,0-1 1 0 0,0 1-1 0 0,0-1 1 0 0,0 0-1 0 0,0 1 1 0 0,0-1-1 0 0,0 0 0 0 0,0 0 1 0 0,0 1-1 0 0,0-1 1 0 0,0 0-1 0 0,0 0 1 0 0,0 0-1 0 0,0 0 0 0 0,0 0 1 0 0,0 0-1 0 0,0-1 1 0 0,0 1-1 0 0,0 0 1 0 0,0 0-1 0 0,0-1 0 0 0,0 1 1 0 0,0-1-1 0 0,0 1 1 0 0,-1 0-1 0 0,1-1 1 0 0,0 0-1 0 0,1 0 0 0 0,5-4-2013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34.9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 33 648 0 0,'0'-1'279'0'0,"0"0"1"0"0,0 0-1 0 0,0 0 1 0 0,0 0-1 0 0,0 1 0 0 0,0-1 1 0 0,0 0-1 0 0,0 0 0 0 0,1 0 1 0 0,-1 0-1 0 0,0 0 0 0 0,1 1 1 0 0,-1-1-1 0 0,0 0 0 0 0,1 0 1 0 0,-1 1-1 0 0,1-1 1 0 0,-1 0-1 0 0,1 0 0 0 0,0 1 1 0 0,-1-1-1 0 0,1 1 0 0 0,0-1 1 0 0,-1 1-1 0 0,1-1 0 0 0,0 1 1 0 0,1-1-1 0 0,0 0-75 0 0,0 1 0 0 0,0-1 0 0 0,0 1 0 0 0,0 0 0 0 0,0 0 0 0 0,0 0 0 0 0,0 0 0 0 0,0 0 0 0 0,0 0 0 0 0,0 1 0 0 0,3 0 0 0 0,3 1-44 0 0,0 1 1 0 0,0 0-1 0 0,0 1 0 0 0,14 8 0 0 0,-16-8-57 0 0,-1 0 0 0 0,1 1-1 0 0,-1 0 1 0 0,0 0 0 0 0,0 0-1 0 0,0 1 1 0 0,-1-1 0 0 0,0 1 0 0 0,0 0-1 0 0,0 1 1 0 0,-1-1 0 0 0,0 1-1 0 0,0-1 1 0 0,4 14 0 0 0,-7-17-60 0 0,0 0 0 0 0,0-1 0 0 0,0 1 0 0 0,0 0-1 0 0,-1-1 1 0 0,1 1 0 0 0,-1 0 0 0 0,0-1 0 0 0,1 1 0 0 0,-1-1 0 0 0,0 1 0 0 0,-1-1 0 0 0,1 1 0 0 0,0-1 0 0 0,-1 0-1 0 0,1 1 1 0 0,-1-1 0 0 0,-2 3 0 0 0,-1 0 27 0 0,0 0 1 0 0,0 0-1 0 0,0 0 0 0 0,0-1 1 0 0,-1 0-1 0 0,-7 5 0 0 0,5-5-23 0 0,1-1 0 0 0,-1 0 0 0 0,0 0 0 0 0,1-1 0 0 0,-1 0 0 0 0,0 0 0 0 0,-1-1 0 0 0,1 0 0 0 0,-14 0 0 0 0,20-1-37 0 0,0 0 0 0 0,0 0 0 0 0,0-1-1 0 0,-1 1 1 0 0,1 0 0 0 0,0-1 0 0 0,1 0 0 0 0,-1 1 0 0 0,0-1 0 0 0,0 0 0 0 0,0 0-1 0 0,0 0 1 0 0,1-1 0 0 0,-1 1 0 0 0,0 0 0 0 0,1 0 0 0 0,-3-4 0 0 0,3 3-8 0 0,-1 0 0 0 0,1 0 0 0 0,1-1 1 0 0,-1 1-1 0 0,0-1 0 0 0,0 1 0 0 0,1-1 0 0 0,-1 1 1 0 0,1-1-1 0 0,0 1 0 0 0,0-1 0 0 0,0 1 0 0 0,0-1 1 0 0,0 1-1 0 0,1-1 0 0 0,-1 1 0 0 0,1-1 1 0 0,1-3-1 0 0,1-3-5 0 0,0-1 1 0 0,1 1 0 0 0,0 0-1 0 0,1 0 1 0 0,0 1 0 0 0,0-1 0 0 0,1 1-1 0 0,0 0 1 0 0,1 0 0 0 0,0 1-1 0 0,0 0 1 0 0,0 0 0 0 0,1 1-1 0 0,0 0 1 0 0,0 0 0 0 0,15-8-1 0 0,-12 9-422 0 0,1-1-1 0 0,0 1 0 0 0,0 1 0 0 0,0 0 1 0 0,18-3-1 0 0,-19 5-919 0 0,-1 1 0 0 0,1 0 0 0 0,0 1 1 0 0,0 0-1 0 0,0 0 0 0 0,16 4 0 0 0,-15-2-808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35.2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230 9 408 0 0,'-15'-9'8247'0'0,"5"13"-3783"0"0,9-2-4269 0 0,0 1-1 0 0,0-1 1 0 0,0 1 0 0 0,1-1-1 0 0,-1 1 1 0 0,1-1 0 0 0,-1 1-1 0 0,1 0 1 0 0,0-1-1 0 0,0 1 1 0 0,0 2 0 0 0,3 83 1456 0 0,28 166-1 0 0,-27-230-1888 0 0,0 1-626 0 0,0-1 0 0 0,2 1 0 0 0,1-1 1 0 0,9 23-1 0 0,-4-31-1925 0 0,-5-14-5286 0 0,-3-4 5760 0 0</inkml:trace>
  <inkml:trace contextRef="#ctx0" brushRef="#br0" timeOffset="1">0 274 432 0 0,'0'-5'1836'0'0,"3"1"0"0"0,2-1-287 0 0,0 0-433 0 0,5 1-348 0 0,3-1-304 0 0,0 0-184 0 0,3 3-128 0 0,2 0-104 0 0,2-1-92 0 0,4-1-120 0 0,-4 4-136 0 0,6 0-212 0 0,0 0-248 0 0,0 0-332 0 0,2 2-365 0 0,-2 0-199 0 0,0 1-116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35.6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248 25 1596 0 0,'0'0'336'0'0,"0"-1"-1"0"0,0 0 1 0 0,0 0-1 0 0,0 0 1 0 0,0 0-1 0 0,0 0 1 0 0,0 0-1 0 0,0 0 1 0 0,-1 0-1 0 0,1 0 0 0 0,0 0 1 0 0,-1 0-1 0 0,1 1 1 0 0,0-1-1 0 0,-1 0 1 0 0,1 0-1 0 0,-1 0 1 0 0,1 1-1 0 0,-1-1 1 0 0,0 0-1 0 0,1 0 1 0 0,-1 1-1 0 0,0-1 1 0 0,0 1-1 0 0,1-1 1 0 0,-1 1-1 0 0,0-1 1 0 0,0 1-1 0 0,-1-1 1 0 0,0 0-102 0 0,0 1 1 0 0,-1 0 0 0 0,1 0-1 0 0,0 0 1 0 0,-1 0-1 0 0,1 0 1 0 0,-1 0 0 0 0,1 0-1 0 0,0 1 1 0 0,-1-1 0 0 0,-2 2-1 0 0,-4 1-165 0 0,0 1-1 0 0,0 0 0 0 0,1 0 1 0 0,-1 1-1 0 0,-10 8 1 0 0,-1 4 102 0 0,1 0 1 0 0,0 0 0 0 0,-16 22 0 0 0,30-33-146 0 0,0 1 1 0 0,0 0 0 0 0,1 0-1 0 0,-1 0 1 0 0,2 1 0 0 0,-1-1 0 0 0,1 1-1 0 0,0 0 1 0 0,1 0 0 0 0,-1 0-1 0 0,2 0 1 0 0,-1 0 0 0 0,0 11-1 0 0,2-17-25 0 0,0-1 0 0 0,0 0 0 0 0,0 0 0 0 0,1 0 0 0 0,-1 0 0 0 0,0 1 0 0 0,0-1 0 0 0,1 0 0 0 0,-1 0 0 0 0,0 0 0 0 0,1 0 0 0 0,-1 0 0 0 0,1 0 0 0 0,0 0 0 0 0,-1 0-1 0 0,1 0 1 0 0,0 0 0 0 0,0 0 0 0 0,-1 0 0 0 0,1-1 0 0 0,0 1 0 0 0,0 0 0 0 0,2 1 0 0 0,-1-1-10 0 0,0 0-1 0 0,1 0 1 0 0,-1-1-1 0 0,1 1 1 0 0,-1 0 0 0 0,1-1-1 0 0,-1 0 1 0 0,1 1 0 0 0,0-1-1 0 0,3-1 1 0 0,3 0-74 0 0,0 0 0 0 0,0-1 0 0 0,0 0 0 0 0,0 0 0 0 0,9-4 0 0 0,-9 2-18 0 0,0 0 0 0 0,0 0 0 0 0,-1-1 0 0 0,1 0 0 0 0,-1 0 0 0 0,0-1 0 0 0,-1 0 0 0 0,1-1 0 0 0,-1 1 0 0 0,-1-2-1 0 0,1 1 1 0 0,-1 0 0 0 0,-1-1 0 0 0,1 0 0 0 0,-1-1 0 0 0,0 1 0 0 0,-1-1 0 0 0,0 0 0 0 0,-1 0 0 0 0,0 0 0 0 0,0-1-1 0 0,-1 1 1 0 0,0-1 0 0 0,0 1 0 0 0,-1-1 0 0 0,-1 0 0 0 0,0 1 0 0 0,-1-17 0 0 0,1 24 94 0 0,-1 1 1 0 0,1 0-1 0 0,0 0 1 0 0,0 0-1 0 0,-1 0 1 0 0,1 0-1 0 0,-1 0 1 0 0,1 0-1 0 0,-1 0 1 0 0,1 0-1 0 0,-1 0 1 0 0,1 1-1 0 0,-1-1 0 0 0,0 0 1 0 0,0 0-1 0 0,1 0 1 0 0,-1 1-1 0 0,0-1 1 0 0,-2-1-1 0 0,3 2 4 0 0,-1 0 0 0 0,1 0 0 0 0,0 0 1 0 0,-1 0-1 0 0,1 0 0 0 0,-1 0 0 0 0,1 1 0 0 0,-1-1 0 0 0,1 0 0 0 0,-1 0 0 0 0,1 0 0 0 0,0 0 0 0 0,-1 0 0 0 0,1 1 0 0 0,0-1 0 0 0,-1 0 0 0 0,1 0 0 0 0,-1 1 0 0 0,1-1 0 0 0,0 0 0 0 0,-1 1 0 0 0,1-1 0 0 0,0 0 0 0 0,0 1 0 0 0,-1-1 0 0 0,1 0 1 0 0,0 1-1 0 0,0-1 0 0 0,0 1 0 0 0,-1-1 0 0 0,1 0 0 0 0,0 1 0 0 0,0-1 0 0 0,0 1 0 0 0,0-1 0 0 0,0 1 0 0 0,0-1 0 0 0,0 0 0 0 0,0 1 0 0 0,0-1 0 0 0,0 1 0 0 0,0-1 0 0 0,0 1 0 0 0,0-1 0 0 0,0 0 0 0 0,0 1 0 0 0,1-1 0 0 0,-1 1 0 0 0,0 7-18 0 0,1 0-1 0 0,0-1 0 0 0,0 1 0 0 0,1-1 0 0 0,0 1 0 0 0,0-1 0 0 0,1 0 0 0 0,0 0 0 0 0,0 0 0 0 0,1 0 0 0 0,0 0 0 0 0,0-1 0 0 0,0 1 0 0 0,1-1 0 0 0,0 0 0 0 0,9 8 1 0 0,24 15-2475 0 0,6-9-3310 0 0,-29-15 3774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35.9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278 48 648 0 0,'-2'-5'966'0'0,"0"1"0"0"0,0 0 0 0 0,-1 1 0 0 0,1-1-1 0 0,-1 0 1 0 0,0 1 0 0 0,0-1 0 0 0,0 1 0 0 0,-8-5 0 0 0,9 7-834 0 0,0 0 0 0 0,-1 0-1 0 0,1 0 1 0 0,0 1 0 0 0,-1-1 0 0 0,1 1 0 0 0,-1-1 0 0 0,1 1 0 0 0,-1 0 0 0 0,1 0 0 0 0,0 0 0 0 0,-1 1 0 0 0,1-1 0 0 0,-1 0 0 0 0,1 1 0 0 0,-1 0-1 0 0,1-1 1 0 0,0 1 0 0 0,0 0 0 0 0,-4 3 0 0 0,-12 4 73 0 0,2 1 1 0 0,-1 1-1 0 0,1 0 0 0 0,1 2 0 0 0,0-1 1 0 0,0 2-1 0 0,1 0 0 0 0,1 1 0 0 0,0 0 1 0 0,-11 17-1 0 0,22-27-183 0 0,0 0-1 0 0,0 0 1 0 0,0 0 0 0 0,1 0 0 0 0,-1 1 0 0 0,1-1 0 0 0,0 0 0 0 0,0 0 0 0 0,1 1-1 0 0,-1-1 1 0 0,1 1 0 0 0,0-1 0 0 0,0 0 0 0 0,1 1 0 0 0,-1-1 0 0 0,1 1 0 0 0,0-1-1 0 0,0 0 1 0 0,0 0 0 0 0,4 9 0 0 0,4 6 8 0 0,1 0 0 0 0,1-1 1 0 0,16 22-1 0 0,2 3 33 0 0,-13-15 2 0 0,-1 1 0 0 0,15 40-1 0 0,-26-60-135 0 0,-1 1-1 0 0,0 0 1 0 0,-1 0 0 0 0,0-1-1 0 0,0 2 1 0 0,-1-1-1 0 0,0 0 1 0 0,-1 0 0 0 0,0 0-1 0 0,-1 0 1 0 0,-3 18-1 0 0,3-26-127 0 0,1 0 0 0 0,-1 1 0 0 0,0-1 0 0 0,0 0 0 0 0,-1 0 0 0 0,1 1 0 0 0,0-1 0 0 0,-1 0 0 0 0,1 0 0 0 0,-1-1 0 0 0,0 1 0 0 0,1 0 0 0 0,-1 0 0 0 0,0-1 0 0 0,0 1 0 0 0,-4 1 0 0 0,3-2-480 0 0,0 1 0 0 0,0-1 0 0 0,0 0 0 0 0,0 0 0 0 0,-1 0 0 0 0,1 0 1 0 0,0-1-1 0 0,-1 1 0 0 0,1-1 0 0 0,0 0 0 0 0,-6-1 0 0 0,-4 0-1514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36.5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0 114 1552 0 0,'7'-7'865'0'0,"-1"1"0"0"0,1 0 0 0 0,0 0 0 0 0,1 0 0 0 0,0 1 0 0 0,15-8 0 0 0,-11 7-509 0 0,1 1 0 0 0,0 0 1 0 0,0 1-1 0 0,14-2 0 0 0,11 1-58 0 0,0 1 1 0 0,52 2-1 0 0,-66 1 287 0 0,39-7 0 0 0,-40 4 76 0 0,40-1 4851 0 0,-42 19-4703 0 0,-7 2-716 0 0,-1 1 0 0 0,0 0 0 0 0,-1 0 1 0 0,0 2-1 0 0,-2-1 0 0 0,0 1 0 0 0,9 28 0 0 0,-16-41-58 0 0,-1 1 0 0 0,0 0 1 0 0,-1 0-1 0 0,0 0 0 0 0,0 0 0 0 0,0 0 0 0 0,-1 0 0 0 0,0 0 0 0 0,0 0 0 0 0,-1 0 0 0 0,0 0 1 0 0,0 0-1 0 0,0 0 0 0 0,-1 0 0 0 0,0-1 0 0 0,-1 1 0 0 0,1 0 0 0 0,-1-1 0 0 0,-1 0 1 0 0,1 0-1 0 0,-1 0 0 0 0,0 0 0 0 0,0 0 0 0 0,-1-1 0 0 0,-10 10 0 0 0,15-14-29 0 0,-1 0 0 0 0,0 0 0 0 0,0-1 0 0 0,0 1 0 0 0,0 0-1 0 0,0 0 1 0 0,0-1 0 0 0,0 1 0 0 0,0 0 0 0 0,0-1 0 0 0,0 1 0 0 0,0-1 0 0 0,0 0-1 0 0,0 1 1 0 0,0-1 0 0 0,0 0 0 0 0,0 0 0 0 0,-1 1 0 0 0,1-1 0 0 0,0 0 0 0 0,0 0-1 0 0,0 0 1 0 0,0 0 0 0 0,-1-1 0 0 0,0 1 0 0 0,0-1-16 0 0,1 0 0 0 0,0 0 0 0 0,0 0 0 0 0,0 0 0 0 0,0 0 0 0 0,0 0 0 0 0,0-1 0 0 0,0 1 0 0 0,0 0 0 0 0,0 0 0 0 0,1-1 0 0 0,-1 1 0 0 0,0-1 0 0 0,1 1 0 0 0,-1 0 0 0 0,1-3 0 0 0,-2-5-96 0 0,0 0-1 0 0,1-1 1 0 0,0 1 0 0 0,1 0 0 0 0,0-10-1 0 0,2 4-173 0 0,0 0-1 0 0,1 0 0 0 0,0 1 0 0 0,1 0 0 0 0,1-1 0 0 0,0 2 0 0 0,1-1 0 0 0,9-16 0 0 0,-10 21-209 0 0,1 0-1 0 0,0 1 1 0 0,1 0-1 0 0,0-1 0 0 0,0 2 1 0 0,1-1-1 0 0,0 1 1 0 0,0 1-1 0 0,1-1 1 0 0,0 1-1 0 0,0 1 1 0 0,12-6-1 0 0,44-14-4555 0 0,-1 1 4197 0 0,-64 24 1044 0 0,0 0 1 0 0,1 0-1 0 0,-1-1 0 0 0,0 1 1 0 0,1 0-1 0 0,-1 0 0 0 0,0 0 1 0 0,1-1-1 0 0,-1 1 1 0 0,1 0-1 0 0,-1 0 0 0 0,0 0 1 0 0,1 0-1 0 0,-1 0 0 0 0,1 0 1 0 0,-1 0-1 0 0,0 0 1 0 0,1 0-1 0 0,-1 0 0 0 0,1 0 1 0 0,-1 0-1 0 0,0 0 0 0 0,1 0 1 0 0,-1 1-1 0 0,0-1 1 0 0,1 0-1 0 0,-1 0 0 0 0,1 1 1 0 0,3 14 2663 0 0,-3-13-3077 0 0,3 47 1779 0 0,-1-1 1 0 0,-6 72 0 0 0,1-22-7556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36.9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61 124 0 0,'0'-16'1948'0'0,"0"4"-4"0"0,3 3-179 0 0,-3 0-273 0 0,2 2-388 0 0,1 2-432 0 0,-3 3-268 0 0,5 2-180 0 0,-2 2-152 0 0,-1 0-144 0 0,1 3-164 0 0,5 4-184 0 0,-3 1-284 0 0,0-1-340 0 0,-2 2-312 0 0,2 3-297 0 0,-3 0-147 0 0,-2 0-76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37.2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59 134 1356 0 0,'4'-2'8175'0'0,"6"-1"-4454"0"0,30-8-4564 0 0,-27 8 1711 0 0,9-5-815 0 0,0 0 0 0 0,-1-2 1 0 0,0 0-1 0 0,29-21 1 0 0,-27 17 176 0 0,-22 14-220 0 0,-1 0 0 0 0,0 0 0 0 0,1 0 1 0 0,-1-1-1 0 0,0 1 0 0 0,0 0 0 0 0,1 0 0 0 0,-1 0 0 0 0,0-1 1 0 0,1 1-1 0 0,-1 0 0 0 0,0 0 0 0 0,0-1 0 0 0,0 1 1 0 0,1 0-1 0 0,-1-1 0 0 0,0 1 0 0 0,0 0 0 0 0,0-1 0 0 0,0 1 1 0 0,1 0-1 0 0,-1-1 0 0 0,0 1 0 0 0,0 0 0 0 0,0-1 0 0 0,0 1 1 0 0,0 0-1 0 0,0-1 0 0 0,0 1 0 0 0,0-1 0 0 0,0 1 0 0 0,0 0 1 0 0,0-1-1 0 0,-1 0 0 0 0,-9-9 191 0 0,-18-2-79 0 0,18 12-111 0 0,0 0 1 0 0,0 0 0 0 0,0 0 0 0 0,0 2 0 0 0,0-1-1 0 0,1 1 1 0 0,-1 1 0 0 0,0-1 0 0 0,1 2-1 0 0,0-1 1 0 0,0 1 0 0 0,0 1 0 0 0,-12 7 0 0 0,11-6 47 0 0,1 1 0 0 0,0-1 0 0 0,1 2 1 0 0,0-1-1 0 0,0 1 0 0 0,0 0 1 0 0,1 1-1 0 0,0-1 0 0 0,1 1 1 0 0,0 1-1 0 0,-9 18 0 0 0,14-25-69 0 0,0-1-1 0 0,0 1 1 0 0,1 0-1 0 0,-1 0 1 0 0,1 0-1 0 0,-1-1 1 0 0,1 1-1 0 0,0 0 1 0 0,0 0-1 0 0,0 0 1 0 0,1 0-1 0 0,-1 0 1 0 0,1-1-1 0 0,-1 1 1 0 0,1 0-1 0 0,0 0 1 0 0,0-1-1 0 0,0 1 1 0 0,1 0-1 0 0,-1-1 1 0 0,1 1-1 0 0,-1-1 1 0 0,1 0-1 0 0,0 0 1 0 0,0 1-1 0 0,0-1 1 0 0,0 0-1 0 0,0 0 1 0 0,0-1-1 0 0,0 1 1 0 0,1 0-1 0 0,4 2 1 0 0,1 0-661 0 0,1 1-1 0 0,-1-1 1 0 0,1-1 0 0 0,0 1 0 0 0,0-2 0 0 0,1 1 0 0 0,-1-1-1 0 0,16 1 1 0 0,21-4-5749 0 0,-31 0 4166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37.6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49 1788 0 0,'4'-15'6495'0'0,"6"14"-3787"0"0,13 19-1637 0 0,-20-14-963 0 0,0-1-1 0 0,0 1 1 0 0,-1 0-1 0 0,1 0 1 0 0,-1 0-1 0 0,0 0 0 0 0,0 0 1 0 0,0 0-1 0 0,-1 1 1 0 0,0-1-1 0 0,0 0 1 0 0,1 8-1 0 0,-1 1 247 0 0,0 1 1 0 0,-3 24-1 0 0,0-1-31 0 0,2-36-381 0 0,13-25-866 0 0,13-46 772 0 0,-22 55 326 0 0,1 1-1 0 0,0-1 0 0 0,1 1 1 0 0,1 0-1 0 0,12-19 0 0 0,-18 31-163 0 0,1 1-1 0 0,0 0 0 0 0,-1-1 1 0 0,1 1-1 0 0,0 0 1 0 0,-1 0-1 0 0,1 0 0 0 0,0 0 1 0 0,0 1-1 0 0,0-1 0 0 0,0 0 1 0 0,0 1-1 0 0,0-1 1 0 0,0 1-1 0 0,0 0 0 0 0,0-1 1 0 0,0 1-1 0 0,0 0 0 0 0,0 1 1 0 0,0-1-1 0 0,0 0 1 0 0,0 0-1 0 0,0 1 0 0 0,0-1 1 0 0,0 1-1 0 0,0 0 0 0 0,0-1 1 0 0,0 1-1 0 0,-1 0 1 0 0,4 2-1 0 0,6 3-222 0 0,0 0 1 0 0,0 1-1 0 0,13 11 0 0 0,51 38-2881 0 0,-23-23-4342 0 0,-44-29 5371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37.9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 58 12 0 0,'-2'-12'2101'0'0,"0"8"-1180"0"0,1 0-1 0 0,0 1 1 0 0,0-1 0 0 0,1 0 0 0 0,-1 0 0 0 0,1 0 0 0 0,0 0-1 0 0,0 0 1 0 0,1-7 0 0 0,1 13-708 0 0,1 0 1 0 0,-1-1-1 0 0,0 1 0 0 0,1 0 0 0 0,-1 0 1 0 0,0 1-1 0 0,0-1 0 0 0,-1 0 1 0 0,1 1-1 0 0,2 3 0 0 0,11 21 268 0 0,-2 0 0 0 0,0 1 0 0 0,-2 0 0 0 0,-1 1 0 0 0,7 32 0 0 0,-15-51-412 0 0,0-1 0 0 0,0 1 0 0 0,-1 0 0 0 0,-1-1 1 0 0,0 1-1 0 0,0 0 0 0 0,-1-1 0 0 0,0 1 1 0 0,0-1-1 0 0,-1 1 0 0 0,-1-1 0 0 0,1 0 0 0 0,-1 1 1 0 0,-1-1-1 0 0,0-1 0 0 0,0 1 0 0 0,-1 0 1 0 0,0-1-1 0 0,-12 14 0 0 0,5-7-29 0 0,-19 18 54 0 0,30-32-84 0 0,-1 1 0 0 0,0 0 0 0 0,-1-1 0 0 0,1 0 0 0 0,0 1 0 0 0,0-1 0 0 0,-1 0 0 0 0,1 0 0 0 0,0 0 0 0 0,-1-1 0 0 0,1 1 0 0 0,-1 0-1 0 0,1-1 1 0 0,-4 1 0 0 0,5-2-7 0 0,0 1-1 0 0,0 0 0 0 0,1 0 1 0 0,-1-1-1 0 0,0 1 0 0 0,0 0 1 0 0,0-1-1 0 0,0 1 0 0 0,0-1 0 0 0,1 1 1 0 0,-1-1-1 0 0,0 0 0 0 0,0 1 1 0 0,1-1-1 0 0,-1 0 0 0 0,0 1 1 0 0,1-1-1 0 0,-1 0 0 0 0,1 0 1 0 0,-1 1-1 0 0,1-1 0 0 0,-1 0 1 0 0,1 0-1 0 0,0 0 0 0 0,-1 0 0 0 0,1 0 1 0 0,0 0-1 0 0,0 0 0 0 0,0 0 1 0 0,0 0-1 0 0,0 1 0 0 0,0-1 1 0 0,0 0-1 0 0,0 0 0 0 0,0 0 1 0 0,0-1-1 0 0,5-37-11 0 0,2 15-105 0 0,2 0 0 0 0,0 1 0 0 0,1 0 0 0 0,1 0 0 0 0,1 1 0 0 0,2 1 0 0 0,0 0 0 0 0,19-22 0 0 0,-28 37-250 0 0,1 1-1 0 0,-1 0 1 0 0,1 1 0 0 0,0-1 0 0 0,0 1-1 0 0,1 0 1 0 0,-1 1 0 0 0,1 0 0 0 0,0 0-1 0 0,13-4 1 0 0,-14 5-620 0 0,0 1-1 0 0,0 0 1 0 0,0 0-1 0 0,0 1 1 0 0,0 0-1 0 0,0 0 1 0 0,0 0-1 0 0,9 2 1 0 0,-5 0-1332 0 0</inkml:trace>
  <inkml:trace contextRef="#ctx0" brushRef="#br0" timeOffset="1">352 60 920 0 0,'-6'-11'7065'0'0,"3"10"-2876"0"0,0 22-1379 0 0,5 38-2485 0 0,-1 37 662 0 0,2 17-1196 0 0,-2-98-1787 0 0,2-1-1 0 0,6 28 1 0 0,-8-41 1538 0 0,0 1 1 0 0,-1-1 0 0 0,1 1-1 0 0,0-1 1 0 0,-1 1 0 0 0,1-1 0 0 0,0 0-1 0 0,0 1 1 0 0,0-1 0 0 0,0 0-1 0 0,1 0 1 0 0,-1 0 0 0 0,0 0 0 0 0,2 2-1 0 0,7 2-1960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38.3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235 73 1692 0 0,'5'-7'6874'0'0,"7"3"-3445"0"0,23 1-2377 0 0,-4-1-306 0 0,-1-6-79 0 0,-7 3-11 0 0,0-1 0 0 0,30-16 0 0 0,-52 24-641 0 0,-1-1 1 0 0,1 1 0 0 0,-1-1 0 0 0,1 1-1 0 0,-1 0 1 0 0,1-1 0 0 0,-1 1 0 0 0,1 0 0 0 0,0-1-1 0 0,-1 1 1 0 0,1 0 0 0 0,0 0 0 0 0,-1-1 0 0 0,1 1-1 0 0,0 0 1 0 0,-1 0 0 0 0,1 0 0 0 0,0 0-1 0 0,-1 0 1 0 0,1 0 0 0 0,0 0 0 0 0,0 0 0 0 0,-1 0-1 0 0,1 0 1 0 0,0 1 0 0 0,-1-1 0 0 0,1 0 0 0 0,0 0-1 0 0,-1 1 1 0 0,1-1 0 0 0,-1 0 0 0 0,1 1 0 0 0,0-1-1 0 0,0 1 1 0 0,-1 1-1 0 0,1-1 1 0 0,-1 1-1 0 0,0-1 0 0 0,0 1 0 0 0,1 0 1 0 0,-1-1-1 0 0,0 1 0 0 0,-1 0 0 0 0,1-1 1 0 0,0 1-1 0 0,0 0 0 0 0,-1-1 0 0 0,0 3 1 0 0,-21 53 181 0 0,10-36-80 0 0,-1-1 0 0 0,-1 0-1 0 0,0 0 1 0 0,-29 28 0 0 0,-78 64-72 0 0,36-37-1123 0 0,25-14-2115 0 0,3 2-4004 0 0,47-52 5666 0 0,-8 7-1002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38.7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76 135 668 0 0,'0'-4'654'0'0,"0"1"0"0"0,0-1 0 0 0,1 0 0 0 0,0 1 0 0 0,0-1 0 0 0,0 0 0 0 0,0 1 0 0 0,0-1 0 0 0,3-3 0 0 0,1-2 211 0 0,1 0 0 0 0,1 0-1 0 0,14-14 1 0 0,-14 15-8 0 0,0 0 0 0 0,0 0 0 0 0,7-13 0 0 0,-26 43 691 0 0,1 0 0 0 0,-11 30 0 0 0,19-44-1512 0 0,1-1 0 0 0,0 1 0 0 0,0 0 0 0 0,1 0 0 0 0,0 0 1 0 0,0 0-1 0 0,1 0 0 0 0,0 0 0 0 0,1 0 0 0 0,0 0 0 0 0,3 14 0 0 0,16 39 83 0 0,-12-44 3 0 0,-2 2 1 0 0,-1-1 0 0 0,7 35-1 0 0,-12-47-171 0 0,1 0-1 0 0,-1 0 1 0 0,0 0 0 0 0,-1 0-1 0 0,1-1 1 0 0,-1 1-1 0 0,-1 0 1 0 0,1 0-1 0 0,-1 0 1 0 0,0-1 0 0 0,0 1-1 0 0,0-1 1 0 0,-1 0-1 0 0,0 1 1 0 0,0-1-1 0 0,-6 8 1 0 0,-46 46-3879 0 0,45-49 900 0 0,-1 0 1 0 0,-1-1 0 0 0,-19 11 0 0 0,21-15 491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39.3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0 237 964 0 0,'11'-8'1309'0'0,"1"1"0"0"0,0 1 0 0 0,0 0 1 0 0,14-5-1 0 0,-5 4 91 0 0,40-9 0 0 0,111-2-389 0 0,-115 13-286 0 0,-19 2-535 0 0,139-8 363 0 0,-169 12-435 0 0,-1 1 1 0 0,1-1-1 0 0,-1 1 1 0 0,0 1 0 0 0,1-1-1 0 0,-1 1 1 0 0,0 1 0 0 0,-1-1-1 0 0,1 1 1 0 0,-1 0 0 0 0,1 1-1 0 0,-1-1 1 0 0,-1 1 0 0 0,1 0-1 0 0,-1 1 1 0 0,1 0-1 0 0,-2-1 1 0 0,8 12 0 0 0,-12-16-72 0 0,1 0 1 0 0,-1 0-1 0 0,0 0 1 0 0,1 0 0 0 0,-1 1-1 0 0,0-1 1 0 0,0 0-1 0 0,0 0 1 0 0,0 0-1 0 0,0 0 1 0 0,0 1 0 0 0,0-1-1 0 0,0 0 1 0 0,-1 0-1 0 0,1 0 1 0 0,0 0-1 0 0,-1 1 1 0 0,1-1-1 0 0,-1 0 1 0 0,1 0 0 0 0,-1 0-1 0 0,0 0 1 0 0,1 0-1 0 0,-1 0 1 0 0,0 0-1 0 0,0 0 1 0 0,1-1 0 0 0,-1 1-1 0 0,0 0 1 0 0,-1 1-1 0 0,-36 23 533 0 0,29-20-458 0 0,-4 3-68 0 0,0 0 0 0 0,0-1 1 0 0,-1-1-1 0 0,0 0 0 0 0,0-1 0 0 0,0-1 0 0 0,-1 0 1 0 0,0-1-1 0 0,-27 2 0 0 0,41-4-58 0 0,0-1-1 0 0,0 0 1 0 0,0 0-1 0 0,0 0 1 0 0,1 0-1 0 0,-1-1 1 0 0,0 1-1 0 0,0 0 1 0 0,0 0-1 0 0,0 0 1 0 0,0-1 0 0 0,1 1-1 0 0,-1 0 1 0 0,0-1-1 0 0,0 1 1 0 0,1-1-1 0 0,-1 1 1 0 0,0-1-1 0 0,1 1 1 0 0,-1-1-1 0 0,0 0 1 0 0,1 1 0 0 0,-1-1-1 0 0,1 0 1 0 0,-1 1-1 0 0,1-1 1 0 0,-1 0-1 0 0,0-1 1 0 0,1 0-11 0 0,-1 0 1 0 0,1 0-1 0 0,0 0 0 0 0,0-1 1 0 0,0 1-1 0 0,0 0 0 0 0,0 0 1 0 0,0 0-1 0 0,1 0 0 0 0,-1 0 1 0 0,2-3-1 0 0,1-5-76 0 0,0 1 1 0 0,1 0-1 0 0,1 0 1 0 0,5-9-1 0 0,-1 6-132 0 0,1 0 1 0 0,0 0 0 0 0,0 1-1 0 0,2 0 1 0 0,-1 1-1 0 0,1 0 1 0 0,1 1-1 0 0,-1 1 1 0 0,2 0-1 0 0,-1 0 1 0 0,21-7 0 0 0,17-5-889 0 0,98-23 0 0 0,-116 35 1041 0 0,-23 5 91 0 0,0 1 1 0 0,1 0-1 0 0,-1 0 0 0 0,0 1 1 0 0,0 1-1 0 0,0 0 1 0 0,15 1-1 0 0,-22 0 32 0 0,0-1 1 0 0,0 1-1 0 0,1 0 0 0 0,-1 0 1 0 0,0 0-1 0 0,0 0 0 0 0,-1 1 0 0 0,1-1 1 0 0,0 1-1 0 0,0 0 0 0 0,-1 0 1 0 0,1 0-1 0 0,-1 0 0 0 0,0 0 1 0 0,1 0-1 0 0,-1 1 0 0 0,0-1 1 0 0,0 1-1 0 0,0 0 0 0 0,-1-1 1 0 0,1 1-1 0 0,-1 0 0 0 0,0 0 1 0 0,1 0-1 0 0,-1 0 0 0 0,1 6 1 0 0,-1-3 30 0 0,0 1-1 0 0,0 0 1 0 0,-1 0 0 0 0,0 0 0 0 0,0 0 0 0 0,0 0 0 0 0,-1 0 0 0 0,0-1 0 0 0,-1 1 0 0 0,1 0 0 0 0,-1 0 0 0 0,-1-1-1 0 0,1 1 1 0 0,-1-1 0 0 0,0 0 0 0 0,-1 0 0 0 0,1 0 0 0 0,-1 0 0 0 0,0-1 0 0 0,-7 8 0 0 0,5-6-40 0 0,-1-1 0 0 0,0 1 0 0 0,0-1-1 0 0,-1 0 1 0 0,0-1 0 0 0,0 1 0 0 0,0-2 0 0 0,0 1 0 0 0,-1-1 0 0 0,0-1 0 0 0,0 1 0 0 0,0-1 0 0 0,0-1 0 0 0,-14 2-1 0 0,21-3-34 0 0,0-1-1 0 0,0 1 1 0 0,0-1 0 0 0,0 0-1 0 0,0 0 1 0 0,0 0-1 0 0,-1 0 1 0 0,1-1-1 0 0,0 1 1 0 0,0-1-1 0 0,0 1 1 0 0,0-1-1 0 0,0 1 1 0 0,0-1-1 0 0,0 0 1 0 0,0 0-1 0 0,1 0 1 0 0,-1 0-1 0 0,0-1 1 0 0,0 1-1 0 0,1 0 1 0 0,-3-3-1 0 0,3 2-6 0 0,-1 0 0 0 0,1-1-1 0 0,0 1 1 0 0,0-1 0 0 0,0 1 0 0 0,0-1-1 0 0,1 0 1 0 0,-1 0 0 0 0,1 1-1 0 0,-1-1 1 0 0,1 0 0 0 0,0 1 0 0 0,0-1-1 0 0,1-5 1 0 0,1-3-39 0 0,0 0 0 0 0,1 0 0 0 0,0 0 1 0 0,0 0-1 0 0,1 1 0 0 0,1-1 0 0 0,6-9 0 0 0,-3 7-312 0 0,0 0 1 0 0,2 1-1 0 0,-1 0 0 0 0,2 0 1 0 0,-1 1-1 0 0,1 1 0 0 0,22-16 1 0 0,-17 15-2293 0 0,0 2 1 0 0,0 0 0 0 0,24-9 0 0 0,-29 13 394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39.6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 65 452 0 0,'-1'-5'1090'0'0,"0"0"0"0"0,0 0 0 0 0,0 1 0 0 0,-1-1 1 0 0,0 1-1 0 0,0-1 0 0 0,0 1 0 0 0,-1 0 0 0 0,1 0 0 0 0,-1 0 0 0 0,0 0 0 0 0,0 0 0 0 0,-4-4 0 0 0,6 9-1016 0 0,0-1 0 0 0,1 0-1 0 0,-1 1 1 0 0,0-1 0 0 0,1 1-1 0 0,-1 0 1 0 0,1-1 0 0 0,-1 1-1 0 0,1-1 1 0 0,-1 1 0 0 0,1 0-1 0 0,-1-1 1 0 0,1 1-1 0 0,0 0 1 0 0,-1 0 0 0 0,1-1-1 0 0,0 1 1 0 0,0 0 0 0 0,0 0-1 0 0,-1-1 1 0 0,1 1 0 0 0,0 0-1 0 0,0 0 1 0 0,0 1 0 0 0,-4 22 227 0 0,1 15-111 0 0,1-1-1 0 0,1 1 0 0 0,3-1 0 0 0,7 51 0 0 0,-3-54-199 0 0,-2-12-632 0 0,0 1-1 0 0,2-1 0 0 0,9 25 0 0 0,5-25-4338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40.1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24 231 620 0 0,'-8'-4'1403'0'0,"-8"-5"4492"0"0,16 9-5817 0 0,0-1 0 0 0,0 1 0 0 0,0-1 1 0 0,0 1-1 0 0,0-1 0 0 0,0 1 0 0 0,1-1 1 0 0,-1 1-1 0 0,0-1 0 0 0,0 1 1 0 0,0-1-1 0 0,1 1 0 0 0,-1-1 0 0 0,0 1 1 0 0,0-1-1 0 0,1 1 0 0 0,-1 0 0 0 0,1-1 1 0 0,-1 1-1 0 0,0-1 0 0 0,1 1 0 0 0,-1 0 1 0 0,1-1-1 0 0,-1 1 0 0 0,1 0 1 0 0,-1 0-1 0 0,0-1 0 0 0,1 1 0 0 0,-1 0 1 0 0,1 0-1 0 0,0 0 0 0 0,-1 0 0 0 0,1 0 1 0 0,0-1-1 0 0,21-8 106 0 0,0 0 0 0 0,47-11 0 0 0,8-2 28 0 0,163-75-20 0 0,-234 94-397 0 0,15-3 1124 0 0,-20 6-869 0 0,-1 0 1 0 0,1 1-1 0 0,-1-1 1 0 0,1 1 0 0 0,-1 0-1 0 0,1-1 1 0 0,-1 1-1 0 0,0-1 1 0 0,1 1 0 0 0,-1 0-1 0 0,0-1 1 0 0,0 1-1 0 0,1 0 1 0 0,-1-1 0 0 0,0 1-1 0 0,0 0 1 0 0,0-1-1 0 0,0 1 1 0 0,0 0 0 0 0,0-1-1 0 0,0 1 1 0 0,0 0-1 0 0,0-1 1 0 0,0 1 0 0 0,0 0-1 0 0,-1-1 1 0 0,1 1-1 0 0,0 0 1 0 0,0-1 0 0 0,-1 2-1 0 0,-58 318 2789 0 0,58-316-2761 0 0,-4 18-297 0 0,0-22-189 0 0,-2-12-62 0 0,3 1 314 0 0,0-1 0 0 0,1 0 0 0 0,0 0 0 0 0,1 0 1 0 0,1 0-1 0 0,0 0 0 0 0,0 0 0 0 0,1 0 0 0 0,1 0 0 0 0,0-1 0 0 0,0 1 1 0 0,1 0-1 0 0,1 0 0 0 0,0 1 0 0 0,7-18 0 0 0,-5 16 154 0 0,1-1 1 0 0,0 1-1 0 0,1 0 0 0 0,1 0 0 0 0,0 1 1 0 0,1 0-1 0 0,0 0 0 0 0,0 1 1 0 0,2 0-1 0 0,-1 1 0 0 0,1 0 0 0 0,20-13 1 0 0,-27 20 16 0 0,0 1 1 0 0,1 0-1 0 0,-1 0 1 0 0,1 0-1 0 0,0 0 1 0 0,0 1-1 0 0,-1 0 1 0 0,1 0-1 0 0,0 0 1 0 0,0 1-1 0 0,0 0 1 0 0,0 0-1 0 0,0 0 1 0 0,0 0 0 0 0,8 2-1 0 0,-12-1 1 0 0,1-1 0 0 0,0 1 1 0 0,-1-1-1 0 0,1 1 0 0 0,0 0 0 0 0,-1 0 0 0 0,1 0 0 0 0,-1 0 0 0 0,1 0 1 0 0,-1 0-1 0 0,0 0 0 0 0,1 0 0 0 0,-1 1 0 0 0,0-1 0 0 0,0 0 1 0 0,0 1-1 0 0,0-1 0 0 0,1 3 0 0 0,-1-2 6 0 0,0 1 1 0 0,-1-1-1 0 0,1 1 1 0 0,-1-1-1 0 0,0 1 0 0 0,0 0 1 0 0,0-1-1 0 0,0 1 0 0 0,0-1 1 0 0,0 1-1 0 0,-1-1 1 0 0,1 1-1 0 0,-1-1 0 0 0,0 1 1 0 0,1-1-1 0 0,-3 4 1 0 0,-2 5 57 0 0,-1 0 1 0 0,0 0 0 0 0,0-1 0 0 0,-1 0 0 0 0,0 0 0 0 0,-17 16 0 0 0,1-4 46 0 0,-38 27 0 0 0,61-49-141 0 0,-1 1 0 0 0,0 0 0 0 0,0 0 0 0 0,-1 0 0 0 0,1-1 0 0 0,0 1 0 0 0,0 0 0 0 0,0-1 0 0 0,0 1 0 0 0,0-1 0 0 0,-1 1 0 0 0,1-1 0 0 0,0 0-1 0 0,-1 0 1 0 0,1 1 0 0 0,0-1 0 0 0,0 0 0 0 0,-1 0 0 0 0,1 0 0 0 0,0 0 0 0 0,-1-1 0 0 0,1 1 0 0 0,0 0 0 0 0,0 0 0 0 0,-3-2 0 0 0,4 2-62 0 0,-1-1 0 0 0,1 0 1 0 0,-1 0-1 0 0,1 1 0 0 0,-1-1 0 0 0,1 0 1 0 0,0 0-1 0 0,0 0 0 0 0,-1 0 1 0 0,1 0-1 0 0,0 0 0 0 0,0 1 0 0 0,0-1 1 0 0,0 0-1 0 0,0 0 0 0 0,0 0 0 0 0,0 0 1 0 0,0 0-1 0 0,0 0 0 0 0,0 0 1 0 0,1 0-1 0 0,-1 1 0 0 0,0-1 0 0 0,1 0 1 0 0,-1 0-1 0 0,0 0 0 0 0,1 1 1 0 0,-1-1-1 0 0,1 0 0 0 0,-1 0 0 0 0,1 1 1 0 0,0-1-1 0 0,-1 0 0 0 0,1 1 0 0 0,1-2 1 0 0,5-8-1228 0 0,-3 5 280 0 0,-1 1-1 0 0,1-1 1 0 0,0 1-1 0 0,0 0 1 0 0,0 0-1 0 0,6-3 1 0 0,2 0-1194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40.5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285 12 1408 0 0,'-1'-8'9128'0'0,"-2"5"-5619"0"0,-11 5-3510 0 0,6 0 836 0 0,-13 6-527 0 0,0 0 1 0 0,0 1 0 0 0,1 1 0 0 0,0 1-1 0 0,1 1 1 0 0,0 1 0 0 0,0 0 0 0 0,2 2-1 0 0,0 0 1 0 0,-18 20 0 0 0,32-31-262 0 0,-1 0-1 0 0,1 0 1 0 0,0 1 0 0 0,1-1-1 0 0,-1 1 1 0 0,1 0 0 0 0,0 0-1 0 0,0-1 1 0 0,0 1 0 0 0,-1 8-1 0 0,3-11-46 0 0,0-1 1 0 0,0 1-1 0 0,0-1 0 0 0,0 0 0 0 0,0 1 0 0 0,0-1 0 0 0,0 0 0 0 0,0 1 1 0 0,1-1-1 0 0,-1 0 0 0 0,0 1 0 0 0,1-1 0 0 0,0 0 0 0 0,-1 1 0 0 0,1-1 0 0 0,-1 0 1 0 0,1 0-1 0 0,0 0 0 0 0,0 0 0 0 0,0 1 0 0 0,0-1 0 0 0,0 0 0 0 0,0-1 1 0 0,0 1-1 0 0,0 0 0 0 0,0 0 0 0 0,0 0 0 0 0,0-1 0 0 0,1 1 0 0 0,-1 0 1 0 0,0-1-1 0 0,0 1 0 0 0,1-1 0 0 0,-1 0 0 0 0,0 1 0 0 0,1-1 0 0 0,-1 0 0 0 0,1 0 1 0 0,-1 0-1 0 0,0 0 0 0 0,1 0 0 0 0,-1 0 0 0 0,1 0 0 0 0,0-1 0 0 0,10 1-107 0 0,-1-1 0 0 0,1 0 0 0 0,11-3 0 0 0,-13 1-75 0 0,0 1 0 0 0,0-2 0 0 0,-1 1 0 0 0,1-1 0 0 0,-1-1 0 0 0,12-7 0 0 0,-14 7 49 0 0,-1 0 0 0 0,1 0 0 0 0,-1 0 0 0 0,-1-1 0 0 0,1 0 0 0 0,-1 0 0 0 0,0-1 0 0 0,0 1 0 0 0,-1-1 0 0 0,1 0 0 0 0,-2 0 0 0 0,1-1 0 0 0,-1 1 0 0 0,0-1 0 0 0,3-13 0 0 0,-3 4 139 0 0,-1 0-1 0 0,0 1 1 0 0,-1-22-1 0 0,-1 37 63 0 0,2 4-24 0 0,0-1 0 0 0,0 1-1 0 0,0 0 1 0 0,-1-1 0 0 0,1 1 0 0 0,-1 0-1 0 0,0 0 1 0 0,1 0 0 0 0,-1 0 0 0 0,0 4-1 0 0,5 8 23 0 0,-1-5-231 0 0,1-1 0 0 0,0 1 0 0 0,1-1 0 0 0,0 0 1 0 0,0-1-1 0 0,1 0 0 0 0,0 0 0 0 0,0 0 0 0 0,1-1 1 0 0,0 0-1 0 0,0-1 0 0 0,1 0 0 0 0,16 8 0 0 0,-13-9-1230 0 0,0 0 0 0 0,1 0 0 0 0,-1-1 0 0 0,1-1 0 0 0,0 0 0 0 0,20 0 0 0 0,-16-2-849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40.8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80 197 204 0 0,'-17'-81'8290'0'0,"-4"-18"-2349"0"0,21 98-5871 0 0,-1 0-1 0 0,1 0 1 0 0,0 0-1 0 0,0 0 1 0 0,0 0-1 0 0,-1 1 0 0 0,1-1 1 0 0,0 0-1 0 0,-1 0 1 0 0,1 0-1 0 0,-1 0 1 0 0,1 1-1 0 0,-1-1 0 0 0,0 0 1 0 0,1 1-1 0 0,-1-1 1 0 0,1 0-1 0 0,-1 1 1 0 0,-1-2-1 0 0,1 2-27 0 0,1 0-1 0 0,-1 0 1 0 0,1 1 0 0 0,-1-1-1 0 0,1 0 1 0 0,-1 0 0 0 0,1 0-1 0 0,-1 0 1 0 0,1 1 0 0 0,0-1-1 0 0,-1 0 1 0 0,1 0 0 0 0,-1 1-1 0 0,1-1 1 0 0,0 0 0 0 0,-1 1-1 0 0,1-1 1 0 0,0 1 0 0 0,-1-1-1 0 0,1 0 1 0 0,0 1 0 0 0,-1-1-1 0 0,1 1 1 0 0,0 0 0 0 0,-13 36 777 0 0,9-5-659 0 0,1 0-1 0 0,2 0 1 0 0,1 0-1 0 0,1 0 1 0 0,2 0 0 0 0,11 50-1 0 0,-7-55-718 0 0,0 0-1 0 0,3 0 0 0 0,0 0 1 0 0,20 36-1 0 0,-30-63 429 0 0,12 17-1603 0 0,-4-11-1324 0 0,0-9-4728 0 0,-5-1 5443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41.2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38 444 388 0 0,'-3'-1'724'0'0,"-28"-9"6664"0"0,31 10-7296 0 0,0-1-1 0 0,-1 1 1 0 0,1 0 0 0 0,0 0 0 0 0,0 0 0 0 0,0-1 0 0 0,-1 1 0 0 0,1 0-1 0 0,0 0 1 0 0,0-1 0 0 0,0 1 0 0 0,-1 0 0 0 0,1 0 0 0 0,0-1-1 0 0,0 1 1 0 0,0 0 0 0 0,0-1 0 0 0,0 1 0 0 0,0 0 0 0 0,0 0 0 0 0,0-1-1 0 0,0 1 1 0 0,0 0 0 0 0,0-1 0 0 0,0 1 0 0 0,0 0 0 0 0,0-1 0 0 0,0 1-1 0 0,0 0 1 0 0,0-1 0 0 0,14-12 732 0 0,28-11-530 0 0,68-29-1 0 0,1 1-1021 0 0,-89 40 288 0 0,0-1 0 0 0,25-20 0 0 0,-38 25 254 0 0,0 0 0 0 0,0 0 0 0 0,-1-1 0 0 0,0-1 0 0 0,-1 1 0 0 0,12-21 0 0 0,-11 15 191 0 0,-1 0 0 0 0,0 0-1 0 0,6-23 1 0 0,-10 29 684 0 0,-1-1 0 0 0,-1 0 1 0 0,0 1-1 0 0,1-12 0 0 0,11 84 563 0 0,-11-37-1148 0 0,-2-14-63 0 0,1 0 0 0 0,1 0 0 0 0,-1 0 0 0 0,2 0 0 0 0,0 0 0 0 0,8 22 0 0 0,-10-32-36 0 0,0-1 1 0 0,-1 1 0 0 0,1-1-1 0 0,0 1 1 0 0,0-1-1 0 0,0 1 1 0 0,0-1-1 0 0,0 0 1 0 0,0 0-1 0 0,0 0 1 0 0,1 1-1 0 0,-1-1 1 0 0,0 0-1 0 0,1-1 1 0 0,-1 1-1 0 0,1 0 1 0 0,-1 0-1 0 0,1 0 1 0 0,-1-1-1 0 0,1 1 1 0 0,-1-1-1 0 0,1 1 1 0 0,0-1-1 0 0,-1 0 1 0 0,1 0-1 0 0,0 0 1 0 0,-1 0-1 0 0,1 0 1 0 0,2 0-1 0 0,2-2 64 0 0,1 0 0 0 0,-1-1 0 0 0,0 1 0 0 0,0-1 0 0 0,0-1 0 0 0,7-4 0 0 0,31-16 604 0 0,-42 23-626 0 0,-1 1 1 0 0,1-1-1 0 0,1 0 0 0 0,-1 1 1 0 0,0 0-1 0 0,0-1 0 0 0,0 1 1 0 0,0 0-1 0 0,0 0 0 0 0,0 0 1 0 0,0 1-1 0 0,0-1 0 0 0,0 0 1 0 0,0 1-1 0 0,0-1 0 0 0,0 1 1 0 0,0 0-1 0 0,0 0 0 0 0,2 0 1 0 0,13 12 165 0 0,0 0 1 0 0,-1 1-1 0 0,-1 0 1 0 0,27 32-1 0 0,-2-2-180 0 0,-37-40-266 0 0,30 28-218 0 0,-11-17-5067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47.2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1353 758 184 0 0,'10'-13'3401'0'0,"-8"12"-393"0"0,-9 8-1494 0 0,-1 3-1327 0 0,0 1 1 0 0,0 0-1 0 0,1 0 0 0 0,0 1 1 0 0,1-1-1 0 0,1 2 0 0 0,-5 14 1 0 0,0-3-78 0 0,-16 47 53 0 0,2 2 1 0 0,-18 104 0 0 0,38-156-145 0 0,-105 723 335 0 0,63-358-277 0 0,-190 849-676 0 0,171-935 500 0 0,-50 374 212 0 0,-6 24-399 0 0,-31-154 319 0 0,82-326 198 0 0,42-116-123 0 0,-86 378 398 0 0,109-445-480 0 0,-67 479-46 0 0,38 0 786 0 0,29-402-449 0 0,-2 104 162 0 0,-6 238 554 0 0,13-444-1033 0 0,1 0 0 0 0,1 0 1 0 0,4 16-1 0 0,-4-16 34 0 0,0 0 0 0 0,0 0 0 0 0,1 16-1 0 0,-3-24-37 0 0,0 1-1 0 0,0 0 1 0 0,0-1-1 0 0,0 1 1 0 0,1-1 0 0 0,-1 1-1 0 0,1-1 1 0 0,0 1-1 0 0,0-1 1 0 0,0 1-1 0 0,0-1 1 0 0,0 0-1 0 0,0 1 1 0 0,1-1 0 0 0,2 4-1 0 0,-1-4-8 0 0,0 1 1 0 0,0-1-1 0 0,1 1 0 0 0,-1-1 0 0 0,1 0 1 0 0,-1 0-1 0 0,1-1 0 0 0,0 1 0 0 0,0-1 1 0 0,4 2-1 0 0,-3-1 20 0 0,1 0 1 0 0,-1-1-1 0 0,1 0 0 0 0,0 1 1 0 0,-1-2-1 0 0,1 1 0 0 0,0-1 1 0 0,0 0-1 0 0,0 0 0 0 0,-1 0 1 0 0,1-1-1 0 0,0 0 0 0 0,8-2 1 0 0,3-2 16 0 0,1-1 0 0 0,-2-1 1 0 0,1 0-1 0 0,-1-1 0 0 0,0-1 1 0 0,0-1-1 0 0,-1 0 1 0 0,-1-1-1 0 0,0 0 0 0 0,0-1 1 0 0,-1-1-1 0 0,-1 0 1 0 0,20-26-1 0 0,28-51 27 0 0,59-117-1 0 0,-72 121-60 0 0,-16 26-8 0 0,-3-3 0 0 0,33-101 0 0 0,21-136 202 0 0,-32 102 67 0 0,51-220 253 0 0,-31 37-220 0 0,-28 138-263 0 0,81-349-60 0 0,-50 171 488 0 0,-27 115-356 0 0,-20 127-58 0 0,1-30-46 0 0,25-140-30 0 0,-22 193-141 0 0,8-36 58 0 0,60-233 418 0 0,-34 111-245 0 0,-33 150-90 0 0,21-134 89 0 0,-19 83 35 0 0,6-51-189 0 0,19-263 645 0 0,-25 316-366 0 0,1-6-41 0 0,-1-124 44 0 0,-21 224-255 0 0,2-59-67 0 0,-4-99-152 0 0,-13 168 452 0 0,1-3 9 0 0,2 110-155 0 0,0 0 0 0 0,0 0 1 0 0,0 0-1 0 0,0 0 0 0 0,-1 0 0 0 0,1 0 0 0 0,0 0 0 0 0,-1 0 1 0 0,1 0-1 0 0,-1 0 0 0 0,0 0 0 0 0,0 0 0 0 0,0 0 0 0 0,-1-2 1 0 0,-1 2 5 0 0,1 0 1 0 0,-1 0 0 0 0,0 0 0 0 0,0 0-1 0 0,1 0 1 0 0,-1 1 0 0 0,-6-3 0 0 0,-3-1-58 0 0,1 1 1 0 0,-1 0 0 0 0,0 0-1 0 0,0 1 1 0 0,0 1-1 0 0,-1 0 1 0 0,1 1-1 0 0,0 0 1 0 0,-1 1 0 0 0,1 0-1 0 0,0 1 1 0 0,-1 1-1 0 0,1 0 1 0 0,0 0 0 0 0,-21 8-1 0 0,26-8 21 0 0,-27 10-31 0 0,-48 9-1 0 0,73-18 36 0 0,1 0 0 0 0,0 1 0 0 0,0 0 0 0 0,0 0 0 0 0,0 1 0 0 0,1 0 0 0 0,0 0 0 0 0,0 1 0 0 0,0-1 0 0 0,1 2 0 0 0,-11 11 0 0 0,14-14 8 0 0,-11 13-15 0 0,0 1-1 0 0,2 0 0 0 0,0 1 0 0 0,1 0 1 0 0,-10 26-1 0 0,-9 15 99 0 0,-23 47 838 0 0,-58 169 0 0 0,102-253-727 0 0,-1 6-78 0 0,1 0 0 0 0,2 1-1 0 0,0-1 1 0 0,2 1 0 0 0,2 0 0 0 0,0 1-1 0 0,2-1 1 0 0,1 1 0 0 0,6 40 0 0 0,-1-13 14 0 0,-2-28-46 0 0,7 39 0 0 0,-9-63-1370 0 0,5 5 4023 0 0,-2-4-5440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48.4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1616 3149 876 0 0,'-10'-4'2140'0'0,"1"0"-1"0"0,0 0 1 0 0,1-1-1 0 0,-15-9 1 0 0,14 7-1254 0 0,1 0 0 0 0,0-1 0 0 0,-12-14 1 0 0,5 2-671 0 0,2 0 0 0 0,0-1 1 0 0,-13-32-1 0 0,-193-350 1485 0 0,31 64-488 0 0,113 194-874 0 0,-92-198 32 0 0,-33-237-645 0 0,180 515 476 0 0,-45-101 0 0 0,53 144-67 0 0,-1 0 1 0 0,-17-21-1 0 0,-15-25 66 0 0,20 19-138 0 0,-14-25 95 0 0,32 61-145 0 0,0-1 0 0 0,1 0 0 0 0,1 0 0 0 0,0 0 0 0 0,1-1 0 0 0,1 1 0 0 0,-3-25 0 0 0,6 36-11 0 0,-6-42 28 0 0,-2 1 1 0 0,-2 0-1 0 0,-30-80 1 0 0,40 123-36 0 0,-1 0-1 0 0,1 0 1 0 0,-1 0 0 0 0,1 0-1 0 0,-1 0 1 0 0,0 0 0 0 0,1 0-1 0 0,-1 0 1 0 0,0 0 0 0 0,0 0-1 0 0,0 0 1 0 0,0 1 0 0 0,0-1 0 0 0,0 0-1 0 0,0 1 1 0 0,0-1 0 0 0,0 1-1 0 0,0-1 1 0 0,0 1 0 0 0,0-1-1 0 0,0 1 1 0 0,-1 0 0 0 0,0-1-1 0 0,-1 1-13 0 0,0 0-1 0 0,1 0 1 0 0,-1 1-1 0 0,0-1 1 0 0,0 1 0 0 0,1-1-1 0 0,-1 1 1 0 0,1 0-1 0 0,-1 0 1 0 0,-2 1-1 0 0,-3 2-32 0 0,0 1 1 0 0,1 0-1 0 0,-1 0 0 0 0,1 0 1 0 0,-10 10-1 0 0,6-2-2 0 0,0 1 0 0 0,0 0 1 0 0,1 1-1 0 0,-14 27 0 0 0,-24 67-172 0 0,46-103 213 0 0,-1 2-45 0 0,0 0 1 0 0,1 0-1 0 0,0 0 1 0 0,1 0 0 0 0,-2 17-1 0 0,3-25 19 0 0,3-1-30 0 0,0 0 68 0 0,-1-1-1 0 0,1 1 1 0 0,-1-1-1 0 0,1 0 0 0 0,-1 0 1 0 0,0 1-1 0 0,0-2 1 0 0,1 1-1 0 0,-2 0 0 0 0,1 0 1 0 0,0-1-1 0 0,0 1 0 0 0,-1-1 1 0 0,1 1-1 0 0,-1-1 1 0 0,1-2-1 0 0,7-9 23 0 0,6-10 9 0 0,-1 1 0 0 0,-1-2-1 0 0,-1 0 1 0 0,-1-1 0 0 0,7-29 0 0 0,-11 38-27 0 0,24-77-5 0 0,41-102-211 0 0,-71 195 207 0 0,-1 0 0 0 0,1 0 0 0 0,0 0 1 0 0,-1 1-1 0 0,1-1 0 0 0,0 0 0 0 0,0 1 0 0 0,0-1 1 0 0,-1 0-1 0 0,1 1 0 0 0,0-1 0 0 0,0 1 0 0 0,0-1 1 0 0,0 1-1 0 0,0 0 0 0 0,0-1 0 0 0,0 1 0 0 0,0 0 1 0 0,0 0-1 0 0,0 0 0 0 0,0-1 0 0 0,0 1 0 0 0,0 0 1 0 0,0 0-1 0 0,0 1 0 0 0,0-1 0 0 0,0 0 0 0 0,0 0 1 0 0,0 0-1 0 0,0 1 0 0 0,0-1 0 0 0,0 1 0 0 0,0-1 1 0 0,0 0-1 0 0,1 2 0 0 0,39 20-108 0 0,-33-17 89 0 0,25 13-45 0 0,149 94-2777 0 0,-149-89-2592 0 0,46 45 0 0 0,-60-50 2860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0.4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0 664 0 0,'2'40'14777'0'0,"2"3"-7365"0"0,4 12-4963 0 0,8 29-4592 0 0,-2-3 3568 0 0,25 172-1168 0 0,-38-233-302 0 0,-1-16 4 0 0,0-1-1 0 0,0 1 1 0 0,0 0-1 0 0,1-1 1 0 0,-1 1-1 0 0,1-1 1 0 0,0 1 0 0 0,0 0-1 0 0,0-1 1 0 0,0 0-1 0 0,1 1 1 0 0,-1-1-1 0 0,4 4 1 0 0,0-37-1008 0 0,26-199-11 0 0,11 43 819 0 0,-42 186 236 0 0,0-1 0 0 0,0 0 0 0 0,0 0 0 0 0,0 1 0 0 0,0-1 0 0 0,0 0 0 0 0,0 0 0 0 0,0 1 0 0 0,1-1-1 0 0,-1 0 1 0 0,0 1 0 0 0,1-1 0 0 0,-1 0 0 0 0,0 1 0 0 0,1-1 0 0 0,-1 1 0 0 0,1-1 0 0 0,-1 0 0 0 0,1 1 0 0 0,-1-1 0 0 0,1 1 0 0 0,-1 0 0 0 0,1-1 0 0 0,0 1 0 0 0,-1-1 0 0 0,1 1 0 0 0,0 0 0 0 0,-1-1 0 0 0,1 1-1 0 0,0 0 1 0 0,0 0 0 0 0,-1 0 0 0 0,1-1 0 0 0,1 1 0 0 0,0 1-2 0 0,-1 0 0 0 0,1-1 0 0 0,0 1 0 0 0,-1 0 0 0 0,1 0 0 0 0,0 0 0 0 0,-1 1 0 0 0,1-1 0 0 0,-1 0 0 0 0,1 0 0 0 0,-1 1 0 0 0,2 2 0 0 0,4 6 1 0 0,0-1 0 0 0,-1 2 1 0 0,7 13-1 0 0,10 35-669 0 0,17 67 0 0 0,-40-124 470 0 0,1 0 0 0 0,-1 0 0 0 0,1 0 0 0 0,0 0 1 0 0,0 0-1 0 0,-1 0 0 0 0,1-1 0 0 0,1 1 0 0 0,-1 0 1 0 0,0-1-1 0 0,0 1 0 0 0,3 2 0 0 0,-3-4-35 0 0,0 1-1 0 0,-1-1 0 0 0,1 1 1 0 0,0-1-1 0 0,0 1 1 0 0,0-1-1 0 0,0 0 0 0 0,-1 0 1 0 0,1 1-1 0 0,0-1 0 0 0,0 0 1 0 0,0 0-1 0 0,0 0 0 0 0,0 0 1 0 0,0 0-1 0 0,0 0 1 0 0,0 0-1 0 0,0-1 0 0 0,-1 1 1 0 0,2 0-1 0 0,3-2-863 0 0,-1 0-1 0 0,0-1 1 0 0,1 0-1 0 0,-1 1 1 0 0,0-1 0 0 0,-1 0-1 0 0,1-1 1 0 0,5-5 0 0 0,1-2-1174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0.8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 1 1408 0 0,'4'0'1075'0'0,"0"0"0"0"0,0 1 0 0 0,-1 0 0 0 0,1 0 0 0 0,0 0 0 0 0,-1 0 0 0 0,8 3-1 0 0,25 19 1743 0 0,-20-10-1771 0 0,26 30-1 0 0,-35-35-810 0 0,0 0 0 0 0,-1 1-1 0 0,0-1 1 0 0,-1 1-1 0 0,0 1 1 0 0,0-1-1 0 0,-1 1 1 0 0,0 0 0 0 0,-1 0-1 0 0,0 0 1 0 0,-1 0-1 0 0,0 0 1 0 0,0 1-1 0 0,-1-1 1 0 0,-1 1 0 0 0,0 15-1 0 0,-1-18-177 0 0,0-1-1 0 0,0 1 1 0 0,-1-1-1 0 0,0 1 1 0 0,0-1 0 0 0,-1 0-1 0 0,1 0 1 0 0,-2 0-1 0 0,1 0 1 0 0,-1 0 0 0 0,0-1-1 0 0,0 1 1 0 0,-1-1-1 0 0,0 0 1 0 0,0-1-1 0 0,0 1 1 0 0,-1-1 0 0 0,0 0-1 0 0,0 0 1 0 0,0-1-1 0 0,-1 0 1 0 0,1 0 0 0 0,-9 4-1 0 0,12-7-54 0 0,1 0-1 0 0,-1 1 1 0 0,0-1 0 0 0,0 0-1 0 0,1 0 1 0 0,-1-1 0 0 0,0 1-1 0 0,0 0 1 0 0,0-1 0 0 0,0 0-1 0 0,0 0 1 0 0,0 0 0 0 0,0 0-1 0 0,0 0 1 0 0,0-1 0 0 0,0 1-1 0 0,0-1 1 0 0,0 0-1 0 0,0 1 1 0 0,1-2 0 0 0,-1 1-1 0 0,0 0 1 0 0,1 0 0 0 0,-1-1-1 0 0,0 1 1 0 0,1-1 0 0 0,0 0-1 0 0,-1 0 1 0 0,1 0 0 0 0,0 0-1 0 0,0 0 1 0 0,0-1 0 0 0,0 1-1 0 0,1-1 1 0 0,-1 1-1 0 0,1-1 1 0 0,-1 1 0 0 0,1-1-1 0 0,-2-5 1 0 0,-1-3-55 0 0,1 0 1 0 0,0 0-1 0 0,0 0 0 0 0,1 0 1 0 0,0-1-1 0 0,1 1 0 0 0,1-1 1 0 0,0 0-1 0 0,1-11 0 0 0,2-3-281 0 0,2 1-1 0 0,8-29 0 0 0,-11 45 32 0 0,1 1 0 0 0,0 0-1 0 0,0-1 1 0 0,1 1-1 0 0,0 1 1 0 0,1-1-1 0 0,0 1 1 0 0,0-1-1 0 0,0 1 1 0 0,7-6-1 0 0,-10 11-122 0 0,1 0 0 0 0,0 0 0 0 0,-1 1 0 0 0,1-1 0 0 0,0 1 0 0 0,0-1 0 0 0,0 1 0 0 0,0 0 0 0 0,0 0 0 0 0,0 1 0 0 0,0-1 0 0 0,0 0 0 0 0,0 1 0 0 0,1 0-1 0 0,-1 0 1 0 0,0 0 0 0 0,0 0 0 0 0,0 0 0 0 0,0 1 0 0 0,1-1 0 0 0,-1 1 0 0 0,0 0 0 0 0,0 0 0 0 0,0 0 0 0 0,0 1 0 0 0,-1-1 0 0 0,1 0 0 0 0,0 1 0 0 0,3 2 0 0 0,7 7-1975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2.1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76 1812 0 0,'0'-1'409'0'0,"1"0"-1"0"0,-1 0 1 0 0,0 0-1 0 0,0 0 1 0 0,0 0-1 0 0,1 0 1 0 0,-1 1 0 0 0,1-1-1 0 0,-1 0 1 0 0,0 0-1 0 0,1 0 1 0 0,-1 1-1 0 0,1-1 1 0 0,0 0-1 0 0,-1 0 1 0 0,1 1-1 0 0,0-1 1 0 0,-1 0-1 0 0,1 1 1 0 0,1-2 0 0 0,25-9 2317 0 0,32 1-2256 0 0,-55 9 61 0 0,10 0-327 0 0,0 0 1 0 0,0 1-1 0 0,0 0 0 0 0,0 1 0 0 0,0 1 0 0 0,-1 0 1 0 0,1 1-1 0 0,-1 1 0 0 0,1 0 0 0 0,-1 0 0 0 0,0 1 0 0 0,22 13 1 0 0,-29-15-151 0 0,-1 1 0 0 0,1 0 0 0 0,-1 0 1 0 0,0 0-1 0 0,0 1 0 0 0,-1 0 1 0 0,1 0-1 0 0,-1 0 0 0 0,0 0 0 0 0,0 1 1 0 0,-1-1-1 0 0,1 1 0 0 0,-1 0 1 0 0,-1 0-1 0 0,1 0 0 0 0,-1 0 0 0 0,0 1 1 0 0,0-1-1 0 0,-1 1 0 0 0,0-1 0 0 0,0 1 1 0 0,-1 0-1 0 0,1-1 0 0 0,-2 1 1 0 0,1-1-1 0 0,-1 1 0 0 0,1 0 0 0 0,-4 10 1 0 0,0-2-66 0 0,-1-1 0 0 0,0 0 1 0 0,-1-1-1 0 0,0 1 1 0 0,-1-1-1 0 0,0-1 1 0 0,-1 1-1 0 0,-19 21 0 0 0,27-33-4 0 0,-1 0 0 0 0,1-1 0 0 0,0 1 0 0 0,-1 0 0 0 0,1-1 0 0 0,-1 1 0 0 0,1 0 0 0 0,-1-1 0 0 0,1 1-1 0 0,-1-1 1 0 0,0 1 0 0 0,1-1 0 0 0,-1 0 0 0 0,1 1 0 0 0,-1-1 0 0 0,0 1 0 0 0,0-1 0 0 0,1 0 0 0 0,-1 0 0 0 0,0 1-1 0 0,0-1 1 0 0,2-15-417 0 0,1 0 410 0 0,6-26-100 0 0,17-60 1 0 0,-9 46 119 0 0,-9 29-95 0 0,17-43 0 0 0,-22 62-62 0 0,1 1 0 0 0,1 0 0 0 0,-1-1-1 0 0,1 1 1 0 0,0 1 0 0 0,0-1 0 0 0,1 0 0 0 0,0 1 0 0 0,-1 0 0 0 0,2 0 0 0 0,9-7-1 0 0,-12 11-57 0 0,-1 0-1 0 0,1 0 1 0 0,0 0 0 0 0,-1 0-1 0 0,1 0 1 0 0,0 1-1 0 0,-1 0 1 0 0,1-1-1 0 0,0 1 1 0 0,0 0-1 0 0,0 0 1 0 0,-1 0 0 0 0,1 1-1 0 0,3 0 1 0 0,42 13-5387 0 0,-29-8 2519 0 0,-3-1 946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2.5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 47 796 0 0,'33'-23'7371'0'0,"-29"21"-6972"0"0,1 0-1 0 0,-1 0 0 0 0,1 0 0 0 0,0 1 0 0 0,8-2 0 0 0,-9 3-281 0 0,0-1 0 0 0,0 1-1 0 0,-1 0 1 0 0,1 0 0 0 0,0 1 0 0 0,0-1-1 0 0,0 1 1 0 0,-1 0 0 0 0,1 0 0 0 0,0 0-1 0 0,-1 0 1 0 0,1 1 0 0 0,-1 0 0 0 0,1-1-1 0 0,-1 1 1 0 0,0 1 0 0 0,0-1 0 0 0,5 4-1 0 0,-6-3-30 0 0,0-1 0 0 0,0 0 0 0 0,-1 1 0 0 0,1-1 0 0 0,-1 1 0 0 0,1 0 0 0 0,-1-1 0 0 0,0 1 0 0 0,0 0 0 0 0,0 0 0 0 0,-1 0 0 0 0,1-1 0 0 0,-1 1 0 0 0,1 0 0 0 0,-1 0 0 0 0,0 0 0 0 0,0 0 0 0 0,0 0 0 0 0,-1 0 0 0 0,1 0 0 0 0,-1 0 0 0 0,1 0 0 0 0,-1 0 0 0 0,0-1 0 0 0,0 1 0 0 0,0 0 0 0 0,-1 0 0 0 0,-1 2 0 0 0,-4 8 91 0 0,0 0-1 0 0,-1 0 0 0 0,0-1 1 0 0,-13 14-1 0 0,14-18-123 0 0,-51 56 202 0 0,51-58-260 0 0,0 0 1 0 0,0 0 0 0 0,0 0-1 0 0,0-1 1 0 0,-1 0 0 0 0,0-1-1 0 0,-10 5 1 0 0,18-9-4 0 0,-1 0 0 0 0,0 0 1 0 0,1 0-1 0 0,-1 1 0 0 0,1-1 0 0 0,-1 0 1 0 0,0 0-1 0 0,1 0 0 0 0,-1 0 1 0 0,1 0-1 0 0,-1 0 0 0 0,1 0 0 0 0,-1 0 1 0 0,0-1-1 0 0,1 1 0 0 0,-1 0 1 0 0,1 0-1 0 0,-1 0 0 0 0,1-1 0 0 0,-1 1 1 0 0,0 0-1 0 0,1 0 0 0 0,-1-1 0 0 0,1 1 1 0 0,0 0-1 0 0,-1-1 0 0 0,1 1 1 0 0,-1-1-1 0 0,1 1 0 0 0,0-1 0 0 0,-1 1 1 0 0,0-1-1 0 0,-6-25-225 0 0,6-28-283 0 0,1 53 476 0 0,2-30-971 0 0,12-56 1 0 0,-11 76 214 0 0,0 1 0 0 0,1 0 0 0 0,6-14 0 0 0,-6 17-265 0 0,0 1 0 0 0,-1 0 0 0 0,2 1 0 0 0,-1-1-1 0 0,1 1 1 0 0,6-6 0 0 0,-3 3-1029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2.9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337 1 832 0 0,'-12'6'3613'0'0,"-1"0"0"0"0,-21 7-1 0 0,26-11-3307 0 0,-1 1-1 0 0,1 0 0 0 0,0 1 1 0 0,0-1-1 0 0,0 2 0 0 0,1-1 0 0 0,0 1 1 0 0,-1 0-1 0 0,-10 10 0 0 0,-15 26 169 0 0,1 1-1 0 0,2 2 0 0 0,-47 93 1 0 0,74-131-464 0 0,1 0 1 0 0,-1 0-1 0 0,1 0 1 0 0,0 0-1 0 0,1 0 1 0 0,0 1-1 0 0,0-1 1 0 0,0 0 0 0 0,0 1-1 0 0,2 11 1 0 0,-1-16-19 0 0,0 0 1 0 0,0 0-1 0 0,1-1 1 0 0,-1 1-1 0 0,1 0 1 0 0,-1-1-1 0 0,1 1 1 0 0,0-1-1 0 0,-1 1 1 0 0,1-1 0 0 0,0 1-1 0 0,0-1 1 0 0,0 1-1 0 0,0-1 1 0 0,0 0-1 0 0,1 1 1 0 0,-1-1-1 0 0,0 0 1 0 0,1 0-1 0 0,-1 0 1 0 0,0 0 0 0 0,1 0-1 0 0,-1 0 1 0 0,1-1-1 0 0,0 1 1 0 0,-1 0-1 0 0,1-1 1 0 0,-1 1-1 0 0,1-1 1 0 0,0 1-1 0 0,0-1 1 0 0,-1 0 0 0 0,1 0-1 0 0,0 0 1 0 0,-1 0-1 0 0,1 0 1 0 0,0 0-1 0 0,0-1 1 0 0,-1 1-1 0 0,1 0 1 0 0,0-1-1 0 0,-1 1 1 0 0,3-2-1 0 0,9-2-113 0 0,0-1-1 0 0,0 0 1 0 0,-1 0-1 0 0,1-2 1 0 0,-1 1-1 0 0,-1-2 0 0 0,1 1 1 0 0,-1-2-1 0 0,0 1 1 0 0,-1-2-1 0 0,0 1 1 0 0,-1-1-1 0 0,11-15 0 0 0,-12 15 43 0 0,-1-1 0 0 0,0 0-1 0 0,0 0 1 0 0,-1 0-1 0 0,-1-1 1 0 0,0 0-1 0 0,-1 0 1 0 0,0-1-1 0 0,0 1 1 0 0,-2-1-1 0 0,1 0 1 0 0,-2 1-1 0 0,0-1 1 0 0,0-16 0 0 0,-12-26 75 0 0,10 51 18 0 0,0 0 0 0 0,0 1 1 0 0,-1-1-1 0 0,1 0 1 0 0,-1 1-1 0 0,0 0 0 0 0,0-1 1 0 0,0 1-1 0 0,0 0 1 0 0,-1 0-1 0 0,1 0 0 0 0,-5-3 1 0 0,7 6-9 0 0,0 0 0 0 0,-1-1 1 0 0,1 1-1 0 0,0 0 0 0 0,-1 0 1 0 0,1-1-1 0 0,0 1 0 0 0,-1 0 0 0 0,1 0 1 0 0,-1 0-1 0 0,1 0 0 0 0,0-1 0 0 0,-1 1 1 0 0,1 0-1 0 0,-1 0 0 0 0,1 0 0 0 0,0 0 1 0 0,-1 0-1 0 0,1 0 0 0 0,-1 0 0 0 0,1 0 1 0 0,-1 0-1 0 0,1 1 0 0 0,0-1 1 0 0,-1 0-1 0 0,1 0 0 0 0,-1 0 0 0 0,1 0 1 0 0,0 0-1 0 0,-1 1 0 0 0,1-1 0 0 0,0 0 1 0 0,-1 0-1 0 0,1 1 0 0 0,0-1 0 0 0,-1 1 1 0 0,-6 19 179 0 0,6 22 82 0 0,2-29-273 0 0,1-1-1 0 0,1 1 1 0 0,0-1-1 0 0,1 1 1 0 0,0-1-1 0 0,1 0 1 0 0,0-1-1 0 0,1 1 1 0 0,0-1-1 0 0,1 0 1 0 0,0 0 0 0 0,1-1-1 0 0,0 0 1 0 0,11 10-1 0 0,-7-9-574 0 0,0 0 0 0 0,1-1 0 0 0,0 0 0 0 0,20 10 0 0 0,-18-12-837 0 0,0-1-1 0 0,0 0 0 0 0,1-1 0 0 0,19 4 1 0 0,-16-6-648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3.2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14 304 0 0,'-8'-13'4687'0'0,"10"20"-527"0"0,13 25-1713 0 0,40 56-459 0 0,-24-42-750 0 0,-3 2 0 0 0,38 85 0 0 0,-59-116-1061 0 0,-1 0 0 0 0,-1 0 0 0 0,-1 1 0 0 0,0-1 0 0 0,-2 1 0 0 0,0 0 0 0 0,-1 0 0 0 0,0 0 0 0 0,-2 0 0 0 0,0 0 0 0 0,-1 0-1 0 0,-6 26 1 0 0,4-28-84 0 0,-2 1 0 0 0,-10 25-1 0 0,13-36-129 0 0,0 0-1 0 0,-1 0 1 0 0,0 0-1 0 0,0 0 0 0 0,0 0 1 0 0,-1-1-1 0 0,1 0 1 0 0,-1 0-1 0 0,-7 5 0 0 0,11-9 16 0 0,1-1-1 0 0,-1 0 0 0 0,1 1 1 0 0,-1-1-1 0 0,1 1 0 0 0,-1-1 0 0 0,0 0 1 0 0,1 1-1 0 0,-1-1 0 0 0,0 0 1 0 0,1 0-1 0 0,-1 0 0 0 0,0 1 0 0 0,1-1 1 0 0,-1 0-1 0 0,0 0 0 0 0,1 0 1 0 0,-1 0-1 0 0,0 0 0 0 0,0 0 0 0 0,1 0 1 0 0,-1 0-1 0 0,0-1 0 0 0,1 1 1 0 0,-1 0-1 0 0,0 0 0 0 0,1-1 0 0 0,-1 1 1 0 0,0 0-1 0 0,1-1 0 0 0,-2 0 1 0 0,1 0-28 0 0,-1-1 1 0 0,1 0 0 0 0,0 0 0 0 0,0 0 0 0 0,-1 1 0 0 0,1-1 0 0 0,1 0-1 0 0,-1 0 1 0 0,0-1 0 0 0,0-2 0 0 0,-2-5-122 0 0,1 0 0 0 0,1 0 0 0 0,-1-15 1 0 0,2 6-29 0 0,1 1 0 0 0,1-1 1 0 0,0 1-1 0 0,1 0 1 0 0,1 0-1 0 0,1 0 0 0 0,1 0 1 0 0,0 1-1 0 0,1-1 1 0 0,11-17-1 0 0,-12 24-348 0 0,1 1 0 0 0,0 1 0 0 0,1-1 0 0 0,0 1 0 0 0,1 1 0 0 0,17-16 0 0 0,-16 17-542 0 0,0 1 1 0 0,0 0-1 0 0,1 0 1 0 0,-1 1-1 0 0,1 1 1 0 0,0 0-1 0 0,21-5 1 0 0,-6 2-1146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3.6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0 172 1180 0 0,'4'1'7930'0'0,"4"6"-4405"0"0,17 15-1540 0 0,-18-14-1849 0 0,0-1 0 0 0,-1 2 0 0 0,0-1 1 0 0,-1 1-1 0 0,1 0 0 0 0,-2 0 0 0 0,1 0 0 0 0,-1 1 0 0 0,-1 0 0 0 0,1-1 0 0 0,-2 1 1 0 0,1 1-1 0 0,-2-1 0 0 0,1 0 0 0 0,-1 0 0 0 0,-1 1 0 0 0,0-1 0 0 0,0 0 1 0 0,-1 1-1 0 0,0-1 0 0 0,-1 0 0 0 0,0 0 0 0 0,-1 0 0 0 0,0 0 0 0 0,-1 0 0 0 0,1-1 1 0 0,-11 17-1 0 0,14-25-167 0 0,0-1 1 0 0,0 1-1 0 0,0-1 1 0 0,-1 1-1 0 0,1 0 1 0 0,0-1-1 0 0,-1 1 1 0 0,1-1-1 0 0,0 0 1 0 0,-1 1-1 0 0,1-1 1 0 0,-1 1-1 0 0,1-1 1 0 0,-1 1-1 0 0,1-1 0 0 0,0 0 1 0 0,-1 1-1 0 0,0-1 1 0 0,1 0-1 0 0,-1 0 1 0 0,1 1-1 0 0,-1-1 1 0 0,1 0-1 0 0,-1 0 1 0 0,1 0-1 0 0,-1 0 1 0 0,0 0-1 0 0,1 0 1 0 0,-1 0-1 0 0,1 0 1 0 0,-1 0-1 0 0,0 0 1 0 0,0 0-1 0 0,0-1-35 0 0,0 0-1 0 0,0 0 1 0 0,0 0 0 0 0,0 0-1 0 0,0 0 1 0 0,0-1 0 0 0,0 1-1 0 0,1 0 1 0 0,-1 0-1 0 0,1-1 1 0 0,-1 1 0 0 0,1 0-1 0 0,-1-3 1 0 0,-8-45-966 0 0,8 24 997 0 0,0 0 0 0 0,2 0-1 0 0,1-1 1 0 0,1 1-1 0 0,1 0 1 0 0,1 1-1 0 0,1-1 1 0 0,2 1-1 0 0,0 0 1 0 0,1 1-1 0 0,14-26 1 0 0,-21 47 68 0 0,-1-1 1 0 0,1 0-1 0 0,0 1 0 0 0,0-1 1 0 0,0 1-1 0 0,0-1 1 0 0,0 1-1 0 0,0 0 0 0 0,1 0 1 0 0,-1 0-1 0 0,1 0 0 0 0,-1 0 1 0 0,1 1-1 0 0,0-1 0 0 0,0 1 1 0 0,0 0-1 0 0,0 0 0 0 0,0 0 1 0 0,0 0-1 0 0,6-1 0 0 0,-5 2 21 0 0,1 1-1 0 0,-1-1 1 0 0,1 1-1 0 0,0-1 1 0 0,-1 2-1 0 0,0-1 0 0 0,1 0 1 0 0,-1 1-1 0 0,0 0 1 0 0,1 0-1 0 0,-1 0 1 0 0,7 5-1 0 0,1 2 70 0 0,-1 0 0 0 0,0 1 0 0 0,0 0 0 0 0,-1 1 0 0 0,0 0 0 0 0,-1 1 1 0 0,15 23-1 0 0,-19-24-95 0 0,0-1 1 0 0,0 1 0 0 0,-1 0 0 0 0,0 0-1 0 0,-1 0 1 0 0,-1 1 0 0 0,0-1-1 0 0,0 1 1 0 0,-1-1 0 0 0,0 20 0 0 0,-9-89-775 0 0,14 19 699 0 0,1 2 0 0 0,2-1 0 0 0,1 1-1 0 0,28-65 1 0 0,-38 101 53 0 0,0-1-1 0 0,1 1 1 0 0,-1 0 0 0 0,0-1-1 0 0,1 1 1 0 0,-1 0-1 0 0,1 0 1 0 0,0-1 0 0 0,0 1-1 0 0,-1 0 1 0 0,1 0 0 0 0,0 0-1 0 0,0 0 1 0 0,0 0-1 0 0,0 0 1 0 0,0 0 0 0 0,0 0-1 0 0,0 0 1 0 0,0 0-1 0 0,1 1 1 0 0,-1-1 0 0 0,0 0-1 0 0,0 1 1 0 0,1-1 0 0 0,-1 1-1 0 0,0-1 1 0 0,1 1-1 0 0,-1 0 1 0 0,1 0 0 0 0,-1-1-1 0 0,0 1 1 0 0,1 0-1 0 0,-1 0 1 0 0,1 0 0 0 0,-1 1-1 0 0,0-1 1 0 0,1 0-1 0 0,-1 0 1 0 0,0 1 0 0 0,1-1-1 0 0,-1 1 1 0 0,0-1 0 0 0,1 1-1 0 0,-1 0 1 0 0,0-1-1 0 0,0 1 1 0 0,0 0 0 0 0,2 1-1 0 0,6 6-119 0 0,1 0 1 0 0,-1 1-1 0 0,-1 0 0 0 0,12 16 0 0 0,-6-9-504 0 0,26 24-2417 0 0,7-8-5138 0 0,-36-25 5847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4.0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19 218 440 0 0,'30'-20'9161'0'0,"25"-3"-6672"0"0,1-1-1975 0 0,-20 5-265 0 0,-2-2 0 0 0,-1-1-1 0 0,42-37 1 0 0,-55 37 35 0 0,-20 22-278 0 0,0-1 0 0 0,1 1 0 0 0,-1 0 0 0 0,0 0 0 0 0,0 0 0 0 0,0-1 0 0 0,0 1 0 0 0,0 0 0 0 0,0 0 0 0 0,0 0 0 0 0,0-1 0 0 0,0 1 0 0 0,0 0 0 0 0,0 0 0 0 0,0 0 0 0 0,0-1 0 0 0,0 1 0 0 0,0 0 0 0 0,0 0 0 0 0,0-1 0 0 0,0 1 0 0 0,-1 0 0 0 0,1 0 0 0 0,0 0 0 0 0,0 0 0 0 0,0-1 0 0 0,0 1 0 0 0,0 0 0 0 0,0 0 0 0 0,-1 0 0 0 0,1 0 0 0 0,0-1 0 0 0,0 1 0 0 0,0 0 0 0 0,0 0 0 0 0,-1 0 0 0 0,1 0 0 0 0,-18-1 144 0 0,6 4-101 0 0,-1 0 1 0 0,1 0 0 0 0,0 1 0 0 0,0 1 0 0 0,-17 8 0 0 0,-55 36 115 0 0,81-47-157 0 0,-17 10 80 0 0,1 1 0 0 0,1 1 1 0 0,-27 25-1 0 0,39-33-60 0 0,1 0 0 0 0,-1 0 0 0 0,1 0 0 0 0,0 1 0 0 0,1 0 0 0 0,0 0 0 0 0,0 0 0 0 0,0 0 0 0 0,1 1 0 0 0,0 0 0 0 0,1-1 1 0 0,-1 1-1 0 0,-1 13 0 0 0,4-18-28 0 0,0 1 0 0 0,0-1 0 0 0,0 0 0 0 0,0 0 0 0 0,1 1 0 0 0,-1-1 1 0 0,1 0-1 0 0,0 0 0 0 0,0 0 0 0 0,0 0 0 0 0,0 0 0 0 0,0 0 0 0 0,1 0 0 0 0,-1 0 0 0 0,1 0 0 0 0,4 4 1 0 0,-3-3-48 0 0,1 0 1 0 0,0-1-1 0 0,0 0 1 0 0,1 0-1 0 0,-1 0 1 0 0,1 0-1 0 0,-1 0 1 0 0,1-1-1 0 0,8 3 1 0 0,1-1-299 0 0,-1-1-1 0 0,1 0 1 0 0,0-1 0 0 0,0 0 0 0 0,0-1 0 0 0,0-1 0 0 0,14-1-1 0 0,7-3-2553 0 0,-1-2-1 0 0,50-15 1 0 0,-54 11 667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4.4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 9 620 0 0,'-2'-1'424'0'0,"1"0"0"0"0,0 0 0 0 0,0 0 0 0 0,-1 0 0 0 0,1 1 0 0 0,0-1 0 0 0,-1 0 0 0 0,1 1 0 0 0,-1-1 0 0 0,1 1 0 0 0,0 0 0 0 0,-1-1 0 0 0,1 1 0 0 0,-1 0 0 0 0,1 0 0 0 0,-1 0 0 0 0,1 0 0 0 0,-4 1 0 0 0,5-1-278 0 0,-1 1 0 0 0,1-1 0 0 0,-1 1-1 0 0,1-1 1 0 0,-1 1 0 0 0,1 0 0 0 0,-1-1-1 0 0,1 1 1 0 0,0-1 0 0 0,-1 1 0 0 0,1 0-1 0 0,0 0 1 0 0,-1-1 0 0 0,1 1 0 0 0,0 0-1 0 0,0 0 1 0 0,0-1 0 0 0,0 1 0 0 0,0 0-1 0 0,0 0 1 0 0,0-1 0 0 0,0 1-1 0 0,0 0 1 0 0,0 0 0 0 0,0 0 0 0 0,2 7 210 0 0,-1-1 0 0 0,2 1 0 0 0,-1-1 0 0 0,1 0 0 0 0,6 13 0 0 0,10 14 583 0 0,-2 0 1 0 0,20 59-1 0 0,-33-79-767 0 0,0 0-1 0 0,0 0 0 0 0,-2 0 0 0 0,0 0 0 0 0,0 1 0 0 0,-2-1 0 0 0,1 0 1 0 0,-2 1-1 0 0,0-1 0 0 0,-4 18 0 0 0,0-10-300 0 0,-1 0-1 0 0,-2-1 0 0 0,0 1 1 0 0,-1-1-1 0 0,-1-1 1 0 0,-1 0-1 0 0,-1-1 1 0 0,-20 26-1 0 0,32-44 113 0 0,0-1-1 0 0,0 0 1 0 0,0 0 0 0 0,0 0 0 0 0,0 0-1 0 0,0 1 1 0 0,0-1 0 0 0,0 0 0 0 0,0 0-1 0 0,0 0 1 0 0,-1 0 0 0 0,1 1 0 0 0,0-1-1 0 0,0 0 1 0 0,0 0 0 0 0,0 0 0 0 0,0 0-1 0 0,0 0 1 0 0,-1 1 0 0 0,1-1 0 0 0,0 0-1 0 0,0 0 1 0 0,0 0 0 0 0,0 0 0 0 0,-1 0-1 0 0,1 0 1 0 0,0 0 0 0 0,0 0 0 0 0,0 0-1 0 0,-1 0 1 0 0,1 0 0 0 0,0 0 0 0 0,0 0-1 0 0,0 0 1 0 0,0 0 0 0 0,-1 0-1 0 0,1 0 1 0 0,0 0 0 0 0,0 0 0 0 0,0 0-1 0 0,-1 0 1 0 0,1 0 0 0 0,0 0 0 0 0,0 0-1 0 0,0 0 1 0 0,0 0 0 0 0,-1 0 0 0 0,1-12-439 0 0,8-16 108 0 0,3 7 292 0 0,1 2-1 0 0,1-1 1 0 0,1 2 0 0 0,1 0-1 0 0,0 0 1 0 0,1 2 0 0 0,19-16 0 0 0,3 2-1840 0 0,1 1 1 0 0,58-31 0 0 0,-27 27-6244 0 0,-58 29 6869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4.7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19 268 136 0 0,'6'-9'6342'0'0,"-6"15"1007"0"0,-1 3-5029 0 0,1 2-3630 0 0,19 127 3420 0 0,1 1-4847 0 0,-16-116-298 0 0,4-4-4894 0 0</inkml:trace>
  <inkml:trace contextRef="#ctx0" brushRef="#br0" timeOffset="1">8 19 1504 0 0,'-5'-9'1656'0'0,"2"4"-400"0"0,3 0-464 0 0,3 5-2132 0 0,5 0 48 0 0,2 0-220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5.1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207 20 1128 0 0,'0'0'297'0'0,"1"-1"1"0"0,-1 1-1 0 0,0-1 0 0 0,1 1 1 0 0,-1-1-1 0 0,0 1 0 0 0,1-1 1 0 0,-1 1-1 0 0,0-1 0 0 0,0 1 1 0 0,1-1-1 0 0,-1 0 0 0 0,0 1 0 0 0,0-1 1 0 0,0 0-1 0 0,0 1 0 0 0,0-1 1 0 0,0 1-1 0 0,0-1 0 0 0,0 0 1 0 0,0 1-1 0 0,0-1 0 0 0,0 1 1 0 0,-1-1-1 0 0,1 0 0 0 0,0 1 0 0 0,0-1 1 0 0,-1 0-1 0 0,0 0-79 0 0,0 1 0 0 0,1 0 0 0 0,-1-1 0 0 0,0 1 0 0 0,0 0 0 0 0,0 0 0 0 0,0 0 0 0 0,0-1 1 0 0,0 1-1 0 0,1 0 0 0 0,-1 0 0 0 0,0 0 0 0 0,0 0 0 0 0,0 1 0 0 0,0-1 0 0 0,-1 0 0 0 0,-36 15 1629 0 0,21-5-1419 0 0,1 1 1 0 0,1 1-1 0 0,-25 24 0 0 0,32-28-334 0 0,1 0-1 0 0,0 1 1 0 0,0 0-1 0 0,1 0 1 0 0,0 0-1 0 0,0 1 0 0 0,1 0 1 0 0,-4 11-1 0 0,8-19-81 0 0,0 1 0 0 0,0-1 0 0 0,1 0 0 0 0,-1 1 0 0 0,0-1 0 0 0,1 0 0 0 0,0 1 0 0 0,0-1 0 0 0,0 1-1 0 0,0-1 1 0 0,0 0 0 0 0,0 1 0 0 0,0-1 0 0 0,1 0 0 0 0,-1 1 0 0 0,1-1 0 0 0,0 0 0 0 0,0 1 0 0 0,0-1 0 0 0,0 0-1 0 0,0 0 1 0 0,2 3 0 0 0,-1-2-7 0 0,1-1 1 0 0,0 0-1 0 0,-1 0 0 0 0,1 0 0 0 0,0-1 0 0 0,0 1 0 0 0,0-1 0 0 0,0 1 0 0 0,0-1 0 0 0,0 0 0 0 0,0 0 1 0 0,0-1-1 0 0,1 1 0 0 0,4 0 0 0 0,3 0-83 0 0,1-1 1 0 0,0 0-1 0 0,0-1 1 0 0,-1 0 0 0 0,1-1-1 0 0,0 0 1 0 0,-1-1-1 0 0,14-4 1 0 0,-17 3-173 0 0,-1 1 1 0 0,1-1 0 0 0,-1 0 0 0 0,0-1 0 0 0,0 0 0 0 0,0 0 0 0 0,-1-1-1 0 0,0 1 1 0 0,0-1 0 0 0,0 0 0 0 0,9-14 0 0 0,-12 14 91 0 0,0 1 0 0 0,0 0 0 0 0,0-1-1 0 0,-1 0 1 0 0,0 0 0 0 0,0 0 0 0 0,-1 0 0 0 0,1 0 0 0 0,-1 0 0 0 0,0 0 0 0 0,-1 0 0 0 0,0 0 0 0 0,0-1 0 0 0,0 1 0 0 0,-1 0 0 0 0,-2-12-1 0 0,0 4 15 0 0,-2-6 966 0 0,2 36 199 0 0,4-6-1088 0 0,0-1 1 0 0,1 0 0 0 0,0 1 0 0 0,0-1 0 0 0,1 0 0 0 0,0 0 0 0 0,1 0 0 0 0,0 0-1 0 0,0-1 1 0 0,1 1 0 0 0,0-1 0 0 0,1 0 0 0 0,-1-1 0 0 0,1 1 0 0 0,11 9 0 0 0,-10-11-518 0 0,-1 0 1 0 0,1 0 0 0 0,0-1-1 0 0,1 0 1 0 0,-1 0 0 0 0,1 0 0 0 0,0-1-1 0 0,0-1 1 0 0,0 1 0 0 0,14 2 0 0 0,3-6-3654 0 0,-22-4 3211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5.4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3 193 236 0 0,'-1'-12'823'0'0,"0"-1"1"0"0,1 1-1 0 0,0 0 0 0 0,1-1 1 0 0,0 1-1 0 0,1 0 0 0 0,0-1 1 0 0,1 1-1 0 0,8-20 0 0 0,-11 31-722 0 0,0 1 0 0 0,0-1-1 0 0,0 1 1 0 0,0-1-1 0 0,1 1 1 0 0,-1-1 0 0 0,0 1-1 0 0,0-1 1 0 0,0 1-1 0 0,1-1 1 0 0,-1 1 0 0 0,0 0-1 0 0,1-1 1 0 0,-1 1-1 0 0,1-1 1 0 0,-1 1-1 0 0,0 0 1 0 0,1-1 0 0 0,-1 1-1 0 0,1 0 1 0 0,-1-1-1 0 0,1 1 1 0 0,-1 0 0 0 0,1 0-1 0 0,-1 0 1 0 0,1-1-1 0 0,-1 1 1 0 0,1 0 0 0 0,-1 0-1 0 0,2 0 1 0 0,13 11 1745 0 0,16 34-182 0 0,-22-30-1014 0 0,-6-11-542 0 0,-1 0 0 0 0,1 1 0 0 0,-1 0 0 0 0,0-1 0 0 0,0 1 0 0 0,0 0 0 0 0,-1 0 0 0 0,1 0 0 0 0,-1 0 0 0 0,0 10 0 0 0,-2-23-214 0 0,0 6 90 0 0,1 1 0 0 0,-1-1 1 0 0,1 1-1 0 0,0-1 0 0 0,0 1 1 0 0,-1-1-1 0 0,1 1 0 0 0,0-1 0 0 0,0 1 1 0 0,1-1-1 0 0,-1 1 0 0 0,1-3 1 0 0,4-14-124 0 0,2 0 0 0 0,13-25 1 0 0,-17 38 146 0 0,0 0 0 0 0,0 0 1 0 0,0 0-1 0 0,1 0 1 0 0,-1 1-1 0 0,1-1 1 0 0,1 1-1 0 0,-1 0 1 0 0,0 0-1 0 0,1 1 1 0 0,0-1-1 0 0,7-3 0 0 0,-9 6 11 0 0,0 1-1 0 0,0-1 0 0 0,-1 1 0 0 0,1 0 1 0 0,0 0-1 0 0,0 0 0 0 0,0 0 0 0 0,0 0 0 0 0,0 1 1 0 0,0-1-1 0 0,-1 1 0 0 0,1 0 0 0 0,0 0 0 0 0,0 0 1 0 0,-1 0-1 0 0,1 0 0 0 0,-1 1 0 0 0,1-1 0 0 0,-1 1 1 0 0,1 0-1 0 0,-1-1 0 0 0,0 1 0 0 0,0 0 0 0 0,0 0 1 0 0,2 3-1 0 0,8 8-364 0 0,-1 0 1 0 0,17 25-1 0 0,-22-30 53 0 0,26 40-4187 0 0,-6 2-3348 0 0,-20-35 5373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6.0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20 215 468 0 0,'-1'-2'641'0'0,"1"0"-1"0"0,-1-1 1 0 0,1 1-1 0 0,-1 0 1 0 0,1 0 0 0 0,0 0-1 0 0,0 0 1 0 0,0-1-1 0 0,0 1 1 0 0,0 0-1 0 0,0 0 1 0 0,1 0 0 0 0,-1 0-1 0 0,1-1 1 0 0,-1 1-1 0 0,1 0 1 0 0,2-3 551 0 0,-3 9-730 0 0,1 0-1 0 0,0 1 1 0 0,0-1-1 0 0,0 0 1 0 0,1 0-1 0 0,2 7 1 0 0,6 18 483 0 0,-2 34 712 0 0,-2 125 0 0 0,-7-142-1682 0 0,1-45-1 0 0,1 0 0 0 0,-1 0 0 0 0,0 1 0 0 0,0-1 1 0 0,-1 0-1 0 0,1 0 0 0 0,0 0 0 0 0,0 0 0 0 0,-1 0 0 0 0,1 0 0 0 0,0 0 0 0 0,-1 0 0 0 0,1 0 0 0 0,-1 0 0 0 0,1 0 0 0 0,-1 0 0 0 0,0 1 1 0 0,0-2-12 0 0,1 1 0 0 0,-1-1 1 0 0,1 0-1 0 0,-1 0 1 0 0,1 0-1 0 0,-1 1 0 0 0,1-1 1 0 0,-1 0-1 0 0,1 0 1 0 0,-1 0-1 0 0,1 0 0 0 0,-1 0 1 0 0,1 0-1 0 0,-1 0 0 0 0,1 0 1 0 0,-1 0-1 0 0,1 0 1 0 0,-1 0-1 0 0,1 0 0 0 0,-1-1 1 0 0,1 1-1 0 0,0 0 1 0 0,-1 0-1 0 0,1 0 0 0 0,-2-1 1 0 0,0 0-59 0 0,0-1 0 0 0,0 1 1 0 0,0-1-1 0 0,0 0 0 0 0,1 0 0 0 0,-1 0 1 0 0,0 0-1 0 0,1 0 0 0 0,-1 0 0 0 0,1 0 1 0 0,0 0-1 0 0,-1 0 0 0 0,0-4 0 0 0,-2-7-85 0 0,1-1-1 0 0,1 0 1 0 0,0 0-1 0 0,1 0 1 0 0,0 0-1 0 0,3-25 1 0 0,16-84-196 0 0,-17 119 370 0 0,20-86-82 0 0,-18 81 110 0 0,0 1 0 0 0,0 0 0 0 0,1 0 0 0 0,0 0 0 0 0,0 0 0 0 0,1 0 0 0 0,0 1 0 0 0,7-9 0 0 0,-10 14 5 0 0,0 0-1 0 0,0 0 1 0 0,0 0 0 0 0,0 1-1 0 0,1-1 1 0 0,-1 1-1 0 0,0-1 1 0 0,1 1-1 0 0,-1 0 1 0 0,1 0-1 0 0,-1 0 1 0 0,1 0-1 0 0,0 0 1 0 0,-1 0-1 0 0,1 1 1 0 0,0-1-1 0 0,0 1 1 0 0,-1 0-1 0 0,1 0 1 0 0,3 0-1 0 0,-1 1 18 0 0,0 0 0 0 0,-1 1 0 0 0,0-1 0 0 0,1 1 0 0 0,-1 0-1 0 0,0 0 1 0 0,0 0 0 0 0,0 1 0 0 0,0-1 0 0 0,0 1 0 0 0,4 4-1 0 0,1 2 43 0 0,1 1 0 0 0,-1 0-1 0 0,-1 1 1 0 0,0 0-1 0 0,0 0 1 0 0,-1 1-1 0 0,7 16 1 0 0,-7-7-381 0 0,-2 0 1 0 0,0 0-1 0 0,-2 1 1 0 0,0-1-1 0 0,0 25 0 0 0,-2-82 211 0 0,1 0 0 0 0,2 0 0 0 0,2 0 0 0 0,1 1 0 0 0,1 0-1 0 0,2 1 1 0 0,22-50 0 0 0,-31 82 111 0 0,0-1 0 0 0,0 1 1 0 0,1-1-1 0 0,-1 1 0 0 0,1 0 0 0 0,-1 0 0 0 0,1 0 1 0 0,0 0-1 0 0,0 0 0 0 0,0 0 0 0 0,4-3 0 0 0,-4 4-5 0 0,-1 1-1 0 0,0-1 1 0 0,1 1-1 0 0,-1-1 0 0 0,0 1 1 0 0,1-1-1 0 0,-1 1 1 0 0,1 0-1 0 0,-1 0 0 0 0,1 0 1 0 0,-1-1-1 0 0,1 1 1 0 0,-1 1-1 0 0,1-1 1 0 0,-1 0-1 0 0,3 1 0 0 0,1 1 8 0 0,0 0-1 0 0,-1 0 1 0 0,1 1-1 0 0,-1 0 1 0 0,0 0-1 0 0,0 0 1 0 0,0 0-1 0 0,0 1 1 0 0,0 0-1 0 0,-1-1 1 0 0,4 6-1 0 0,-6-9-33 0 0,96 108-1802 0 0,-40-62-1871 0 0,-45-38 1831 0 0,0-1 0 0 0,0-1 0 0 0,16 7 0 0 0,-10-6-441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6.6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232 53 736 0 0,'0'-2'482'0'0,"0"0"-1"0"0,-1 0 1 0 0,0 0 0 0 0,1 0-1 0 0,-1 0 1 0 0,0 1 0 0 0,0-1-1 0 0,0 0 1 0 0,0 0 0 0 0,0 1-1 0 0,0-1 1 0 0,-1 1 0 0 0,1-1-1 0 0,0 1 1 0 0,-1-1 0 0 0,0 1-1 0 0,1 0 1 0 0,-1 0 0 0 0,0-1-1 0 0,-2 0 1 0 0,3 2-342 0 0,-1 0-1 0 0,0 0 1 0 0,1 0 0 0 0,-1 0 0 0 0,0 0-1 0 0,1 0 1 0 0,-1 0 0 0 0,1 1-1 0 0,-1-1 1 0 0,0 1 0 0 0,1-1 0 0 0,-1 1-1 0 0,1 0 1 0 0,-1-1 0 0 0,1 1-1 0 0,0 0 1 0 0,-1 0 0 0 0,1 0 0 0 0,0 0-1 0 0,0 0 1 0 0,-1 0 0 0 0,1 0-1 0 0,0 1 1 0 0,0-1 0 0 0,0 0 0 0 0,-1 2-1 0 0,-28 35 998 0 0,2 1 0 0 0,-35 62 0 0 0,56-88-1024 0 0,1 1-1 0 0,0 0 1 0 0,0 0 0 0 0,1 0-1 0 0,1 0 1 0 0,1 1 0 0 0,0 0-1 0 0,1 0 1 0 0,0-1 0 0 0,1 1-1 0 0,1 1 1 0 0,2 18-1 0 0,-2-29-121 0 0,1-1 0 0 0,0 1 0 0 0,1 0 0 0 0,-1-1 0 0 0,1 1-1 0 0,-1-1 1 0 0,1 0 0 0 0,1 0 0 0 0,-1 1 0 0 0,1-1 0 0 0,-1-1 0 0 0,1 1-1 0 0,0 0 1 0 0,1-1 0 0 0,-1 1 0 0 0,1-1 0 0 0,-1 0 0 0 0,6 3-1 0 0,-6-4-40 0 0,0-1-1 0 0,1 1 0 0 0,-1-1 1 0 0,0 0-1 0 0,0 0 0 0 0,1 0 1 0 0,-1 0-1 0 0,1-1 0 0 0,-1 0 0 0 0,1 1 1 0 0,-1-1-1 0 0,1 0 0 0 0,-1-1 1 0 0,1 1-1 0 0,-1-1 0 0 0,1 1 1 0 0,-1-1-1 0 0,0 0 0 0 0,1 0 0 0 0,-1-1 1 0 0,0 1-1 0 0,0-1 0 0 0,0 1 1 0 0,0-1-1 0 0,4-3 0 0 0,3-4-200 0 0,1 0-1 0 0,-1-1 1 0 0,-1 0-1 0 0,1-1 0 0 0,-2 0 1 0 0,0 0-1 0 0,0-1 1 0 0,-1 0-1 0 0,0 0 1 0 0,-1-1-1 0 0,-1 1 0 0 0,0-2 1 0 0,6-23-1 0 0,-5 14 25 0 0,-2 0-1 0 0,0 0 0 0 0,-2 0 1 0 0,0 0-1 0 0,-2 0 0 0 0,-1-1 1 0 0,-4-34-1 0 0,-14-5 731 0 0,18 76-99 0 0,0 9-109 0 0,9 12 65 0 0,2 1 0 0 0,16 36 0 0 0,-22-62-291 0 0,0 0 0 0 0,1-1 0 0 0,0 1-1 0 0,0-1 1 0 0,0 0 0 0 0,1 0 0 0 0,1-1 0 0 0,-1 1 0 0 0,1-1 0 0 0,1-1-1 0 0,-1 1 1 0 0,16 9 0 0 0,-21-15-65 0 0,-1-1-1 0 0,1 1 1 0 0,-1 0-1 0 0,1-1 1 0 0,-1 1 0 0 0,1-1-1 0 0,0 1 1 0 0,-1-1-1 0 0,1 0 1 0 0,-1 0-1 0 0,1 1 1 0 0,0-1 0 0 0,-1-1-1 0 0,1 1 1 0 0,0 0-1 0 0,-1 0 1 0 0,1-1-1 0 0,0 1 1 0 0,-1 0-1 0 0,1-1 1 0 0,-1 0 0 0 0,2 0-1 0 0,0-1-36 0 0,0 0 0 0 0,0 0 0 0 0,0-1 0 0 0,-1 1 0 0 0,1-1-1 0 0,-1 1 1 0 0,0-1 0 0 0,1 0 0 0 0,-1 0 0 0 0,1-3 0 0 0,3-4-164 0 0,-1-1-1 0 0,-1 0 1 0 0,0 1 0 0 0,0-2-1 0 0,2-16 1 0 0,1-24-473 0 0,-4 30 505 0 0,0 0 0 0 0,1-1 0 0 0,10-27 0 0 0,-13 48 205 0 0,-1 1 0 0 0,1-1 0 0 0,0 0 0 0 0,0 0 0 0 0,0 1 0 0 0,0-1 0 0 0,0 1 0 0 0,0-1 0 0 0,0 1 0 0 0,0-1 0 0 0,1 1 0 0 0,-1 0 0 0 0,1-1 0 0 0,-1 1 0 0 0,1 0 0 0 0,-1 0 0 0 0,1 0 1 0 0,0 0-1 0 0,-1 1 0 0 0,1-1 0 0 0,0 0 0 0 0,0 1 0 0 0,0-1 0 0 0,-1 1 0 0 0,1-1 0 0 0,0 1 0 0 0,0 0 0 0 0,0 0 0 0 0,0 0 0 0 0,0 0 0 0 0,0 0 0 0 0,0 0 0 0 0,0 1 0 0 0,-1-1 0 0 0,1 1 0 0 0,3 0 0 0 0,7 4 212 0 0,0 0 0 0 0,0 0 0 0 0,0 1-1 0 0,15 11 1 0 0,-9-6-24 0 0,-5-3-45 0 0,0 0 0 0 0,-1 1 1 0 0,1 0-1 0 0,-2 1 0 0 0,15 17 0 0 0,-20-21-147 0 0,-1 0-1 0 0,0 1 1 0 0,0 0-1 0 0,0 0 1 0 0,-1 1 0 0 0,-1-1-1 0 0,1 1 1 0 0,-1-1-1 0 0,0 1 1 0 0,-1 0 0 0 0,3 12-1 0 0,-5-13-471 0 0,4 23-451 0 0,1-19-5017 0 0,0-16 366 0 0,-4 3 4498 0 0,4-2-1317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7.1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2024 0 0,'3'4'7963'0'0,"3"6"-3882"0"0,22 33-3174 0 0,-19-28 340 0 0,23 38 86 0 0,-2 2 0 0 0,-2 1 0 0 0,-3 1 0 0 0,29 98 0 0 0,-53-149-1580 0 0,1 1 1 0 0,0-1-1 0 0,0 0 0 0 0,1 0 1 0 0,0 0-1 0 0,0 0 0 0 0,0 0 1 0 0,8 10-1 0 0,-10-16-207 0 0,3-23-2950 0 0,-8-1 3074 0 0,1 1 0 0 0,1-1 0 0 0,1 0 1 0 0,1 0-1 0 0,1 1 0 0 0,1-1 0 0 0,8-33 0 0 0,-6 40 388 0 0,1 0 0 0 0,1 0 0 0 0,0 1 0 0 0,1 0-1 0 0,1 1 1 0 0,1-1 0 0 0,0 1 0 0 0,0 1-1 0 0,2 0 1 0 0,21-24 0 0 0,3 15 185 0 0,-15 18-13 0 0,-19 5-216 0 0,-1 0-1 0 0,1 0 0 0 0,-1 0 1 0 0,1 1-1 0 0,-1-1 1 0 0,1 0-1 0 0,-1 0 0 0 0,1 0 1 0 0,-1 1-1 0 0,1-1 0 0 0,-1 0 1 0 0,1 1-1 0 0,-1-1 1 0 0,1 0-1 0 0,-1 1 0 0 0,0-1 1 0 0,1 0-1 0 0,-1 1 1 0 0,0-1-1 0 0,1 1 0 0 0,-1-1 1 0 0,0 1-1 0 0,1-1 0 0 0,-1 0 1 0 0,0 1-1 0 0,0-1 1 0 0,0 1-1 0 0,0 0 0 0 0,1 0 1 0 0,-2 3 27 0 0,0 0 1 0 0,0 0-1 0 0,0-1 1 0 0,0 1-1 0 0,0 0 1 0 0,-1-1-1 0 0,0 1 1 0 0,0-1-1 0 0,0 1 1 0 0,0-1-1 0 0,0 0 1 0 0,-5 5-1 0 0,1 0 31 0 0,-18 21 110 0 0,-1-1 0 0 0,-52 44 0 0 0,66-62-124 0 0,-6 5 77 0 0,8-8 95 0 0,1 0-1 0 0,0 0 1 0 0,1 0-1 0 0,-1 1 1 0 0,2 0-1 0 0,-1 1 1 0 0,-8 14-1 0 0,14-22-184 0 0,1 1 1 0 0,-1-1-1 0 0,0 1 0 0 0,1-1 0 0 0,-1 1 1 0 0,1-1-1 0 0,0 1 0 0 0,-1-1 0 0 0,1 1 1 0 0,0 0-1 0 0,0-1 0 0 0,0 1 0 0 0,0-1 1 0 0,0 1-1 0 0,0 0 0 0 0,1-1 0 0 0,-1 1 1 0 0,0-1-1 0 0,1 1 0 0 0,-1-1 0 0 0,1 1 0 0 0,1 2 1 0 0,0-3-15 0 0,-1 1 0 0 0,1 0 0 0 0,-1-1 0 0 0,1 1 0 0 0,0-1 0 0 0,0 0 0 0 0,0 0 1 0 0,0 0-1 0 0,0 1 0 0 0,0-2 0 0 0,0 1 0 0 0,1 0 0 0 0,-1 0 0 0 0,2 0 0 0 0,9 1-2 0 0,-1-1 0 0 0,1 0 0 0 0,0 0 0 0 0,17-3 0 0 0,167-27-2338 0 0,-140 19 553 0 0,24-10-3162 0 0,-5-9-3646 0 0,-59 20 6108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7.4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16 242 1984 0 0,'-1'2'647'0'0,"-1"-1"0"0"0,1 1 0 0 0,0 0 0 0 0,-1-1 0 0 0,1 1 0 0 0,0 0 0 0 0,0 0-1 0 0,0 0 1 0 0,1 0 0 0 0,-1-1 0 0 0,0 1 0 0 0,1 0 0 0 0,-1 1 0 0 0,0 2 0 0 0,1 1-59 0 0,0-1 1 0 0,0 0-1 0 0,0 0 1 0 0,1 1-1 0 0,1 7 0 0 0,3 2 39 0 0,0 1-1 0 0,13 26 1 0 0,-14-32-452 0 0,35 63 1298 0 0,-35-65-1523 0 0,1-1 0 0 0,1 0 0 0 0,-1 0-1 0 0,1 0 1 0 0,0-1 0 0 0,1 0 0 0 0,9 8 0 0 0,-15-14-143 0 0,0 1 0 0 0,0-1-1 0 0,0 1 1 0 0,0-1 0 0 0,0 1 0 0 0,0-1 0 0 0,0 0-1 0 0,0 1 1 0 0,0-1 0 0 0,0 0 0 0 0,0 0 0 0 0,0 0-1 0 0,0 0 1 0 0,0 0 0 0 0,0 0 0 0 0,0 0 0 0 0,0 0-1 0 0,0 0 1 0 0,0 0 0 0 0,0 0 0 0 0,0-1 0 0 0,0 1-1 0 0,0 0 1 0 0,0-1 0 0 0,0 1 0 0 0,-1-1 0 0 0,1 1-1 0 0,0-1 1 0 0,0 0 0 0 0,0 1 0 0 0,-1-1 0 0 0,2-1-1 0 0,1 0-764 0 0,-1-1 0 0 0,0 1 0 0 0,0-1-1 0 0,-1 0 1 0 0,1 0 0 0 0,-1 0 0 0 0,1 0-1 0 0,-1 0 1 0 0,1-4 0 0 0,-1-4-1389 0 0</inkml:trace>
  <inkml:trace contextRef="#ctx0" brushRef="#br0" timeOffset="1">55 61 1648 0 0,'-11'-14'3335'0'0,"7"10"-2570"0"0,1 1 1 0 0,0-1 0 0 0,0 0 0 0 0,1 0 0 0 0,-1 0-1 0 0,1 0 1 0 0,0 0 0 0 0,0-1 0 0 0,-2-5 852 0 0,29 40-2270 0 0,-14-18-1208 0 0,1 0 0 0 0,24 19 0 0 0,-9-7-2253 0 0,-12-12 1993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7.8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0 151 1444 0 0,'7'6'4013'0'0,"10"10"2014"0"0,7 11-2767 0 0,-23-25-3103 0 0,1 1 1 0 0,-1-1 0 0 0,0 0 0 0 0,0 0 0 0 0,0 1 0 0 0,0-1 0 0 0,0 1 0 0 0,0-1-1 0 0,-1 1 1 0 0,1-1 0 0 0,-1 1 0 0 0,1 0 0 0 0,-1-1 0 0 0,0 1 0 0 0,0-1 0 0 0,0 1-1 0 0,-1 0 1 0 0,1-1 0 0 0,-1 1 0 0 0,-1 3 0 0 0,3-5-136 0 0,-1-1 1 0 0,0 0-1 0 0,0 0 1 0 0,0 0-1 0 0,0 1 0 0 0,0-1 1 0 0,-1 0-1 0 0,1 0 1 0 0,0 0-1 0 0,0 1 0 0 0,0-1 1 0 0,0 0-1 0 0,0 0 1 0 0,0 0-1 0 0,0 1 0 0 0,0-1 1 0 0,0 0-1 0 0,0 0 1 0 0,-1 0-1 0 0,1 0 0 0 0,0 1 1 0 0,0-1-1 0 0,0 0 1 0 0,0 0-1 0 0,0 0 0 0 0,-1 0 1 0 0,1 0-1 0 0,0 0 1 0 0,0 1-1 0 0,0-1 0 0 0,-1 0 1 0 0,1 0-1 0 0,0 0 1 0 0,0 0-1 0 0,0 0 0 0 0,-1 0 1 0 0,1 0-1 0 0,0 0 1 0 0,0 0-1 0 0,0 0 0 0 0,-1 0 1 0 0,1 0-1 0 0,0 0 1 0 0,0 0-1 0 0,-1 0 0 0 0,-4-11 119 0 0,-1-19-422 0 0,6 9 235 0 0,1 1 0 0 0,1 0 0 0 0,0-1 0 0 0,2 1 0 0 0,1 0 0 0 0,0 1-1 0 0,12-28 1 0 0,-16 44 47 0 0,0 1-1 0 0,1 0 0 0 0,-1 0 0 0 0,1 0 1 0 0,0 0-1 0 0,0 0 0 0 0,0 0 0 0 0,0 0 1 0 0,0 1-1 0 0,0-1 0 0 0,0 1 0 0 0,0 0 1 0 0,1-1-1 0 0,-1 1 0 0 0,0 0 0 0 0,1 0 1 0 0,-1 0-1 0 0,1 1 0 0 0,-1-1 0 0 0,1 1 1 0 0,0-1-1 0 0,-1 1 0 0 0,1 0 1 0 0,0 0-1 0 0,-1 0 0 0 0,1 0 0 0 0,-1 0 1 0 0,1 1-1 0 0,4 1 0 0 0,10 2-231 0 0,-1 0 1 0 0,0 2-1 0 0,25 11 1 0 0,-24-10-287 0 0,38 19-1803 0 0,-38-17-679 0 0,1 0 0 0 0,-1-2 0 0 0,30 9 0 0 0,-33-13 602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1:58.3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269 28 1168 0 0,'1'-1'381'0'0,"-1"0"1"0"0,0 0-1 0 0,0 0 0 0 0,0 0 0 0 0,0 0 0 0 0,0 0 1 0 0,-1 0-1 0 0,1 0 0 0 0,0 0 0 0 0,0 0 1 0 0,-1 0-1 0 0,1 0 0 0 0,0 0 0 0 0,-1 0 1 0 0,1 0-1 0 0,-1 0 0 0 0,0 0 0 0 0,1 0 0 0 0,-1 0 1 0 0,0 1-1 0 0,1-1 0 0 0,-1 0 0 0 0,0 0 1 0 0,0 1-1 0 0,0-1 0 0 0,1 1 0 0 0,-3-2 1 0 0,2 2-159 0 0,-1 0 1 0 0,0-1 0 0 0,0 1 0 0 0,0 0 0 0 0,0 0 0 0 0,0 0-1 0 0,0 0 1 0 0,0 0 0 0 0,0 1 0 0 0,0-1 0 0 0,0 1 0 0 0,1-1 0 0 0,-4 2-1 0 0,-4 2-123 0 0,1 0-1 0 0,0 0 1 0 0,0 1-1 0 0,0 0 1 0 0,-9 8-1 0 0,7-3 99 0 0,0 0 0 0 0,0 0 1 0 0,1 0-1 0 0,1 1 0 0 0,-12 18 0 0 0,18-25-162 0 0,0-1 0 0 0,0 1 1 0 0,0 0-1 0 0,1 0 0 0 0,-1 0 1 0 0,1 0-1 0 0,0 1 0 0 0,0-1 0 0 0,0 0 1 0 0,1 0-1 0 0,-1 1 0 0 0,1-1 1 0 0,0 0-1 0 0,1 0 0 0 0,-1 1 1 0 0,1-1-1 0 0,-1 0 0 0 0,1 0 1 0 0,0 1-1 0 0,1-1 0 0 0,-1 0 1 0 0,3 4-1 0 0,-3-6-41 0 0,1 0 1 0 0,0 0-1 0 0,-1 0 1 0 0,1-1-1 0 0,0 1 1 0 0,0 0-1 0 0,0-1 0 0 0,0 1 1 0 0,0-1-1 0 0,0 0 1 0 0,0 1-1 0 0,1-1 1 0 0,-1 0-1 0 0,0-1 1 0 0,1 1-1 0 0,-1 0 0 0 0,0-1 1 0 0,1 1-1 0 0,-1-1 1 0 0,1 0-1 0 0,-1 1 1 0 0,1-1-1 0 0,-1-1 0 0 0,1 1 1 0 0,-1 0-1 0 0,1-1 1 0 0,-1 1-1 0 0,1-1 1 0 0,2-1-1 0 0,-2 2-57 0 0,0-1 1 0 0,-1 0-1 0 0,1 0 0 0 0,-1 0 0 0 0,1 0 0 0 0,-1 0 1 0 0,0-1-1 0 0,1 1 0 0 0,-1-1 0 0 0,0 1 0 0 0,0-1 0 0 0,0 0 1 0 0,0 0-1 0 0,0 0 0 0 0,-1 0 0 0 0,1 0 0 0 0,-1 0 1 0 0,1 0-1 0 0,-1-1 0 0 0,0 1 0 0 0,1-1 0 0 0,-1 1 1 0 0,-1-1-1 0 0,1 1 0 0 0,0-1 0 0 0,0-5 0 0 0,-2-3-39 0 0,-1 1-1 0 0,0-1 1 0 0,-1 1-1 0 0,0-1 1 0 0,-1 1 0 0 0,0 0-1 0 0,-1 0 1 0 0,0 0-1 0 0,-12-17 1 0 0,2 1 242 0 0,69 75 1124 0 0,-37-30-1039 0 0,0 1 0 0 0,-1 1-1 0 0,-2 1 1 0 0,0 0 0 0 0,-1 0-1 0 0,-1 1 1 0 0,-1 1 0 0 0,-2 0-1 0 0,0 1 1 0 0,-1 0 0 0 0,-2 0-1 0 0,0 0 1 0 0,-2 1 0 0 0,2 46-1 0 0,-6-59-166 0 0,0 1-1 0 0,-1 0 1 0 0,-1-1-1 0 0,0 1 0 0 0,-1-1 1 0 0,0 1-1 0 0,-1-1 0 0 0,-1 0 1 0 0,0 0-1 0 0,-1-1 0 0 0,0 0 1 0 0,-1 0-1 0 0,0 0 0 0 0,-1-1 1 0 0,0 0-1 0 0,-18 19 1 0 0,9-14 3 0 0,-2 0 0 0 0,0-1 1 0 0,-33 19-1 0 0,43-29-20 0 0,1 0 0 0 0,-1-1 1 0 0,0 0-1 0 0,0 0 0 0 0,0-1 0 0 0,0 0 0 0 0,-1-1 0 0 0,1 0 0 0 0,-1-1 0 0 0,0 0 0 0 0,-16 0 0 0 0,24-1-17 0 0,0 0 0 0 0,0-1 0 0 0,0 1 0 0 0,1 0 0 0 0,-1-1-1 0 0,0 1 1 0 0,0-1 0 0 0,1 1 0 0 0,-1-1 0 0 0,0 0 0 0 0,1 0 0 0 0,-1 0 0 0 0,1 0-1 0 0,-1 0 1 0 0,1 0 0 0 0,-1 0 0 0 0,1-1 0 0 0,0 1 0 0 0,-1 0 0 0 0,1-1-1 0 0,0 1 1 0 0,-1-4 0 0 0,0 2 20 0 0,1 0 0 0 0,1 0 0 0 0,-1 0-1 0 0,0 0 1 0 0,1 0 0 0 0,0-1 0 0 0,0 1 0 0 0,0 0 0 0 0,0 0-1 0 0,0-1 1 0 0,0 1 0 0 0,2-3 0 0 0,1-7 115 0 0,1 0 0 0 0,0 0 1 0 0,1 1-1 0 0,0 0 0 0 0,9-14 0 0 0,2 1 64 0 0,2 0-1 0 0,0 2 0 0 0,2 0 0 0 0,1 1 1 0 0,0 0-1 0 0,1 2 0 0 0,27-18 1 0 0,-11 11 36 0 0,1 2 1 0 0,1 2 0 0 0,83-35 0 0 0,-76 41-230 0 0,96-21 0 0 0,-13 16-5987 0 0,-125 22 5295 0 0,1 1-2557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13.0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516 979 1380 0 0,'-2'-9'644'0'0,"0"1"0"0"0,1-1-1 0 0,-1 0 1 0 0,2 1 0 0 0,-1-1 0 0 0,1 0 0 0 0,1 0-1 0 0,-1 1 1 0 0,4-13 0 0 0,21-78 1847 0 0,-24 93-2248 0 0,13-32 311 0 0,0 0-1 0 0,3 2 1 0 0,1 0-1 0 0,1 1 1 0 0,2 1-1 0 0,2 0 1 0 0,1 2-1 0 0,1 1 0 0 0,33-31 1 0 0,-3 9-186 0 0,3 3 1 0 0,2 2-1 0 0,120-73 1 0 0,-146 101-256 0 0,1 1 1 0 0,0 1 0 0 0,2 2-1 0 0,0 2 1 0 0,44-11-1 0 0,-59 20-73 0 0,0 1-1 0 0,1 2 1 0 0,-1 0 0 0 0,0 1-1 0 0,1 1 1 0 0,-1 1 0 0 0,1 1-1 0 0,-1 1 1 0 0,0 1 0 0 0,34 10-1 0 0,-9 3 14 0 0,0 2 0 0 0,-1 3 0 0 0,-1 1 0 0 0,-1 2-1 0 0,-2 2 1 0 0,54 44 0 0 0,-36-20 33 0 0,-3 2 1 0 0,-2 3-1 0 0,68 88 0 0 0,-74-76 163 0 0,-3 2 1 0 0,-4 2-1 0 0,-2 2 0 0 0,-4 1 0 0 0,-3 2 0 0 0,-3 1 1 0 0,-4 1-1 0 0,-4 2 0 0 0,-2 0 0 0 0,-5 2 1 0 0,9 137-1 0 0,-20-118-48 0 0,-5 1 0 0 0,-4-1 0 0 0,-5 1 0 0 0,-4-2 0 0 0,-5 0 0 0 0,-3-1 0 0 0,-6-1 0 0 0,-3-1 0 0 0,-51 105 0 0 0,44-124-73 0 0,-3-1 1 0 0,-3-3-1 0 0,-4-2 0 0 0,-3-1 0 0 0,-3-3 1 0 0,-3-3-1 0 0,-2-2 0 0 0,-102 83 0 0 0,109-106 17 0 0,-2-3-1 0 0,-2-2 0 0 0,-1-2 0 0 0,-114 48 1 0 0,120-63-58 0 0,-2-1 1 0 0,0-3 0 0 0,-1-3 0 0 0,0-2 0 0 0,-1-2 0 0 0,-72 1 0 0 0,91-9-88 0 0,-1-2 0 0 0,1-1 0 0 0,0-3 1 0 0,1 0-1 0 0,0-2 0 0 0,0-2 0 0 0,0-1 0 0 0,1-2 0 0 0,1-1 0 0 0,0-1 0 0 0,-44-29 1 0 0,35 15-58 0 0,1-2 0 0 0,2-1 0 0 0,1-2 0 0 0,1-2 0 0 0,2-1 0 0 0,2-2 1 0 0,-45-67-1 0 0,39 44 1 0 0,2-2 0 0 0,3-2 1 0 0,3-1-1 0 0,-25-82 0 0 0,29 61 46 0 0,4-1 0 0 0,-20-174 0 0 0,33 112-59 0 0,6 0-1 0 0,7-1 0 0 0,45-298 0 0 0,-32 359 44 0 0,3 1 0 0 0,5 0 0 0 0,3 2 0 0 0,42-92 0 0 0,-43 125-102 0 0,1 2 0 0 0,3 1 0 0 0,3 1 0 0 0,1 1 0 0 0,3 2 0 0 0,1 2 0 0 0,59-54 0 0 0,-34 45-1139 0 0,2 3-1 0 0,3 3 1 0 0,139-77-1 0 0,17 25-4891 0 0,10 27-3535 0 0,-171 59 6807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13.9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0 115 1336 0 0,'7'4'11705'0'0,"-7"-4"-11456"0"0,24 2 2078 0 0,28-2-2776 0 0,40-10 815 0 0,155-38 1 0 0,-207 39-515 0 0,37-10-699 0 0,19-4-2394 0 0,-32 12-2700 0 0,-55 11 4112 0 0,3 0-114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14.6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123 79 1284 0 0,'-9'-5'4275'0'0,"-8"-11"9228"0"0,-11 7-9794 0 0,24 9-3661 0 0,0-1 0 0 0,0 0 0 0 0,0 0-1 0 0,0-1 1 0 0,0 1 0 0 0,-6-5 0 0 0,-12-16-74 0 0,10 7-35 0 0,19 21-32 0 0,1-1 0 0 0,0 0 0 0 0,0-1 0 0 0,0 1 0 0 0,1-2 0 0 0,11 5 0 0 0,71 20 400 0 0,-11-4-69 0 0,27 15-18 0 0,-104-38-213 0 0,0 0 0 0 0,-1 1-1 0 0,1-1 1 0 0,0 0-1 0 0,-1 1 1 0 0,1 0-1 0 0,-1-1 1 0 0,1 1-1 0 0,-1 0 1 0 0,0 0 0 0 0,0 1-1 0 0,3 3 1 0 0,-4-4 8 0 0,-1 0 1 0 0,1 0-1 0 0,-1 0 1 0 0,0 0-1 0 0,1 0 1 0 0,-1 0-1 0 0,0 0 1 0 0,-1 0-1 0 0,1 0 1 0 0,0 0-1 0 0,0 0 1 0 0,-1-1-1 0 0,1 1 1 0 0,-1 0-1 0 0,0 0 1 0 0,1 0-1 0 0,-1 0 1 0 0,0-1-1 0 0,0 1 1 0 0,0 0-1 0 0,0-1 1 0 0,-2 2 0 0 0,-19 27 77 0 0,-1-2 1 0 0,-1-1 0 0 0,-1-1 0 0 0,-48 38 0 0 0,35-32-1905 0 0,-56 63 0 0 0,84-80 1689 0 0,4 5-5472 0 0,6-20 5372 0 0,0 1 0 0 0,0-1 0 0 0,1 1 0 0 0,-1-1-1 0 0,0 1 1 0 0,0-1 0 0 0,0 0 0 0 0,0 1 0 0 0,1-1-1 0 0,-1 0 1 0 0,0 1 0 0 0,0-1 0 0 0,0 1 0 0 0,1-1 0 0 0,-1 0-1 0 0,0 0 1 0 0,1 1 0 0 0,-1-1 0 0 0,0 0 0 0 0,1 1 0 0 0,-1-1-1 0 0,1 0 1 0 0,-1 0 0 0 0,0 0 0 0 0,1 1 0 0 0,-1-1 0 0 0,1 0-1 0 0,0 0 1 0 0,22-3-4759 0 0,-3-6 2286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15.2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210 26 804 0 0,'-10'-2'8026'0'0,"-1"-1"-1800"0"0,-26 29-2254 0 0,18-5-3850 0 0,0 1 0 0 0,1 0-1 0 0,1 2 1 0 0,-25 44 0 0 0,32-51-77 0 0,6-10-39 0 0,0-1 0 0 0,1 1 0 0 0,0 0 0 0 0,0 0 0 0 0,1 0 0 0 0,0 0 0 0 0,0 0 0 0 0,1 1-1 0 0,-1 8 1 0 0,1-15-10 0 0,1 1 0 0 0,1 0 0 0 0,-1-1 0 0 0,0 1-1 0 0,0 0 1 0 0,1-1 0 0 0,-1 1 0 0 0,0 0 0 0 0,1-1 0 0 0,0 1-1 0 0,-1-1 1 0 0,1 1 0 0 0,0-1 0 0 0,0 1 0 0 0,0-1-1 0 0,0 0 1 0 0,0 1 0 0 0,2 0 0 0 0,-1 0-4 0 0,0-1 0 0 0,0 0 0 0 0,0 0 0 0 0,0 0 0 0 0,1 0 0 0 0,-1 0 0 0 0,0-1-1 0 0,1 1 1 0 0,-1-1 0 0 0,0 1 0 0 0,1-1 0 0 0,-1 0 0 0 0,1 0 0 0 0,-1 0 0 0 0,0 0 0 0 0,4-1 0 0 0,7 0-70 0 0,-1-1 0 0 0,0-1-1 0 0,0 0 1 0 0,0-1 0 0 0,0 0-1 0 0,-1 0 1 0 0,1-1 0 0 0,-1-1 0 0 0,0 0-1 0 0,-1-1 1 0 0,0 0 0 0 0,17-14 0 0 0,-20 14 2 0 0,0 0 1 0 0,-1 0 0 0 0,0 0 0 0 0,0-1 0 0 0,-1 0-1 0 0,0 0 1 0 0,0 0 0 0 0,-1-1 0 0 0,0 0 0 0 0,0 1 0 0 0,-1-1-1 0 0,-1-1 1 0 0,1 1 0 0 0,-1 0 0 0 0,-1-1 0 0 0,0 1-1 0 0,0-10 1 0 0,-1 5 54 0 0,0 1-1 0 0,-1 0 0 0 0,-1 0 0 0 0,0 0 1 0 0,-1 1-1 0 0,-4-14 0 0 0,25 102 222 0 0,-13-64-436 0 0,0 0-1 0 0,0 0 1 0 0,2-1-1 0 0,-1 0 1 0 0,2 0-1 0 0,-1-1 0 0 0,1 0 1 0 0,1 0-1 0 0,13 12 1 0 0,-14-15-1063 0 0,1 0 0 0 0,0-1 0 0 0,0-1 0 0 0,0 1 0 0 0,1-1 1 0 0,-1-1-1 0 0,13 5 0 0 0,-9-5-1103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15.6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184 81 1132 0 0,'0'0'186'0'0,"0"-1"-1"0"0,-1 1 0 0 0,1 0 1 0 0,0 0-1 0 0,0 0 1 0 0,-1 0-1 0 0,1 0 1 0 0,0 0-1 0 0,-1 0 1 0 0,1 0-1 0 0,0 0 1 0 0,0 1-1 0 0,-1-1 0 0 0,1 0 1 0 0,0 0-1 0 0,-1 0 1 0 0,1 0-1 0 0,0 0 1 0 0,0 0-1 0 0,0 1 1 0 0,-1-1-1 0 0,1 0 1 0 0,0 0-1 0 0,0 0 0 0 0,-1 0 1 0 0,1 1-1 0 0,0-1 1 0 0,0 0-1 0 0,0 0 1 0 0,0 1-1 0 0,0-1 1 0 0,-1 0-1 0 0,1 0 1 0 0,0 1-1 0 0,0-1 1 0 0,0 0-1 0 0,0 0 0 0 0,0 1 1 0 0,5 12 2761 0 0,14 8-1332 0 0,-15-17-1530 0 0,1-1 0 0 0,-1 0 0 0 0,1 0 0 0 0,0-1 0 0 0,0 1 0 0 0,0-1-1 0 0,1 0 1 0 0,-1 0 0 0 0,0-1 0 0 0,1 0 0 0 0,-1 0 0 0 0,1 0 0 0 0,-1 0 0 0 0,1-1-1 0 0,-1 0 1 0 0,1 0 0 0 0,8-2 0 0 0,-11 2-53 0 0,-1 0 0 0 0,0-1-1 0 0,0 1 1 0 0,1-1 0 0 0,-1 0 0 0 0,0 0-1 0 0,0 0 1 0 0,0 0 0 0 0,0 0 0 0 0,0 0-1 0 0,0-1 1 0 0,0 1 0 0 0,0 0 0 0 0,0-1-1 0 0,-1 0 1 0 0,1 1 0 0 0,-1-1 0 0 0,1 0-1 0 0,-1 0 1 0 0,0 0 0 0 0,0 0 0 0 0,1 0-1 0 0,-1 0 1 0 0,-1 0 0 0 0,1 0-1 0 0,0-1 1 0 0,0 1 0 0 0,-1 0 0 0 0,1 0-1 0 0,-1-1 1 0 0,0 1 0 0 0,0 0 0 0 0,0-1-1 0 0,0 1 1 0 0,0 0 0 0 0,0-1 0 0 0,-1 1-1 0 0,1 0 1 0 0,-1-1 0 0 0,0 1 0 0 0,1 0-1 0 0,-3-4 1 0 0,2 3-33 0 0,0-1 1 0 0,-1 0-1 0 0,0 0 0 0 0,1 1 1 0 0,-1-1-1 0 0,-1 0 0 0 0,1 1 1 0 0,0 0-1 0 0,-1 0 0 0 0,0 0 1 0 0,1 0-1 0 0,-1 0 0 0 0,0 0 0 0 0,-1 1 1 0 0,1-1-1 0 0,0 1 0 0 0,-1 0 1 0 0,1 0-1 0 0,-1 0 0 0 0,0 1 1 0 0,0-1-1 0 0,0 1 0 0 0,1 0 1 0 0,-1 0-1 0 0,0 0 0 0 0,0 1 0 0 0,0-1 1 0 0,-1 1-1 0 0,1 0 0 0 0,0 0 1 0 0,0 0-1 0 0,0 1 0 0 0,-5 1 1 0 0,-2 0 1 0 0,-1 0 1 0 0,0 2 0 0 0,0-1 0 0 0,1 1-1 0 0,0 1 1 0 0,0 0 0 0 0,0 1 0 0 0,1 0-1 0 0,-19 15 1 0 0,16-11 75 0 0,-1 1 29 0 0,1 0-1 0 0,0 1 1 0 0,-13 15-1 0 0,24-24-89 0 0,0-1 0 0 0,0 1 0 0 0,0 0 0 0 0,0 0 0 0 0,0 0 0 0 0,0 0-1 0 0,1 0 1 0 0,-1 0 0 0 0,1 1 0 0 0,0-1 0 0 0,0 0 0 0 0,0 1 0 0 0,1-1-1 0 0,-1 0 1 0 0,1 1 0 0 0,0-1 0 0 0,0 1 0 0 0,0-1 0 0 0,0 1 0 0 0,1-1-1 0 0,-1 1 1 0 0,2 3 0 0 0,0-3-52 0 0,1 0 0 0 0,-1 0 0 0 0,1 0 0 0 0,0 0 0 0 0,0-1 0 0 0,0 1 0 0 0,1-1 0 0 0,-1 0 0 0 0,1 0 0 0 0,-1 0 0 0 0,1-1 0 0 0,0 1 0 0 0,0-1 0 0 0,1 0 0 0 0,-1 0 0 0 0,0 0 0 0 0,10 2 0 0 0,8 2-619 0 0,1 0 1 0 0,27 2 0 0 0,-49-8 618 0 0,207 21-10427 0 0,-184-21 8347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15.9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165 86 1228 0 0,'4'5'8555'0'0,"2"4"-3584"0"0,12 14-2099 0 0,-15-19-2889 0 0,1 0 0 0 0,0 0-1 0 0,0-1 1 0 0,0 1 0 0 0,0-1-1 0 0,0 0 1 0 0,1 0 0 0 0,-1 0-1 0 0,8 2 1 0 0,-10-4 12 0 0,0-1 0 0 0,-1 1 0 0 0,1-1-1 0 0,0 0 1 0 0,1 0 0 0 0,-1 0 0 0 0,0 0 0 0 0,0 0 0 0 0,0-1 0 0 0,-1 1 0 0 0,1-1-1 0 0,0 1 1 0 0,0-1 0 0 0,0 0 0 0 0,0 0 0 0 0,0 1 0 0 0,0-1 0 0 0,-1 0 0 0 0,1-1-1 0 0,-1 1 1 0 0,1 0 0 0 0,0 0 0 0 0,-1-1 0 0 0,0 1 0 0 0,1-1 0 0 0,-1 1 0 0 0,0-1-1 0 0,0 0 1 0 0,0 1 0 0 0,0-1 0 0 0,0 0 0 0 0,0 0 0 0 0,0 0 0 0 0,-1 0 0 0 0,1 0-1 0 0,0-2 1 0 0,1-2-63 0 0,-1 0-1 0 0,1 0 1 0 0,-1 0 0 0 0,0 0-1 0 0,-1 0 1 0 0,1-1-1 0 0,-1 1 1 0 0,-1 0 0 0 0,1 0-1 0 0,-3-12 1 0 0,2 16 51 0 0,1 0-1 0 0,-1-1 1 0 0,0 1 0 0 0,0 0 0 0 0,0 0-1 0 0,0 0 1 0 0,-1 0 0 0 0,1 0-1 0 0,0 0 1 0 0,-1 0 0 0 0,0 0 0 0 0,1 0-1 0 0,-1 1 1 0 0,0-1 0 0 0,0 1 0 0 0,0-1-1 0 0,0 1 1 0 0,0 0 0 0 0,0-1 0 0 0,-4 0-1 0 0,2 1 7 0 0,0 0 0 0 0,0 1-1 0 0,1-1 1 0 0,-1 1 0 0 0,0 0-1 0 0,0 0 1 0 0,0 0 0 0 0,0 1-1 0 0,0-1 1 0 0,0 1-1 0 0,-6 2 1 0 0,-4 2 28 0 0,0 1-1 0 0,1 1 1 0 0,0 0-1 0 0,0 0 1 0 0,-19 16-1 0 0,19-13 52 0 0,2 0 0 0 0,-1 1-1 0 0,1 1 1 0 0,1-1-1 0 0,0 2 1 0 0,-14 23 0 0 0,21-31-44 0 0,0 0-1 0 0,0 0 1 0 0,1 0 0 0 0,-1 1 0 0 0,1-1 0 0 0,0 1 0 0 0,1 0 0 0 0,-1 0 0 0 0,1-1 0 0 0,0 1 0 0 0,1 0 0 0 0,0 0 0 0 0,0 0-1 0 0,0 0 1 0 0,0 0 0 0 0,1 0 0 0 0,0 0 0 0 0,0-1 0 0 0,1 1 0 0 0,3 10 0 0 0,-2-12-91 0 0,0 0 1 0 0,0 0-1 0 0,1 0 1 0 0,-1-1-1 0 0,1 1 0 0 0,0-1 1 0 0,0 0-1 0 0,0 0 1 0 0,1 0-1 0 0,-1 0 0 0 0,1-1 1 0 0,-1 0-1 0 0,1 0 1 0 0,0 0-1 0 0,0 0 0 0 0,0-1 1 0 0,0 0-1 0 0,0 0 1 0 0,0 0-1 0 0,9 0 1 0 0,8 0-669 0 0,-1-1 0 0 0,1 0 1 0 0,33-6-1 0 0,-5-2-2602 0 0,0-3 1 0 0,54-19-1 0 0,-68 19 1181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16.3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189 335 144 0 0,'0'0'342'0'0,"-1"-1"0"0"0,0 1 0 0 0,0-1-1 0 0,0 1 1 0 0,0 0 0 0 0,0 0 0 0 0,0-1 0 0 0,0 1 0 0 0,0 0 0 0 0,0 0-1 0 0,0 0 1 0 0,0 0 0 0 0,0 0 0 0 0,0 0 0 0 0,0 0 0 0 0,0 0 0 0 0,0 1 0 0 0,0-1-1 0 0,0 0 1 0 0,0 0 0 0 0,0 1 0 0 0,1-1 0 0 0,-1 1 0 0 0,0-1 0 0 0,0 1-1 0 0,0-1 1 0 0,0 2 0 0 0,-1 0 5 0 0,0-1-1 0 0,1 1 0 0 0,0 1 1 0 0,-1-1-1 0 0,1 0 1 0 0,0 0-1 0 0,0 0 1 0 0,0 1-1 0 0,0-1 0 0 0,0 5 1 0 0,-2 7 141 0 0,2-1 0 0 0,-1 1 1 0 0,2 15-1 0 0,0-27-314 0 0,1 30 395 0 0,1 1 1 0 0,1-1-1 0 0,12 47 1 0 0,-9-55-1768 0 0,2 1-1 0 0,17 37 1 0 0,-14-47-1224 0 0,-11-14 2136 0 0,0-1 0 0 0,1 1-1 0 0,-1-1 1 0 0,0 1 0 0 0,1-1-1 0 0,-1 1 1 0 0,1-1 0 0 0,-1 0-1 0 0,0 1 1 0 0,1-1 0 0 0,-1 1 0 0 0,1-1-1 0 0,-1 0 1 0 0,1 0 0 0 0,-1 1-1 0 0,1-1 1 0 0,0 0 0 0 0,-1 0-1 0 0,1 1 1 0 0,-1-1 0 0 0,1 0-1 0 0,-1 0 1 0 0,1 0 0 0 0,0 0 0 0 0,-1 0-1 0 0,1 0 1 0 0,-1 0 0 0 0,2 0-1 0 0,2-4-2045 0 0</inkml:trace>
  <inkml:trace contextRef="#ctx0" brushRef="#br0" timeOffset="1">63 33 2056 0 0,'-2'-3'669'0'0,"0"0"-1"0"0,0 0 1 0 0,-1 1 0 0 0,1-1-1 0 0,-1 0 1 0 0,1 1-1 0 0,-1 0 1 0 0,0-1-1 0 0,0 1 1 0 0,-6-3 0 0 0,8 5-565 0 0,0 0 1 0 0,1-1 0 0 0,-1 1 0 0 0,0 0 0 0 0,0 0 0 0 0,1 0 0 0 0,-1 0-1 0 0,0 0 1 0 0,1 0 0 0 0,-1 0 0 0 0,0 0 0 0 0,1 0 0 0 0,-1 0-1 0 0,0 0 1 0 0,0 0 0 0 0,1 0 0 0 0,-1 1 0 0 0,0-1 0 0 0,1 0 0 0 0,-1 0-1 0 0,1 1 1 0 0,-2 0 0 0 0,1 0-82 0 0,0 1-1 0 0,0-1 1 0 0,0 0 0 0 0,0 1-1 0 0,0-1 1 0 0,0 1 0 0 0,1-1-1 0 0,-1 1 1 0 0,0-1 0 0 0,1 1-1 0 0,-1-1 1 0 0,1 1-1 0 0,0 0 1 0 0,0 2 0 0 0,-1 0-171 0 0,1 0 1 0 0,0 0 0 0 0,0 0-1 0 0,0 1 1 0 0,1-1 0 0 0,-1 0-1 0 0,1 0 1 0 0,0 0 0 0 0,1 0-1 0 0,-1 0 1 0 0,1 0 0 0 0,-1 0-1 0 0,1-1 1 0 0,0 1 0 0 0,5 6-1 0 0,-3-4-750 0 0,1-1 1 0 0,0 1-1 0 0,1-1 0 0 0,0 0 0 0 0,-1 0 0 0 0,2 0 0 0 0,9 6 1 0 0,-2-4-1145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16.8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 1 1852 0 0,'-4'12'7044'0'0,"7"5"-3974"0"0,12 16-1510 0 0,-13-30-1144 0 0,33 58 1507 0 0,7 12-388 0 0,-39-67-1433 0 0,7 16 402 0 0,0 1 0 0 0,-1 0 0 0 0,10 43 0 0 0,-17-54-397 0 0,-1-1 1 0 0,0 1 0 0 0,-1 0 0 0 0,0-1-1 0 0,-1 1 1 0 0,0 0 0 0 0,-1-1 0 0 0,0 1-1 0 0,-5 11 1 0 0,5-14-147 0 0,-1-1 0 0 0,0 0 0 0 0,-1 0-1 0 0,0 0 1 0 0,0 0 0 0 0,-1 0 0 0 0,0-1 0 0 0,0 0 0 0 0,-1 0 0 0 0,0-1 0 0 0,0 1 0 0 0,-11 8 0 0 0,16-15 17 0 0,1 1 0 0 0,-1-1 0 0 0,1 1 0 0 0,0-1 0 0 0,-1 1 0 0 0,1-1 0 0 0,-1 1 0 0 0,1-1 0 0 0,-1 0 0 0 0,0 1 0 0 0,1-1 0 0 0,-1 0 0 0 0,1 1 0 0 0,-1-1 1 0 0,0 0-1 0 0,1 0 0 0 0,-1 1 0 0 0,0-1 0 0 0,1 0 0 0 0,-1 0 0 0 0,0 0 0 0 0,1 0 0 0 0,-1 0 0 0 0,0 0 0 0 0,1 0 0 0 0,-1 0 0 0 0,0 0 0 0 0,1 0 1 0 0,-1-1-1 0 0,0 1 0 0 0,1 0 0 0 0,-1 0 0 0 0,1-1 0 0 0,-1 1 0 0 0,0 0 0 0 0,1-1 0 0 0,-1 1 0 0 0,1 0 0 0 0,-1-1 0 0 0,1 1 0 0 0,-1-1 0 0 0,1 1 0 0 0,-1-1 1 0 0,1 1-1 0 0,0-1 0 0 0,-1 1 0 0 0,1-1 0 0 0,0 0 0 0 0,-1 1 0 0 0,1-1 0 0 0,0 1 0 0 0,0-1 0 0 0,0 0 0 0 0,-1 1 0 0 0,1-1 0 0 0,0 0 0 0 0,0 1 1 0 0,0-1-1 0 0,0 0 0 0 0,0 1 0 0 0,0-1 0 0 0,0 0 0 0 0,0 1 0 0 0,1-1 0 0 0,-1-1 0 0 0,0-3-76 0 0,0 0 0 0 0,1-1 0 0 0,0 1 0 0 0,0 0 0 0 0,0-1-1 0 0,4-8 1 0 0,2 0 22 0 0,0 0 0 0 0,1 1 0 0 0,1 0-1 0 0,0 0 1 0 0,1 1 0 0 0,0 0 0 0 0,1 1 0 0 0,0 0-1 0 0,16-11 1 0 0,21-11-100 0 0,87-45 0 0 0,-29 20 110 0 0,-105 57 73 0 0,1 0 0 0 0,0 0 0 0 0,-1 0 1 0 0,1-1-1 0 0,-1 1 0 0 0,1 0 1 0 0,-1-1-1 0 0,0 1 0 0 0,1-1 0 0 0,-1 1 1 0 0,0-1-1 0 0,0 0 0 0 0,1-2 1 0 0,-2 4-2 0 0,1-1 1 0 0,-1 0 0 0 0,0 0 0 0 0,0 0 0 0 0,0 0 0 0 0,0 0 0 0 0,0 0-1 0 0,0 0 1 0 0,0 1 0 0 0,0-1 0 0 0,0 0 0 0 0,0 0 0 0 0,0 0 0 0 0,0 0-1 0 0,-1 0 1 0 0,1 0 0 0 0,0 1 0 0 0,-1-1 0 0 0,1 0 0 0 0,-2-1 0 0 0,1 0-8 0 0,0 1 1 0 0,-1-1 0 0 0,0 1 0 0 0,1 0 0 0 0,-1 0 0 0 0,0 0-1 0 0,1 0 1 0 0,-1 0 0 0 0,0 0 0 0 0,0 1 0 0 0,0-1-1 0 0,0 0 1 0 0,0 1 0 0 0,0-1 0 0 0,0 1 0 0 0,0 0-1 0 0,0 0 1 0 0,0 0 0 0 0,0 0 0 0 0,0 0 0 0 0,0 0-1 0 0,0 1 1 0 0,0-1 0 0 0,-3 1 0 0 0,-2 2 2 0 0,0-1 0 0 0,0 1 0 0 0,0 0 0 0 0,1 1 0 0 0,-1 0 0 0 0,1 0 0 0 0,0 0 0 0 0,0 1 0 0 0,0 0 0 0 0,1 0 0 0 0,0 0 0 0 0,0 1 0 0 0,0-1 0 0 0,0 1 0 0 0,1 1 0 0 0,0-1 0 0 0,0 0 0 0 0,1 1 0 0 0,0 0 0 0 0,0 0 0 0 0,0 0 0 0 0,1 0 0 0 0,0 0 0 0 0,1 1 0 0 0,-2 11 0 0 0,2-12-55 0 0,1 0 0 0 0,-1 0 0 0 0,1 0 0 0 0,0 1 0 0 0,1-1 0 0 0,0 0 0 0 0,0 0 0 0 0,0 0 0 0 0,1 0 0 0 0,0 0 0 0 0,1 0 0 0 0,-1 0 0 0 0,1-1 0 0 0,1 1 0 0 0,-1-1 0 0 0,1 0 0 0 0,0 0 0 0 0,0 0 0 0 0,1 0 0 0 0,0-1 0 0 0,0 0 0 0 0,0 0 0 0 0,1 0 0 0 0,-1-1 0 0 0,1 1 0 0 0,11 5 0 0 0,-10-7-422 0 0,0 0 1 0 0,1-1-1 0 0,-1 1 1 0 0,1-1-1 0 0,0-1 0 0 0,0 0 1 0 0,0 0-1 0 0,-1 0 0 0 0,11-1 1 0 0,-11 0-604 0 0,0-1 0 0 0,0 0 1 0 0,0 0-1 0 0,-1-1 0 0 0,1 0 0 0 0,10-4 1 0 0,-4-1-1079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17.1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95 1288 0 0,'-3'-37'6349'0'0,"7"24"-3305"0"0,-3 13-2963 0 0,-1 0 1 0 0,1 0 0 0 0,0 0-1 0 0,-1 0 1 0 0,1 0 0 0 0,-1 0-1 0 0,1 0 1 0 0,0 1 0 0 0,-1-1-1 0 0,1 0 1 0 0,-1 0 0 0 0,1 1-1 0 0,-1-1 1 0 0,1 0 0 0 0,0 0-1 0 0,-1 1 1 0 0,1-1 0 0 0,-1 1-1 0 0,0-1 1 0 0,1 0 0 0 0,-1 1-1 0 0,1-1 1 0 0,-1 1 0 0 0,0-1-1 0 0,1 1 1 0 0,0 0 0 0 0,10 13 503 0 0,0-1 1 0 0,-1 2 0 0 0,0-1-1 0 0,-1 2 1 0 0,9 18-1 0 0,-14-24-499 0 0,0 0-1 0 0,-1 0 0 0 0,0 0 1 0 0,-1 0-1 0 0,0 0 0 0 0,0 1 1 0 0,-1-1-1 0 0,0 0 1 0 0,-1 1-1 0 0,-2 13 0 0 0,-10 22-919 0 0,12-45 653 0 0,3-27-762 0 0,4-1 869 0 0,2 0 0 0 0,0 1 0 0 0,2 0 0 0 0,1 1 0 0 0,1 0 0 0 0,1 1-1 0 0,34-44 1 0 0,-43 63 108 0 0,0 0 0 0 0,0 0 0 0 0,0 0 0 0 0,0 1 0 0 0,1-1 0 0 0,-1 1 0 0 0,1 1 0 0 0,0-1 0 0 0,0 1 0 0 0,1 0 0 0 0,-1 1 0 0 0,1-1 0 0 0,-1 1 0 0 0,9-1 0 0 0,-9 2-9 0 0,-1 1-1 0 0,1-1 1 0 0,0 1 0 0 0,-1 1-1 0 0,1-1 1 0 0,0 1-1 0 0,-1 0 1 0 0,1 0-1 0 0,-1 1 1 0 0,1-1-1 0 0,-1 1 1 0 0,0 1-1 0 0,0-1 1 0 0,1 1-1 0 0,-2-1 1 0 0,1 2-1 0 0,8 5 1 0 0,9 10-304 0 0,-1 0 0 0 0,20 25 1 0 0,9 20-3801 0 0,-25-31-3253 0 0,-22-29 5352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17.5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116 105 2164 0 0,'3'-104'10828'0'0,"-3"103"-10005"0"0,0 25 1866 0 0,7 37-1492 0 0,3 0 1 0 0,18 64 0 0 0,-17-90-1140 0 0,1 0 0 0 0,2 0 0 0 0,1-1 0 0 0,35 55 0 0 0,-31-59-304 0 0,4 7-1526 0 0,28 33 1 0 0,-56-76-3252 0 0,-33-43-2579 0 0,27 35 5553 0 0</inkml:trace>
  <inkml:trace contextRef="#ctx0" brushRef="#br0" timeOffset="1">42 337 1412 0 0,'-25'-15'5022'0'0,"9"9"-1042"0"0,77-6-713 0 0,99-10-4115 0 0,-135 21-806 0 0,-1 1-1 0 0,0 1 0 0 0,1 0 0 0 0,38 9 1 0 0,-39-3-557 0 0,-5 2-46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18.1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15 133 1068 0 0,'-13'-17'10058'0'0,"12"24"-4689"0"0,5 6-4653 0 0,57 161 4014 0 0,-39-102-3871 0 0,22 127 1 0 0,-43-191-842 0 0,1 2 10 0 0,0 1 0 0 0,-1-1 1 0 0,0 1-1 0 0,-1-1 0 0 0,0 1 1 0 0,-1-1-1 0 0,-2 18 0 0 0,3-28-36 0 0,0 0 0 0 0,0 0-1 0 0,0 1 1 0 0,0-1 0 0 0,-1 0-1 0 0,1 0 1 0 0,0 0 0 0 0,0 0 0 0 0,0 0-1 0 0,0 0 1 0 0,0 1 0 0 0,0-1-1 0 0,0 0 1 0 0,0 0 0 0 0,0 0 0 0 0,0 0-1 0 0,0 0 1 0 0,0 0 0 0 0,-1 0-1 0 0,1 0 1 0 0,0 0 0 0 0,0 0 0 0 0,0 1-1 0 0,0-1 1 0 0,0 0 0 0 0,0 0-1 0 0,0 0 1 0 0,-1 0 0 0 0,1 0 0 0 0,0 0-1 0 0,0 0 1 0 0,0 0 0 0 0,0 0-1 0 0,0 0 1 0 0,0 0 0 0 0,-1 0 0 0 0,1 0-1 0 0,0 0 1 0 0,0 0 0 0 0,0 0-1 0 0,0 0 1 0 0,0 0 0 0 0,0 0 0 0 0,-1 0-1 0 0,1 0 1 0 0,0-1 0 0 0,0 1-1 0 0,0 0 1 0 0,0 0 0 0 0,0 0 0 0 0,0 0-1 0 0,0 0 1 0 0,-1 0 0 0 0,1 0-1 0 0,0 0 1 0 0,0 0 0 0 0,0-1 0 0 0,-7-10-311 0 0,-4-14-153 0 0,4-3 195 0 0,1 0 0 0 0,1 0 0 0 0,1-1 1 0 0,2 1-1 0 0,3-56 0 0 0,-1 50 170 0 0,0-10 0 0 0,2 1 0 0 0,11-59 1 0 0,-10 86 76 0 0,1-1 1 0 0,1 1 0 0 0,0-1-1 0 0,1 1 1 0 0,0 1-1 0 0,2-1 1 0 0,0 1-1 0 0,0 0 1 0 0,11-13 0 0 0,-16 25 18 0 0,-1 0 0 0 0,0 0 0 0 0,1 1 0 0 0,0-1 0 0 0,-1 1 0 0 0,1 0 1 0 0,0 0-1 0 0,0 0 0 0 0,0 0 0 0 0,1 0 0 0 0,-1 0 0 0 0,0 1 1 0 0,1 0-1 0 0,-1-1 0 0 0,1 1 0 0 0,-1 1 0 0 0,1-1 0 0 0,0 0 1 0 0,-1 1-1 0 0,1 0 0 0 0,6 0 0 0 0,-7 1 9 0 0,-1 0-1 0 0,1-1 1 0 0,-1 1-1 0 0,1 0 1 0 0,-1 1-1 0 0,1-1 1 0 0,-1 0 0 0 0,0 1-1 0 0,0-1 1 0 0,0 1-1 0 0,1 0 1 0 0,-2 0-1 0 0,1-1 1 0 0,0 1 0 0 0,0 1-1 0 0,-1-1 1 0 0,1 0-1 0 0,-1 0 1 0 0,1 1-1 0 0,-1-1 1 0 0,0 0 0 0 0,0 1-1 0 0,0-1 1 0 0,0 1-1 0 0,-1 0 1 0 0,1-1-1 0 0,-1 1 1 0 0,1 0 0 0 0,-1 4-1 0 0,0 5 31 0 0,-1 0 0 0 0,1-1-1 0 0,-2 1 1 0 0,0-1 0 0 0,0 0 0 0 0,-1 1 0 0 0,0-1-1 0 0,-1 0 1 0 0,-1-1 0 0 0,1 1 0 0 0,-2-1 0 0 0,1 0-1 0 0,-1 0 1 0 0,-1 0 0 0 0,0-1 0 0 0,0 0-1 0 0,-15 13 1 0 0,21-21-26 0 0,0 0-1 0 0,0 1 1 0 0,0-1-1 0 0,0 0 1 0 0,-1 0-1 0 0,1 0 1 0 0,0 0-1 0 0,-1-1 1 0 0,1 1-1 0 0,-1 0 1 0 0,1 0-1 0 0,-1-1 1 0 0,1 1-1 0 0,-1-1 1 0 0,1 0-1 0 0,-1 1 1 0 0,1-1-1 0 0,-1 0 1 0 0,0 0-1 0 0,1 0 1 0 0,-1 0-1 0 0,-1 0 1 0 0,1-1-52 0 0,1 1 0 0 0,0-1 1 0 0,0 0-1 0 0,0 0 0 0 0,0 0 1 0 0,0 0-1 0 0,0 0 0 0 0,0 0 1 0 0,0 0-1 0 0,0 0 0 0 0,0 0 1 0 0,1-1-1 0 0,-1 1 0 0 0,0 0 1 0 0,1 0-1 0 0,-1-1 0 0 0,1 1 1 0 0,-1 0-1 0 0,1-3 0 0 0,-2-3-412 0 0,1 1-1 0 0,1 0 0 0 0,-1-1 1 0 0,1 1-1 0 0,0-1 1 0 0,0 1-1 0 0,1-1 0 0 0,0 1 1 0 0,3-11-1 0 0,-2 12-647 0 0,1 0 0 0 0,0 0 1 0 0,0 0-1 0 0,0 0 0 0 0,1 0 0 0 0,-1 0 1 0 0,1 1-1 0 0,1 0 0 0 0,6-6 0 0 0,-3 2-1234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18.6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1 100 260 0 0,'34'11'9686'0'0,"22"-2"-6162"0"0,4 1-1869 0 0,-49-7-1257 0 0,1 1 0 0 0,0 0 1 0 0,-1 0-1 0 0,0 1 1 0 0,0 1-1 0 0,18 11 0 0 0,-25-14-299 0 0,0 0-1 0 0,-1 0 1 0 0,1 0-1 0 0,-1 0 1 0 0,0 1-1 0 0,0 0 1 0 0,0-1-1 0 0,0 1 1 0 0,-1 0-1 0 0,0 1 1 0 0,1-1-1 0 0,-1 0 1 0 0,-1 1-1 0 0,1-1 1 0 0,-1 1-1 0 0,0-1 1 0 0,0 1-1 0 0,0 0 1 0 0,0-1-1 0 0,-1 7 1 0 0,0 1-62 0 0,-1 0 0 0 0,0 0 0 0 0,0-1 0 0 0,-2 1 0 0 0,1-1 1 0 0,-2 1-1 0 0,1-1 0 0 0,-1 0 0 0 0,-1 0 0 0 0,0 0 0 0 0,-1-1 0 0 0,0 0 0 0 0,0 0 1 0 0,-1 0-1 0 0,-16 16 0 0 0,22-25-51 0 0,0 0 0 0 0,0 0-1 0 0,0 0 1 0 0,0 0 0 0 0,0 0 0 0 0,0-1 0 0 0,0 1 0 0 0,0 0-1 0 0,0-1 1 0 0,-1 1 0 0 0,1 0 0 0 0,0-1 0 0 0,-1 0 0 0 0,1 1 0 0 0,0-1-1 0 0,-1 0 1 0 0,1 0 0 0 0,0 0 0 0 0,-1 0 0 0 0,1 0 0 0 0,0 0-1 0 0,-1 0 1 0 0,1 0 0 0 0,0 0 0 0 0,-3-1 0 0 0,2-1-16 0 0,0 1 0 0 0,0 0 1 0 0,0-1-1 0 0,0 1 0 0 0,0-1 1 0 0,0 0-1 0 0,1 0 0 0 0,-1 0 1 0 0,1 1-1 0 0,-1-2 0 0 0,1 1 1 0 0,0 0-1 0 0,-1-3 0 0 0,-2-3-101 0 0,1 0-1 0 0,0-1 0 0 0,0 0 1 0 0,1 1-1 0 0,0-1 1 0 0,-1-17-1 0 0,4 14-154 0 0,1-1 0 0 0,0 1 0 0 0,0-1 0 0 0,1 1 0 0 0,1 0-1 0 0,0 0 1 0 0,0 0 0 0 0,1 1 0 0 0,1-1 0 0 0,0 1 0 0 0,1 0 0 0 0,0 1 0 0 0,0 0 0 0 0,1 0-1 0 0,1 0 1 0 0,-1 1 0 0 0,20-15 0 0 0,-4 5-475 0 0,1 1 1 0 0,1 1-1 0 0,0 1 1 0 0,1 1-1 0 0,1 1 0 0 0,37-12 1 0 0,-38 19 2213 0 0,-21 6-1129 0 0,0 0-1 0 0,0 1 1 0 0,0 0 0 0 0,0 0 0 0 0,0 1 0 0 0,0-1 0 0 0,-1 1-1 0 0,1 1 1 0 0,0-1 0 0 0,0 1 0 0 0,-1 0 0 0 0,1 0 0 0 0,-1 1-1 0 0,0-1 1 0 0,0 1 0 0 0,0 0 0 0 0,5 4 0 0 0,-7-5-225 0 0,0 0 1 0 0,0 1 0 0 0,-1-1-1 0 0,1 0 1 0 0,-1 1-1 0 0,0-1 1 0 0,1 1 0 0 0,-1 0-1 0 0,0 0 1 0 0,-1 0-1 0 0,1 0 1 0 0,-1 0-1 0 0,1 0 1 0 0,-1 0 0 0 0,0 1-1 0 0,0-1 1 0 0,0 0-1 0 0,0 1 1 0 0,0 4 0 0 0,-2-4-52 0 0,1 0 0 0 0,-1 1 1 0 0,0-1-1 0 0,0 0 0 0 0,0 0 1 0 0,0 0-1 0 0,-1 0 1 0 0,1 0-1 0 0,-1-1 0 0 0,0 1 1 0 0,0 0-1 0 0,-1-1 0 0 0,1 1 1 0 0,-1-1-1 0 0,-5 6 0 0 0,-2 1 11 0 0,0-1 0 0 0,0 0 0 0 0,0-1 0 0 0,-13 8 0 0 0,21-15-72 0 0,0 1 0 0 0,-1-1 1 0 0,1 0-1 0 0,-1 0 0 0 0,1 0 0 0 0,-1 0 0 0 0,1 0 0 0 0,-1-1 1 0 0,1 1-1 0 0,-1-1 0 0 0,0 0 0 0 0,-3 0 0 0 0,4 0-19 0 0,1 0 0 0 0,0-1 0 0 0,0 1-1 0 0,-1-1 1 0 0,1 0 0 0 0,0 1 0 0 0,0-1-1 0 0,-1 0 1 0 0,1 1 0 0 0,0-1 0 0 0,0 0 0 0 0,0 0-1 0 0,0 0 1 0 0,0 0 0 0 0,0 0 0 0 0,0 0-1 0 0,1 0 1 0 0,-1-1 0 0 0,0 1 0 0 0,0 0-1 0 0,1 0 1 0 0,-1-1 0 0 0,1 1 0 0 0,-1 0 0 0 0,1-3-1 0 0,-2-3-346 0 0,0 0 0 0 0,1 0 0 0 0,0 0 0 0 0,0-1-1 0 0,0 1 1 0 0,1 0 0 0 0,1-1 0 0 0,-1 1 0 0 0,1 0-1 0 0,0 0 1 0 0,4-12 0 0 0,0 4-1663 0 0,0 1 0 0 0,1 1 0 0 0,1-1 0 0 0,14-22 0 0 0,-11 22-44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19.0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1824 0 0,'12'5'2067'0'0,"1"-1"1"0"0,-1 1-1 0 0,13 8 0 0 0,-15-7-1010 0 0,0 0-1 0 0,0 1 1 0 0,13 12 0 0 0,-16-11-828 0 0,0-1 1 0 0,0 1 0 0 0,-1 0-1 0 0,1 0 1 0 0,-2 1-1 0 0,1 0 1 0 0,-2 0-1 0 0,1 0 1 0 0,-1 1-1 0 0,0-1 1 0 0,-1 1-1 0 0,0 0 1 0 0,-1 0 0 0 0,0 1-1 0 0,0-1 1 0 0,-1 0-1 0 0,0 12 1 0 0,-1-4-76 0 0,-1 1 0 0 0,0-1 0 0 0,-2 0 1 0 0,0 1-1 0 0,-10 33 0 0 0,13-52-166 0 0,0 0 0 0 0,0 0 0 0 0,-1 0 0 0 0,1 0 0 0 0,0 0 1 0 0,0 0-1 0 0,0 0 0 0 0,0 0 0 0 0,0 0 0 0 0,0 0 0 0 0,0 0 0 0 0,0 0 0 0 0,0-1 0 0 0,0 1 0 0 0,0 0 0 0 0,0 0 0 0 0,0 0 0 0 0,-1 0 0 0 0,1 0 1 0 0,0 0-1 0 0,0 0 0 0 0,0 0 0 0 0,0 0 0 0 0,0 0 0 0 0,0 0 0 0 0,0 0 0 0 0,0 0 0 0 0,0 0 0 0 0,-1 0 0 0 0,1 0 0 0 0,0 0 0 0 0,0 0 0 0 0,0 0 1 0 0,0 0-1 0 0,0 0 0 0 0,0 0 0 0 0,0 0 0 0 0,0 0 0 0 0,0 1 0 0 0,0-1 0 0 0,0 0 0 0 0,-1 0 0 0 0,1 0 0 0 0,0 0 0 0 0,0 0 0 0 0,0 0 0 0 0,0 0 1 0 0,0 0-1 0 0,0 0 0 0 0,0 0 0 0 0,0 0 0 0 0,0 0 0 0 0,0 0 0 0 0,0 1 0 0 0,0-1 0 0 0,0 0 0 0 0,0 0 0 0 0,0 0 0 0 0,0 0 0 0 0,0 0 0 0 0,0 0 0 0 0,0 0 1 0 0,0 0-1 0 0,-3-12-419 0 0,0-17-2 0 0,4 4 322 0 0,2 0 0 0 0,1 0 0 0 0,1 0 0 0 0,1 1 0 0 0,1 0 0 0 0,1 0 0 0 0,18-36 0 0 0,-22 51 107 0 0,0 0 0 0 0,1 1 0 0 0,0 0-1 0 0,1 0 1 0 0,0 0 0 0 0,0 1 0 0 0,1 0-1 0 0,0 0 1 0 0,0 0 0 0 0,9-5 0 0 0,-14 10 7 0 0,1 0-1 0 0,0 0 1 0 0,0 1 0 0 0,0-1-1 0 0,1 1 1 0 0,-1-1 0 0 0,0 1-1 0 0,0 0 1 0 0,1 0 0 0 0,-1 1-1 0 0,1-1 1 0 0,-1 1 0 0 0,1 0-1 0 0,-1-1 1 0 0,0 2 0 0 0,1-1-1 0 0,-1 0 1 0 0,1 1 0 0 0,-1-1-1 0 0,1 1 1 0 0,-1 0 0 0 0,0 0-1 0 0,1 1 1 0 0,-1-1 0 0 0,0 0-1 0 0,0 1 1 0 0,0 0 0 0 0,0 0 0 0 0,0 0-1 0 0,-1 0 1 0 0,4 3 0 0 0,0 1-33 0 0,0 1 0 0 0,-1-1 0 0 0,1 1 1 0 0,-1 0-1 0 0,0 1 0 0 0,-1-1 1 0 0,0 1-1 0 0,5 13 0 0 0,1 8-1275 0 0,7 35-1 0 0,6 16-9839 0 0,-21-73 8975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19.4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0 204 564 0 0,'51'-15'6264'0'0,"35"-11"-1446"0"0,-52 15-4309 0 0,-1-1 0 0 0,0-2 1 0 0,58-34-1 0 0,-86 45-439 0 0,0 0 1 0 0,0-1-1 0 0,-1 0 0 0 0,0 0 0 0 0,0 0 1 0 0,0 0-1 0 0,5-7 0 0 0,-9 10-52 0 0,1 0 1 0 0,-1 0-1 0 0,1 0 1 0 0,-1 0-1 0 0,1 0 0 0 0,-1 0 1 0 0,0 0-1 0 0,1 0 1 0 0,-1 0-1 0 0,0 0 1 0 0,0 0-1 0 0,1 0 0 0 0,-1 0 1 0 0,0 0-1 0 0,0 0 1 0 0,-1-1-1 0 0,1 1 0 0 0,0-2 1 0 0,-1 2-6 0 0,0 0 1 0 0,1 0 0 0 0,-1 0-1 0 0,0 0 1 0 0,0 0-1 0 0,0 0 1 0 0,0 0-1 0 0,0 0 1 0 0,0 1 0 0 0,0-1-1 0 0,0 0 1 0 0,0 0-1 0 0,0 1 1 0 0,-1-1 0 0 0,1 1-1 0 0,0-1 1 0 0,0 1-1 0 0,-1-1 1 0 0,1 1-1 0 0,-2 0 1 0 0,-4-1-2 0 0,-1 0-1 0 0,0 0 1 0 0,0 1 0 0 0,0 0-1 0 0,0 1 1 0 0,0-1 0 0 0,0 2-1 0 0,0-1 1 0 0,1 1 0 0 0,-1 0-1 0 0,1 1 1 0 0,-14 6 0 0 0,-1 1 32 0 0,0 2 1 0 0,-36 25 0 0 0,49-30-4 0 0,0 0 0 0 0,0 1 0 0 0,1 0 0 0 0,-1 1 0 0 0,2-1-1 0 0,-1 1 1 0 0,1 1 0 0 0,1-1 0 0 0,-11 21 0 0 0,15-26-33 0 0,0 0-1 0 0,1 0 1 0 0,0 1 0 0 0,0-1-1 0 0,0 0 1 0 0,0 0-1 0 0,0 1 1 0 0,1-1 0 0 0,0 1-1 0 0,0-1 1 0 0,0 0 0 0 0,0 1-1 0 0,1-1 1 0 0,0 1 0 0 0,0-1-1 0 0,0 0 1 0 0,0 0 0 0 0,1 0-1 0 0,-1 0 1 0 0,1 0 0 0 0,0 0-1 0 0,0 0 1 0 0,1 0 0 0 0,-1-1-1 0 0,1 1 1 0 0,0-1-1 0 0,0 1 1 0 0,6 4 0 0 0,2 1-241 0 0,0 0 0 0 0,1-1 0 0 0,0-1 0 0 0,0 0 0 0 0,1-1 0 0 0,0 0 0 0 0,0 0 0 0 0,0-2 0 0 0,1 0 0 0 0,15 3 0 0 0,-8-3-1194 0 0,0-1 1 0 0,0-2-1 0 0,0 0 1 0 0,0-1 0 0 0,0-1-1 0 0,25-4 1 0 0,-17-1-847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19.8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1 128 1704 0 0,'3'-7'1076'0'0,"0"0"-1"0"0,0 0 0 0 0,1 1 1 0 0,0 0-1 0 0,0 0 1 0 0,0 0-1 0 0,11-11 0 0 0,-8 11-567 0 0,1-1 0 0 0,-1 1 0 0 0,1 1 0 0 0,0-1 0 0 0,16-7 0 0 0,-14 9-332 0 0,-1 0 0 0 0,1 1 0 0 0,0 0 0 0 0,0 0 0 0 0,0 1 0 0 0,0 0 0 0 0,0 1 0 0 0,0 0 0 0 0,0 1 0 0 0,1 0 0 0 0,-1 1 0 0 0,18 2 0 0 0,-26-2-142 0 0,-1-1-1 0 0,1 0 1 0 0,-1 1-1 0 0,0-1 1 0 0,1 1-1 0 0,-1-1 1 0 0,1 1-1 0 0,-1 0 0 0 0,0-1 1 0 0,0 1-1 0 0,1 0 1 0 0,-1 0-1 0 0,0 0 1 0 0,0 0-1 0 0,0 0 0 0 0,0 0 1 0 0,0 0-1 0 0,0 1 1 0 0,0-1-1 0 0,0 0 1 0 0,-1 0-1 0 0,2 3 1 0 0,-2-2-3 0 0,1 0 0 0 0,-1 1 1 0 0,1 0-1 0 0,-1-1 0 0 0,0 1 1 0 0,0-1-1 0 0,0 1 0 0 0,-1-1 1 0 0,1 1-1 0 0,-1-1 1 0 0,1 1-1 0 0,-2 2 0 0 0,-3 9 38 0 0,-2 0 0 0 0,1-1 0 0 0,-16 22 0 0 0,15-24-21 0 0,-23 38 39 0 0,-38 66-7 0 0,58-96-86 0 0,2 0 1 0 0,0 1 0 0 0,1 0 0 0 0,-6 28-1 0 0,12-44 3 0 0,1 0-1 0 0,-1 0 0 0 0,0-1 1 0 0,1 1-1 0 0,0 0 1 0 0,0 0-1 0 0,0 0 0 0 0,0 0 1 0 0,1-1-1 0 0,-1 1 0 0 0,1 0 1 0 0,0 0-1 0 0,0-1 1 0 0,1 1-1 0 0,-1 0 0 0 0,1-1 1 0 0,0 1-1 0 0,-1-1 0 0 0,1 0 1 0 0,1 0-1 0 0,-1 0 1 0 0,0 0-1 0 0,1 0 0 0 0,0 0 1 0 0,0 0-1 0 0,0-1 0 0 0,0 0 1 0 0,0 1-1 0 0,0-1 1 0 0,0 0-1 0 0,1-1 0 0 0,-1 1 1 0 0,1 0-1 0 0,-1-1 0 0 0,1 0 1 0 0,4 1-1 0 0,5 1-123 0 0,0-1 0 0 0,0 0 0 0 0,0-1 0 0 0,0 0-1 0 0,0-1 1 0 0,0 0 0 0 0,1-1 0 0 0,-1-1 0 0 0,18-4 0 0 0,0-2-1960 0 0,50-20 0 0 0,-67 22 103 0 0,0-1-1 0 0,0-1 1 0 0,12-9 0 0 0,-13 8-304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20.2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3 370 376 0 0,'-1'-2'427'0'0,"1"1"1"0"0,-1-1-1 0 0,1 1 1 0 0,0-1-1 0 0,-1 1 0 0 0,1-1 1 0 0,0 0-1 0 0,0 1 1 0 0,0-1-1 0 0,1 0 1 0 0,-1 1-1 0 0,0-1 0 0 0,0 1 1 0 0,1-1-1 0 0,-1 1 1 0 0,2-4-1 0 0,0 2-66 0 0,0 0 0 0 0,0 0 0 0 0,0 0 0 0 0,0 0-1 0 0,1 0 1 0 0,-1 0 0 0 0,4-2 0 0 0,6-4-54 0 0,0 0-1 0 0,25-12 1 0 0,-29 16 30 0 0,186-88 685 0 0,-65 33-858 0 0,-109 50-147 0 0,84-38 3 0 0,-91 43-32 0 0,-1 1 0 0 0,1 0 0 0 0,0 1 0 0 0,0 0 0 0 0,1 1 0 0 0,15 0 0 0 0,-19 2 8 0 0,1 1 1 0 0,-1 1-1 0 0,0-1 1 0 0,0 2-1 0 0,0 0 1 0 0,12 4-1 0 0,-18-5 11 0 0,-1-1 1 0 0,1 0-1 0 0,-1 1 0 0 0,0-1 0 0 0,1 1 0 0 0,-1 0 0 0 0,0 0 0 0 0,0 1 0 0 0,0-1 1 0 0,-1 1-1 0 0,1-1 0 0 0,0 1 0 0 0,-1 0 0 0 0,0 0 0 0 0,0 0 0 0 0,0 0 0 0 0,0 0 1 0 0,0 0-1 0 0,0 1 0 0 0,1 5 0 0 0,-3-6 8 0 0,0 0-1 0 0,0 0 1 0 0,-1 0 0 0 0,1 0 0 0 0,-1 0-1 0 0,1 0 1 0 0,-1 0 0 0 0,0 0 0 0 0,0-1-1 0 0,-1 1 1 0 0,1 0 0 0 0,0-1 0 0 0,-1 1-1 0 0,0-1 1 0 0,0 1 0 0 0,1-1 0 0 0,-5 3-1 0 0,-41 38 192 0 0,39-36-166 0 0,-15 12 55 0 0,-1 0 0 0 0,0-2 0 0 0,-2-1 0 0 0,0-1 0 0 0,-52 21 0 0 0,77-35-84 0 0,-1 0 1 0 0,0 0 0 0 0,0-1-1 0 0,0 1 1 0 0,0-1 0 0 0,0 1-1 0 0,1-1 1 0 0,-1 0 0 0 0,0 0-1 0 0,0 0 1 0 0,0 0 0 0 0,0 0-1 0 0,0 0 1 0 0,0-1-1 0 0,0 1 1 0 0,0-1 0 0 0,0 1-1 0 0,1-1 1 0 0,-1 1 0 0 0,0-1-1 0 0,0 0 1 0 0,1 0 0 0 0,-1 0-1 0 0,0 0 1 0 0,1 0 0 0 0,-2-2-1 0 0,1 1 0 0 0,1 0-1 0 0,0 0 0 0 0,1 0 0 0 0,-1 0 0 0 0,0 0 0 0 0,1 0 1 0 0,-1-1-1 0 0,1 1 0 0 0,-1 0 0 0 0,1 0 0 0 0,0 0 0 0 0,0-1 1 0 0,0 1-1 0 0,0 0 0 0 0,0 0 0 0 0,1-1 0 0 0,-1 1 0 0 0,1 0 1 0 0,-1 0-1 0 0,1 0 0 0 0,0 0 0 0 0,2-4 0 0 0,6-15-257 0 0,1 1 0 0 0,1-1 1 0 0,1 2-1 0 0,1-1 0 0 0,1 2 0 0 0,31-34 0 0 0,-30 38-1199 0 0,1 0-1 0 0,1 1 1 0 0,0 0 0 0 0,29-15 0 0 0,-29 17-596 0 0,1 2-64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20.5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76 660 0 0,'6'7'8827'0'0,"9"7"-5940"0"0,-9-6-2556 0 0,-1 0 0 0 0,1 0 0 0 0,-1 0 0 0 0,-1 0 0 0 0,1 1 0 0 0,-2 0 0 0 0,1 0 0 0 0,-1 0 0 0 0,0 0 1 0 0,1 12-1 0 0,-2-7-225 0 0,0 0 0 0 0,-1 0 1 0 0,-1 0-1 0 0,0 0 0 0 0,0 0 1 0 0,-5 19-1 0 0,5-31-105 0 0,0 0-1 0 0,-1 0 0 0 0,1 0 0 0 0,-1-1 1 0 0,0 1-1 0 0,1 0 0 0 0,-1 0 1 0 0,0-1-1 0 0,0 1 0 0 0,0 0 1 0 0,-1-1-1 0 0,1 1 0 0 0,0-1 1 0 0,0 1-1 0 0,-1-1 0 0 0,1 0 1 0 0,-1 1-1 0 0,1-1 0 0 0,-1 0 1 0 0,0 0-1 0 0,1 0 0 0 0,-1 0 1 0 0,0-1-1 0 0,0 1 0 0 0,0 0 0 0 0,-2 0 1 0 0,3-1-14 0 0,0 0 1 0 0,0 0 0 0 0,-1-1-1 0 0,1 1 1 0 0,0 0 0 0 0,0 0-1 0 0,0-1 1 0 0,-1 1-1 0 0,1 0 1 0 0,0-1 0 0 0,0 1-1 0 0,0-1 1 0 0,0 0-1 0 0,0 1 1 0 0,0-1 0 0 0,0 0-1 0 0,0 0 1 0 0,0 1 0 0 0,0-1-1 0 0,0 0 1 0 0,0 0-1 0 0,1 0 1 0 0,-1 0 0 0 0,0 0-1 0 0,1 0 1 0 0,-1-1 0 0 0,1 1-1 0 0,-1 0 1 0 0,1 0-1 0 0,-1 0 1 0 0,1 0 0 0 0,0-1-1 0 0,0 1 1 0 0,0 0-1 0 0,-1 0 1 0 0,1-1 0 0 0,0 1-1 0 0,1 0 1 0 0,-1 0 0 0 0,0-1-1 0 0,0 0 1 0 0,1-10-39 0 0,1 0 0 0 0,0 0 0 0 0,1 0-1 0 0,0 0 1 0 0,0 1 0 0 0,1 0 0 0 0,1-1 0 0 0,0 1 0 0 0,8-11 0 0 0,2-5 21 0 0,2 2 0 0 0,29-34 0 0 0,-39 49 68 0 0,2 1 0 0 0,-1 0 0 0 0,1 0 0 0 0,1 1 0 0 0,-1 1 1 0 0,1-1-1 0 0,14-6 0 0 0,-21 12-14 0 0,0 1 0 0 0,0 0 1 0 0,0 0-1 0 0,0 0 0 0 0,0 0 1 0 0,0 0-1 0 0,0 1 0 0 0,0-1 0 0 0,0 1 1 0 0,1 0-1 0 0,-1 0 0 0 0,0 0 1 0 0,0 0-1 0 0,0 0 0 0 0,0 1 1 0 0,0 0-1 0 0,1-1 0 0 0,-1 1 1 0 0,0 1-1 0 0,-1-1 0 0 0,1 0 0 0 0,0 0 1 0 0,0 1-1 0 0,0 0 0 0 0,-1 0 1 0 0,1-1-1 0 0,-1 2 0 0 0,1-1 1 0 0,-1 0-1 0 0,0 0 0 0 0,0 1 1 0 0,3 3-1 0 0,8 13-366 0 0,0 1 0 0 0,11 26 1 0 0,6 8-3189 0 0,-24-43 627 0 0,1-1 1 0 0,16 18 0 0 0,-15-21 549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20.9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0 154 36 0 0,'4'-1'11645'0'0,"16"-7"-10203"0"0,46-8-72 0 0,109-33 264 0 0,-172 48-1607 0 0,9-3 60 0 0,-1-1 0 0 0,0 1 0 0 0,10-8 0 0 0,-19 11-79 0 0,-1 0 0 0 0,1 0 0 0 0,0-1 0 0 0,0 1 0 0 0,-1-1 0 0 0,1 1 0 0 0,-1-1 0 0 0,1 0 0 0 0,-1 0 0 0 0,2-2 0 0 0,-3 3-11 0 0,0 1 0 0 0,1-1 0 0 0,-1 0 0 0 0,0 0 0 0 0,0 0 0 0 0,1 0 0 0 0,-1 0 0 0 0,0 1 0 0 0,0-1 0 0 0,0 0 0 0 0,0 0 0 0 0,0 0 0 0 0,-1 0 0 0 0,1 0 0 0 0,0 1 0 0 0,0-1 0 0 0,-1 0 0 0 0,1 0 0 0 0,0 0-1 0 0,-1 1 1 0 0,1-1 0 0 0,0 0 0 0 0,-1 0 0 0 0,1 1 0 0 0,-1-1 0 0 0,0 0 0 0 0,-1-1-10 0 0,0 1-1 0 0,0 0 1 0 0,1-1 0 0 0,-1 1-1 0 0,0 0 1 0 0,0 0 0 0 0,0 0-1 0 0,-1 1 1 0 0,1-1 0 0 0,0 0-1 0 0,0 1 1 0 0,0 0-1 0 0,0-1 1 0 0,-1 1 0 0 0,1 0-1 0 0,0 0 1 0 0,0 0 0 0 0,-1 0-1 0 0,1 1 1 0 0,0-1 0 0 0,0 1-1 0 0,-3 0 1 0 0,-5 2-25 0 0,0 0-1 0 0,0 0 1 0 0,-12 6 0 0 0,6 0 80 0 0,0 0 1 0 0,0 1-1 0 0,1 1 0 0 0,1 0 0 0 0,-1 1 0 0 0,2 0 1 0 0,0 1-1 0 0,0 1 0 0 0,1 0 0 0 0,1 0 0 0 0,0 1 1 0 0,-12 23-1 0 0,21-34-20 0 0,0 0 1 0 0,0 0 0 0 0,1 0-1 0 0,-1 0 1 0 0,1 1-1 0 0,0-1 1 0 0,0 0 0 0 0,0 1-1 0 0,0-1 1 0 0,1 0-1 0 0,0 1 1 0 0,-1-1 0 0 0,2 1-1 0 0,-1-1 1 0 0,1 0-1 0 0,-1 1 1 0 0,1-1 0 0 0,0 0-1 0 0,1 1 1 0 0,-1-1 0 0 0,1 0-1 0 0,3 5 1 0 0,-2-4-40 0 0,0-1 1 0 0,1 0-1 0 0,-1 0 1 0 0,1 0-1 0 0,0 0 0 0 0,1 0 1 0 0,-1-1-1 0 0,1 0 1 0 0,-1 0-1 0 0,1 0 1 0 0,0-1-1 0 0,0 0 1 0 0,0 1-1 0 0,0-2 1 0 0,1 1-1 0 0,-1-1 0 0 0,9 2 1 0 0,9 0-690 0 0,0-1 0 0 0,1-1 0 0 0,46-4 0 0 0,71-18-5127 0 0,-71 9 2432 0 0,-16 5 980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23.5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716 70 1848 0 0,'33'-2'1632'0'0,"1"0"0"0"0,-1 2 0 0 0,41 6 0 0 0,-24 1-267 0 0,74 21 0 0 0,-16 6-345 0 0,115 53 1 0 0,-48-12-268 0 0,998 452 2170 0 0,-986-428-2774 0 0,-4 8 1 0 0,-5 7-1 0 0,178 151 0 0 0,-7 34 595 0 0,-287-238-343 0 0,-3 2-1 0 0,-2 2 1 0 0,62 95-1 0 0,55 152 1512 0 0,-29 15-857 0 0,-105-232-860 0 0,-5 2-1 0 0,-3 2 1 0 0,24 138 0 0 0,-48-191-6 0 0,-3 0-1 0 0,-1 0 1 0 0,-3 0-1 0 0,-1 0 1 0 0,-3 0 0 0 0,-1 0-1 0 0,-3 0 1 0 0,-1-1 0 0 0,-29 86-1 0 0,18-77 72 0 0,-138 380 1503 0 0,145-397-1664 0 0,-78 202 309 0 0,77-212-370 0 0,0-1 0 0 0,-2-1 0 0 0,-1 0 0 0 0,-1-1 0 0 0,0-1 1 0 0,-35 34-1 0 0,30-37 27 0 0,-1-1 1 0 0,-1-1-1 0 0,-1-2 1 0 0,0 0-1 0 0,-1-1 1 0 0,-1-2-1 0 0,0-1 1 0 0,-44 14-1 0 0,21-13 152 0 0,0-1 1 0 0,-1-3-1 0 0,0-2 0 0 0,-58 0 1 0 0,-204-6 914 0 0,232-5-922 0 0,-149-28 0 0 0,126 9-177 0 0,1-4 0 0 0,2-5 0 0 0,-159-72 0 0 0,62 10 8 0 0,-346-184 46 0 0,492 243-19 0 0,2-3 1 0 0,1-2-1 0 0,3-2 1 0 0,-43-49-1 0 0,28 28-46 0 0,-7-1 4 0 0,-91-66-1 0 0,-85-42-100 0 0,-27-21-118 0 0,243 170 151 0 0,1-2 0 0 0,1 0 0 0 0,-33-44 0 0 0,-58-94-179 0 0,48 64 119 0 0,28 42 81 0 0,2-1 0 0 0,-56-115 0 0 0,79 129 49 0 0,1-1 0 0 0,3-1 0 0 0,-12-92 1 0 0,8 46-8 0 0,-13-157-102 0 0,6 36-40 0 0,15 110 23 0 0,7 72 53 0 0,-1 0 0 0 0,-7-34 0 0 0,-4 2-77 0 0,3-1 0 0 0,3 0 0 0 0,1-67 0 0 0,-7-37 6 0 0,11 107 156 0 0,1 26-6 0 0,4-58 0 0 0,-3 93-34 0 0,23-154 11 0 0,-17 124-10 0 0,1 1 0 0 0,2-1 1 0 0,13-30-1 0 0,-15 40 21 0 0,-1 1 0 0 0,6-29 0 0 0,-1 2-24 0 0,-5 27-55 0 0,2 1 0 0 0,17-34 0 0 0,-15 33 42 0 0,-1-1 0 0 0,8-21 0 0 0,-8 17-10 0 0,1 1 0 0 0,2 0 0 0 0,20-32 0 0 0,18-37 29 0 0,-45 84-24 0 0,-1 0 1 0 0,1 0-1 0 0,0 1 1 0 0,1 0-1 0 0,0-1 1 0 0,0 2-1 0 0,9-9 0 0 0,55-38-134 0 0,-62 48 149 0 0,0 0 0 0 0,0 0 0 0 0,1 1 0 0 0,0 0 0 0 0,0 0 0 0 0,0 1-1 0 0,18-4 1 0 0,21-3 17 0 0,89-25 24 0 0,-136 35-34 0 0,11-4-14 0 0,0 0 1 0 0,-1 0-1 0 0,1 2 1 0 0,0-1 0 0 0,25 0-1 0 0,166-11 9 0 0,-202 14-15 0 0,17 13-8878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24.4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362 166 940 0 0,'26'-30'5563'0'0,"8"-18"331"0"0,-6-4-2085 0 0,-13 17-2189 0 0,-40 77 96 0 0,-1 2-1330 0 0,-134 218 1694 0 0,24-44-3494 0 0,61-64-5091 0 0,41-80-3338 0 0,26-60 7253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24.8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156 10 440 0 0,'-1'-1'533'0'0,"1"0"-1"0"0,-1 0 1 0 0,1 1 0 0 0,-1-1 0 0 0,0 1-1 0 0,1-1 1 0 0,-1 0 0 0 0,0 1-1 0 0,1-1 1 0 0,-1 1 0 0 0,0 0 0 0 0,0-1-1 0 0,1 1 1 0 0,-1-1 0 0 0,0 1-1 0 0,0 0 1 0 0,0 0 0 0 0,0 0 0 0 0,-1-1-1 0 0,1 16 6051 0 0,2 3-7173 0 0,-2 13 1169 0 0,-2 0-1 0 0,-1 0 1 0 0,-1-1 0 0 0,-16 51 0 0 0,-51 115 80 0 0,54-150-533 0 0,16-42-121 0 0,0 2 6 0 0,-1 0 0 0 0,1 0 0 0 0,0 1 1 0 0,0 0-1 0 0,-1 12 0 0 0,3-18-2 0 0,0 0-1 0 0,0 0 1 0 0,0 1 0 0 0,1-1 0 0 0,-1 0 0 0 0,0 1-1 0 0,0-1 1 0 0,1 0 0 0 0,-1 0 0 0 0,1 0 0 0 0,-1 1-1 0 0,1-1 1 0 0,0 0 0 0 0,-1 0 0 0 0,1 0 0 0 0,0 0-1 0 0,0 0 1 0 0,0 0 0 0 0,-1 0 0 0 0,1 0-1 0 0,0 0 1 0 0,0-1 0 0 0,0 1 0 0 0,1 0 0 0 0,-1-1-1 0 0,0 1 1 0 0,0 0 0 0 0,0-1 0 0 0,0 1 0 0 0,1-1-1 0 0,-1 0 1 0 0,0 1 0 0 0,0-1 0 0 0,1 0 0 0 0,-1 0-1 0 0,0 0 1 0 0,2 0 0 0 0,16 1 135 0 0,0-1 0 0 0,-1 0-1 0 0,1-2 1 0 0,26-4 0 0 0,75-24 304 0 0,-38 9-265 0 0,-32 10-358 0 0,92-9 0 0 0,-127 19-356 0 0,0 0 0 0 0,1 2 0 0 0,-1-1 0 0 0,0 2-1 0 0,-1 0 1 0 0,1 1 0 0 0,0 1 0 0 0,-1 0 0 0 0,1 1 0 0 0,23 11-1 0 0,-34-14-34 0 0,-1-1 0 0 0,0 1-1 0 0,0 0 1 0 0,0 0 0 0 0,0 1-1 0 0,0-1 1 0 0,0 1 0 0 0,-1-1-1 0 0,1 1 1 0 0,-1 0 0 0 0,0 0-1 0 0,1 0 1 0 0,-2 0 0 0 0,1 0-1 0 0,0 0 1 0 0,0 1 0 0 0,-1-1-1 0 0,0 1 1 0 0,0-1 0 0 0,1 6-1 0 0,-1 7-2077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25.6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7 1376 0 0,'0'4'9640'0'0,"0"14"-5521"0"0,-1 104 1850 0 0,-9 62-3626 0 0,-3 59-1513 0 0,13-239-849 0 0,0-1 0 0 0,0 0 1 0 0,1 0-1 0 0,-1 0 0 0 0,1 1 0 0 0,0-1 1 0 0,0 0-1 0 0,2 5 0 0 0,-3-7 15 0 0,0-1 0 0 0,0 0 0 0 0,0 0 0 0 0,0 0 0 0 0,0 0 0 0 0,0 0 0 0 0,0 0 0 0 0,0 0 0 0 0,0 0 0 0 0,0 0 0 0 0,1 0 0 0 0,-1 1 0 0 0,0-1 0 0 0,0 0 0 0 0,0 0 0 0 0,0 0 0 0 0,0 0 0 0 0,0 0 0 0 0,0 0 0 0 0,0 0 0 0 0,0 0 0 0 0,0 0-1 0 0,1 0 1 0 0,-1 0 0 0 0,0 0 0 0 0,0 0 0 0 0,0 0 0 0 0,0 0 0 0 0,0 0 0 0 0,0 0 0 0 0,0 0 0 0 0,1 0 0 0 0,-1 0 0 0 0,0 0 0 0 0,0 0 0 0 0,0 0 0 0 0,0 0 0 0 0,0 0 0 0 0,0 0 0 0 0,0 0 0 0 0,0 0 0 0 0,0-1 0 0 0,0 1 0 0 0,1 0 0 0 0,-1 0 0 0 0,0 0 0 0 0,0 0 0 0 0,0 0 0 0 0,0 0 0 0 0,0 0 0 0 0,0 0 0 0 0,0 0-1 0 0,0 0 1 0 0,0-1 0 0 0,0 1 0 0 0,0 0 0 0 0,0 0 0 0 0,0 0 0 0 0,0 0 0 0 0,0 0 0 0 0,0 0 0 0 0,0 0 0 0 0,0 0 0 0 0,0-1 0 0 0,0 1 0 0 0,0 0 0 0 0,2-21-201 0 0,-2-8 15 0 0,-1-63-208 0 0,4 0 1 0 0,24-150-1 0 0,-25 232 383 0 0,0 0 0 0 0,1 0 0 0 0,0 0 0 0 0,1 1-1 0 0,0-1 1 0 0,1 1 0 0 0,0 0 0 0 0,0 0 0 0 0,8-8 0 0 0,-11 14 15 0 0,0 1 1 0 0,0 0 0 0 0,0-1-1 0 0,1 1 1 0 0,-1 0 0 0 0,1 0-1 0 0,-1 1 1 0 0,1-1 0 0 0,0 0-1 0 0,-1 1 1 0 0,1-1 0 0 0,0 1-1 0 0,0 0 1 0 0,0 0-1 0 0,0 0 1 0 0,1 1 0 0 0,-1-1-1 0 0,0 1 1 0 0,0 0 0 0 0,0-1-1 0 0,0 1 1 0 0,1 1 0 0 0,-1-1-1 0 0,0 0 1 0 0,0 1 0 0 0,0 0-1 0 0,0-1 1 0 0,0 1-1 0 0,0 0 1 0 0,0 1 0 0 0,0-1-1 0 0,5 3 1 0 0,5 5 56 0 0,0 0 1 0 0,0 1-1 0 0,-1 0 1 0 0,0 1-1 0 0,-1 1 0 0 0,0-1 1 0 0,-1 2-1 0 0,0-1 0 0 0,-1 2 1 0 0,12 21-1 0 0,4 14 163 0 0,31 88-1 0 0,-53-128-131 0 0,0 1-1 0 0,0 0 1 0 0,-1 0-1 0 0,0 0 1 0 0,-1 0-1 0 0,0 15 1 0 0,-1-25 390 0 0,3-20-270 0 0,-2 16-703 0 0,11 14 248 0 0,-12-9 265 0 0,1-1 1 0 0,0 1-1 0 0,-1-1 0 0 0,1 1 1 0 0,-1-1-1 0 0,1 1 1 0 0,0-1-1 0 0,-1 0 0 0 0,1 1 1 0 0,0-1-1 0 0,-1 0 0 0 0,1 0 1 0 0,0 0-1 0 0,0 1 1 0 0,-1-1-1 0 0,1 0 0 0 0,0 0 1 0 0,0 0-1 0 0,-1 0 1 0 0,1 0-1 0 0,0 0 0 0 0,0 0 1 0 0,-1 0-1 0 0,1-1 0 0 0,0 1 1 0 0,0 0-1 0 0,-1 0 1 0 0,2-1-1 0 0,0-1 1 0 0,0 1 0 0 0,0-1 0 0 0,0 1 0 0 0,0-1 0 0 0,-1 0 0 0 0,1 0 0 0 0,-1 0 0 0 0,1 0 0 0 0,1-3 0 0 0,5-10-34 0 0,-1 0 1 0 0,6-21-1 0 0,-9 24 28 0 0,61-211 221 0 0,-62 211-784 0 0,-1-1-1 0 0,0 1 1 0 0,1-21-1 0 0,0 31-643 0 0,0-1-1 0 0,0 1 0 0 0,0 0 0 0 0,0 1 1 0 0,0-1-1 0 0,0 1 0 0 0,1-1 0 0 0,-1 1 0 0 0,1 0 1 0 0,5-1-1 0 0,2-2-2931 0 0,-1 2 1532 0 0,0-1 37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25.9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1 156 2032 0 0,'1'-1'617'0'0,"-1"0"0"0"0,1 0 0 0 0,0 0-1 0 0,0 0 1 0 0,-1 0 0 0 0,1 1 0 0 0,0-1-1 0 0,0 0 1 0 0,0 1 0 0 0,0-1 0 0 0,0 0 0 0 0,0 1-1 0 0,0-1 1 0 0,0 1 0 0 0,1-1 0 0 0,-1 1-1 0 0,2-1 1 0 0,26 1 3566 0 0,27 12-2807 0 0,-51-11-875 0 0,0 0-370 0 0,57 20 1064 0 0,-56-19-1111 0 0,-1 0 0 0 0,0 1 0 0 0,0 0 0 0 0,0 0 0 0 0,0 0-1 0 0,0 1 1 0 0,-1-1 0 0 0,0 1 0 0 0,5 5 0 0 0,-8-7-63 0 0,0-1-1 0 0,0 1 1 0 0,0-1-1 0 0,0 1 0 0 0,0-1 1 0 0,0 1-1 0 0,0 0 1 0 0,-1-1-1 0 0,1 1 1 0 0,-1 0-1 0 0,1-1 1 0 0,-1 1-1 0 0,0 0 0 0 0,0 0 1 0 0,0-1-1 0 0,0 1 1 0 0,0 0-1 0 0,0 0 1 0 0,0 0-1 0 0,-1 3 0 0 0,0-2 4 0 0,-1 1-1 0 0,1-1 1 0 0,-1 0-1 0 0,0 0 1 0 0,0 1-1 0 0,0-1 0 0 0,0-1 1 0 0,-1 1-1 0 0,-4 5 1 0 0,-6 3 33 0 0,-1-1 1 0 0,0 0-1 0 0,-23 12 1 0 0,30-18-22 0 0,-42 19 46 0 0,46-22-84 0 0,1 0 0 0 0,-1 0 0 0 0,1-1 0 0 0,-1 1 1 0 0,1 0-1 0 0,-1-1 0 0 0,1 0 0 0 0,-1 0 0 0 0,0 0 0 0 0,1 0 0 0 0,-1 0 0 0 0,0 0 0 0 0,1 0 0 0 0,-1-1 0 0 0,1 1 1 0 0,-1-1-1 0 0,-4-2 0 0 0,5 1-9 0 0,1 0-1 0 0,-1 0 1 0 0,0 0 0 0 0,1 0 0 0 0,-1-1 0 0 0,1 1 0 0 0,0 0 0 0 0,0-1 0 0 0,0 1 0 0 0,0-1-1 0 0,0 1 1 0 0,0-1 0 0 0,1 0 0 0 0,0 1 0 0 0,-1-1 0 0 0,1 0 0 0 0,0 1 0 0 0,0-1 0 0 0,0 0-1 0 0,0 1 1 0 0,1-1 0 0 0,0-3 0 0 0,1-9-136 0 0,1 0 0 0 0,7-20 0 0 0,-4 18-360 0 0,0 0 0 0 0,1 0 0 0 0,1 0 0 0 0,0 1-1 0 0,1 1 1 0 0,14-20 0 0 0,-15 25-657 0 0,1 1 0 0 0,0-1 0 0 0,15-11 0 0 0,-11 12-842 0 0,0 0 0 0 0,0 1 1 0 0,15-7-1 0 0,-9 6-325 0 0,-2-1 11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26.3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25 2092 0 0,'-2'-25'16065'0'0,"4"39"-14757"0"0,0 24-334 0 0,-1-1-1 0 0,-1 1 0 0 0,-8 45 1 0 0,-7 18-125 0 0,1-1-2503 0 0,10-34-6018 0 0,2-59 4268 0 0,1 1-3775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26.6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7 132 1800 0 0,'0'1'150'0'0,"0"-1"1"0"0,0 0-1 0 0,-1 0 0 0 0,1 0 1 0 0,0 0-1 0 0,0 0 0 0 0,0 0 1 0 0,-1 0-1 0 0,1 0 0 0 0,0 0 1 0 0,0 0-1 0 0,0 0 0 0 0,-1 0 1 0 0,1 0-1 0 0,0 0 0 0 0,0 0 1 0 0,0 0-1 0 0,0 0 0 0 0,-1 0 1 0 0,1 0-1 0 0,0-1 0 0 0,0 1 1 0 0,0 0-1 0 0,-1 0 0 0 0,1 0 1 0 0,0 0-1 0 0,0 0 0 0 0,0 0 1 0 0,0-1-1 0 0,0 1 0 0 0,-1 0 1 0 0,1 0-1 0 0,0 0 0 0 0,0 0 1 0 0,0-1-1 0 0,0 1 0 0 0,0 0 1 0 0,0 0-1 0 0,0 0 0 0 0,0 0 1 0 0,0-1-1 0 0,0 1 0 0 0,0 0 1 0 0,0 0-1 0 0,0 0 0 0 0,0-1 1 0 0,0 1-1 0 0,0 0 0 0 0,0 0 1 0 0,0 0-1 0 0,0-1 0 0 0,0 1 1 0 0,0 0-1 0 0,0 0 0 0 0,0 0 1 0 0,0-1-1 0 0,0 1 0 0 0,0 0 1 0 0,0 0-1 0 0,0 0 0 0 0,0 0 1 0 0,1-1-1 0 0,17-6 2316 0 0,29-2-2326 0 0,186-15-22 0 0,27-4-2475 0 0,0 6-4283 0 0,-195 17 8802 0 0,-66 4-1865 0 0,1-1-1 0 0,-1 1 1 0 0,1 0-1 0 0,-1 0 1 0 0,0-1-1 0 0,1 1 1 0 0,-1 0-1 0 0,0 0 1 0 0,0 0-1 0 0,0-1 1 0 0,0 1-1 0 0,0 0 1 0 0,0 0-1 0 0,0 1 1 0 0,0-1-1 0 0,0 0 1 0 0,0 0-1 0 0,-1 0 1 0 0,1 1-1 0 0,0-1 1 0 0,-1 1-1 0 0,1-1 1 0 0,0 1-1 0 0,-1-1 1 0 0,1 1-1 0 0,-3 0 1 0 0,-39-6 2306 0 0,32 7-2309 0 0,-1 0 0 0 0,1 1 1 0 0,0 0-1 0 0,0 1 0 0 0,0 0 0 0 0,0 1 0 0 0,0 1 1 0 0,1-1-1 0 0,-1 1 0 0 0,-18 13 0 0 0,10-5 56 0 0,1 1-1 0 0,0 1 1 0 0,1 1 0 0 0,-22 25-1 0 0,34-35-287 0 0,0 0 0 0 0,1 0-1 0 0,0 0 1 0 0,0 1 0 0 0,1-1-1 0 0,-1 1 1 0 0,2 0-1 0 0,-4 9 1 0 0,6-14-61 0 0,-1 0 0 0 0,1 0 0 0 0,-1 0 0 0 0,1 0 0 0 0,0 1 0 0 0,0-1 0 0 0,0 0 0 0 0,0 0 0 0 0,0 0 0 0 0,0 0 0 0 0,1 0 0 0 0,-1 1 0 0 0,1-1 0 0 0,-1 0 0 0 0,1 0-1 0 0,0 0 1 0 0,0 0 0 0 0,0 0 0 0 0,0-1 0 0 0,0 1 0 0 0,0 0 0 0 0,0 0 0 0 0,1-1 0 0 0,-1 1 0 0 0,1-1 0 0 0,-1 1 0 0 0,1-1 0 0 0,0 1 0 0 0,-1-1 0 0 0,1 0 0 0 0,0 0 0 0 0,0 0 0 0 0,2 1 0 0 0,7 2-45 0 0,-1-1 0 0 0,1-1 1 0 0,0 1-1 0 0,0-2 0 0 0,0 1 0 0 0,0-2 1 0 0,0 1-1 0 0,0-1 0 0 0,0-1 0 0 0,0 0 0 0 0,0-1 1 0 0,0 0-1 0 0,0-1 0 0 0,11-3 0 0 0,-5 0-208 0 0,1-1 1 0 0,-1 0-1 0 0,0-1 0 0 0,0-1 0 0 0,-1-1 0 0 0,0 0 0 0 0,22-19 0 0 0,-34 24 219 0 0,0 1 0 0 0,0-1 0 0 0,-1 0 0 0 0,1 0 0 0 0,-1 0 0 0 0,0-1 0 0 0,-1 1 1 0 0,1-1-1 0 0,-1 1 0 0 0,-1-1 0 0 0,1 0 0 0 0,-1 0 0 0 0,1 0 0 0 0,-2 0 0 0 0,1 0 1 0 0,-1 0-1 0 0,0 0 0 0 0,0 0 0 0 0,0 0 0 0 0,-1 0 0 0 0,0 0 0 0 0,0 0 0 0 0,-1 0 1 0 0,0 0-1 0 0,-3-6 0 0 0,5 17 154 0 0,-1 0 1 0 0,0 1-1 0 0,1-1 0 0 0,0 0 1 0 0,0 1-1 0 0,1-1 0 0 0,1 10 1 0 0,1-7-353 0 0,1 0 0 0 0,0 0 1 0 0,0-1-1 0 0,0 1 0 0 0,1-1 1 0 0,0 0-1 0 0,1 0 1 0 0,-1-1-1 0 0,1 0 0 0 0,1 0 1 0 0,-1 0-1 0 0,1-1 0 0 0,0 0 1 0 0,14 8-1 0 0,-6-6-1687 0 0,0 0 0 0 0,0-1 0 0 0,1-1-1 0 0,0-1 1 0 0,0 0 0 0 0,32 3 0 0 0,-25-5-504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27.5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230 93 1024 0 0,'0'-3'665'0'0,"1"0"1"0"0,0 0-1 0 0,0 0 0 0 0,-1 0 1 0 0,2 0-1 0 0,-1 0 0 0 0,0 0 0 0 0,1 1 1 0 0,-1-1-1 0 0,1 0 0 0 0,0 1 1 0 0,3-4-1 0 0,-4 4-372 0 0,1-1 1 0 0,0 1-1 0 0,0-1 1 0 0,-1 1-1 0 0,1-1 1 0 0,-1 1-1 0 0,0-1 1 0 0,0 0 0 0 0,0 0-1 0 0,0 0 1 0 0,0 1-1 0 0,0-5 1 0 0,-1 6-199 0 0,0 0 1 0 0,-1 0 0 0 0,1 1 0 0 0,0-1 0 0 0,-1 0-1 0 0,1 0 1 0 0,0 1 0 0 0,-1-1 0 0 0,1 0-1 0 0,-1 1 1 0 0,1-1 0 0 0,-1 1 0 0 0,0-1 0 0 0,1 1-1 0 0,-1-1 1 0 0,0 1 0 0 0,1-1 0 0 0,-1 1 0 0 0,0-1-1 0 0,1 1 1 0 0,-1 0 0 0 0,0 0 0 0 0,0-1-1 0 0,0 1 1 0 0,1 0 0 0 0,-1 0 0 0 0,0 0 0 0 0,0 0-1 0 0,0 0 1 0 0,1 0 0 0 0,-1 0 0 0 0,0 0 0 0 0,0 0-1 0 0,0 0 1 0 0,1 0 0 0 0,-2 1 0 0 0,-38 5 796 0 0,34-4-697 0 0,-12 2-180 0 0,1 0 0 0 0,-1 2 0 0 0,1 0 0 0 0,0 1 0 0 0,1 1 0 0 0,0 0 0 0 0,0 1 0 0 0,1 1 0 0 0,-22 18 0 0 0,36-28-22 0 0,0 1 1 0 0,1-1 0 0 0,-1 0 0 0 0,1 1 0 0 0,-1-1 0 0 0,1 1-1 0 0,-1-1 1 0 0,1 1 0 0 0,0-1 0 0 0,-1 1 0 0 0,1-1-1 0 0,0 1 1 0 0,-1-1 0 0 0,1 1 0 0 0,0 0 0 0 0,0-1-1 0 0,-1 1 1 0 0,1 0 0 0 0,0-1 0 0 0,0 1 0 0 0,0 0-1 0 0,0-1 1 0 0,0 1 0 0 0,0-1 0 0 0,0 1 0 0 0,0 0-1 0 0,0 1 1 0 0,1-1 0 0 0,0 0 1 0 0,-1-1-1 0 0,1 1 0 0 0,0 0 0 0 0,0 0 0 0 0,-1-1 1 0 0,1 1-1 0 0,0 0 0 0 0,0-1 0 0 0,0 1 0 0 0,0-1 0 0 0,0 1 1 0 0,0-1-1 0 0,0 1 0 0 0,2-1 0 0 0,46 9-32 0 0,-40-8 44 0 0,11 3 39 0 0,-1 0-1 0 0,0 1 1 0 0,0 1 0 0 0,0 0-1 0 0,21 11 1 0 0,-34-14 17 0 0,0 1 0 0 0,-1-1-1 0 0,1 1 1 0 0,-1 0 0 0 0,0 1 0 0 0,0-1-1 0 0,0 1 1 0 0,5 7 0 0 0,-7-8 11 0 0,-1-1 1 0 0,0 0-1 0 0,0 1 1 0 0,-1-1-1 0 0,1 1 1 0 0,-1 0-1 0 0,0 0 0 0 0,0-1 1 0 0,0 1-1 0 0,0 0 1 0 0,-1 0-1 0 0,1 0 1 0 0,-1 0-1 0 0,0 0 0 0 0,-1 5 1 0 0,0-4 4 0 0,0 0 0 0 0,-1 0 0 0 0,0 0 0 0 0,0 0 0 0 0,0-1 0 0 0,0 1 0 0 0,-1-1 0 0 0,0 0 0 0 0,0 1 0 0 0,0-1 0 0 0,0-1 0 0 0,-1 1 0 0 0,0 0 0 0 0,1-1 0 0 0,-1 0 0 0 0,-6 4 0 0 0,-5 4-225 0 0,-1-1 0 0 0,0-1 0 0 0,-19 8 1 0 0,-4-3-1431 0 0,12-10-3262 0 0,27-14-4516 0 0,2 3 6801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27.9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313 18 1268 0 0,'0'-1'362'0'0,"0"1"0"0"0,0-1 0 0 0,0 1 0 0 0,0-1 0 0 0,1 1 0 0 0,-1-1-1 0 0,0 1 1 0 0,0-1 0 0 0,0 0 0 0 0,0 1 0 0 0,0-1 0 0 0,-1 1 0 0 0,1-1 0 0 0,0 1 0 0 0,0-1 0 0 0,0 1 0 0 0,0-1-1 0 0,-1 1 1 0 0,1-1 0 0 0,0 1 0 0 0,0-1 0 0 0,-1 1 0 0 0,1-1 0 0 0,0 1 0 0 0,-1-1 0 0 0,1 1 0 0 0,-1 0 0 0 0,1-1-1 0 0,0 1 1 0 0,-1 0 0 0 0,1-1 0 0 0,-1 1 0 0 0,1 0 0 0 0,-1-1 0 0 0,1 1 0 0 0,-1 0 0 0 0,0 0 0 0 0,-9 2 3427 0 0,-2 5-3806 0 0,9-6-466 0 0,-34 22 685 0 0,2 1 0 0 0,0 2 0 0 0,1 1 0 0 0,-46 49 0 0 0,73-69-200 0 0,-28 34-11 0 0,33-39 3 0 0,0 0-1 0 0,1 1 0 0 0,-1-1 0 0 0,1 0 0 0 0,0 1 1 0 0,0-1-1 0 0,0 1 0 0 0,0-1 0 0 0,0 1 0 0 0,0 0 1 0 0,1-1-1 0 0,-1 1 0 0 0,1 0 0 0 0,0-1 0 0 0,0 1 1 0 0,0 3-1 0 0,1-5-2 0 0,-1 0-1 0 0,1 1 1 0 0,0-1 0 0 0,0 0 0 0 0,0 0 0 0 0,0 0 0 0 0,0 0-1 0 0,0 0 1 0 0,0 0 0 0 0,0 0 0 0 0,0 0 0 0 0,0 0 0 0 0,1-1-1 0 0,-1 1 1 0 0,0 0 0 0 0,1-1 0 0 0,-1 1 0 0 0,0-1 0 0 0,1 1-1 0 0,-1-1 1 0 0,1 0 0 0 0,-1 1 0 0 0,1-1 0 0 0,-1 0 0 0 0,1 0-1 0 0,-1 0 1 0 0,0 0 0 0 0,3-1 0 0 0,44-6-366 0 0,-31 2 293 0 0,0-1 0 0 0,0 0 0 0 0,0-1 0 0 0,-1-1 0 0 0,0-1 0 0 0,0 0 1 0 0,-1-1-1 0 0,0 0 0 0 0,-1-2 0 0 0,0 1 0 0 0,-1-2 0 0 0,0 0 0 0 0,-1 0 0 0 0,0-1 0 0 0,-1-1 0 0 0,17-30 0 0 0,-23 36 159 0 0,-4 7-42 0 0,0 1 0 0 0,0-1 0 0 0,0 1 0 0 0,-1-1 0 0 0,1 1 0 0 0,0-1 0 0 0,-1 0 0 0 0,1 1 0 0 0,-1-1 0 0 0,0 0 0 0 0,1-1 0 0 0,-1 2 306 0 0,-3 4-264 0 0,1 1 0 0 0,0-1-1 0 0,0 1 1 0 0,0 0 0 0 0,0 0 0 0 0,0-1-1 0 0,1 1 1 0 0,0 0 0 0 0,0 0 0 0 0,0 1-1 0 0,-1 6 1 0 0,1-2-28 0 0,1-1 0 0 0,-1 0 0 0 0,1 1 1 0 0,1-1-1 0 0,1 9 0 0 0,0-11-71 0 0,0 1 0 0 0,1-1 0 0 0,0 0 0 0 0,0 0 0 0 0,0 0 0 0 0,1 0 0 0 0,0 0 0 0 0,0-1 0 0 0,0 0 0 0 0,1 0 0 0 0,-1 0 0 0 0,1 0 0 0 0,1-1 0 0 0,-1 1 1 0 0,1-2-1 0 0,-1 1 0 0 0,1 0 0 0 0,9 3 0 0 0,-5-2-630 0 0,1 0 0 0 0,0-1 0 0 0,1 0 0 0 0,-1-1 0 0 0,1 0 0 0 0,-1-1 0 0 0,1 0 1 0 0,0 0-1 0 0,20-1 0 0 0,-20-2-1140 0 0,-1 0 0 0 0,1-1 0 0 0,-1 0 0 0 0,13-4 0 0 0,-8-1-610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28.3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32 1012 0 0,'0'-2'455'0'0,"0"1"0"0"0,-1-1-1 0 0,1 1 1 0 0,-1-1 0 0 0,1 1-1 0 0,-1-1 1 0 0,0 1 0 0 0,0-1 0 0 0,1 1-1 0 0,-1 0 1 0 0,0-1 0 0 0,0 1-1 0 0,-1 0 1 0 0,1 0 0 0 0,0 0 0 0 0,0-1-1 0 0,0 1 1 0 0,-1 1 0 0 0,1-1 0 0 0,-1 0-1 0 0,1 0 1 0 0,0 0 0 0 0,-1 1-1 0 0,1-1 1 0 0,-1 1 0 0 0,-2-1 0 0 0,3 1-287 0 0,-1 0 1 0 0,1 0 0 0 0,0 1 0 0 0,0-1-1 0 0,0 1 1 0 0,-1-1 0 0 0,1 1 0 0 0,0-1-1 0 0,0 1 1 0 0,0-1 0 0 0,0 1 0 0 0,0 0-1 0 0,0 0 1 0 0,0 0 0 0 0,0 0 0 0 0,0-1-1 0 0,0 1 1 0 0,1 0 0 0 0,-1 1 0 0 0,0-1-1 0 0,0 0 1 0 0,1 0 0 0 0,-1 0 0 0 0,1 0-1 0 0,-1 0 1 0 0,1 1 0 0 0,0-1 0 0 0,-1 0-1 0 0,1 0 1 0 0,0 1 0 0 0,0-1 0 0 0,0 0-1 0 0,0 2 1 0 0,0 3 22 0 0,0 0-1 0 0,0 0 0 0 0,0 0 1 0 0,1 0-1 0 0,0-1 1 0 0,0 1-1 0 0,0 0 0 0 0,1-1 1 0 0,2 7-1 0 0,27 52 906 0 0,-6-15-427 0 0,-11-17-265 0 0,-2 1-1 0 0,-2 1 1 0 0,-1 0-1 0 0,5 36 1 0 0,-12-55-728 0 0,-1 1 0 0 0,-1-1 1 0 0,0 1-1 0 0,-5 27 0 0 0,3-32-736 0 0,0 0 0 0 0,-2 0-1 0 0,1-1 1 0 0,-1 1-1 0 0,-1-1 1 0 0,1 0-1 0 0,-11 14 1 0 0,14-22 318 0 0,0-1-1 0 0,0 0 1 0 0,0 1 0 0 0,0-1-1 0 0,0 0 1 0 0,0 0-1 0 0,0 0 1 0 0,-1 0 0 0 0,1 0-1 0 0,0 0 1 0 0,-1 0-1 0 0,-2 1 1 0 0,-1-2-1855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28.6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0 309 1128 0 0,'6'-4'1418'0'0,"-1"0"1"0"0,1 0-1 0 0,0 0 0 0 0,0 1 0 0 0,11-5 1 0 0,66-17 909 0 0,-52 17-1185 0 0,222-69 2681 0 0,-88 16-2989 0 0,-158 58-833 0 0,0 0 0 0 0,0-1 0 0 0,0 0 0 0 0,-1-1 0 0 0,1 1 0 0 0,-1-1 0 0 0,10-10 0 0 0,-15 14-6 0 0,0 0 1 0 0,0-1-1 0 0,0 1 0 0 0,0 0 0 0 0,0-1 0 0 0,-1 1 0 0 0,1-1 0 0 0,0 1 0 0 0,-1-1 0 0 0,1 1 1 0 0,-1-1-1 0 0,1 1 0 0 0,-1-1 0 0 0,0 0 0 0 0,1 1 0 0 0,-1-1 0 0 0,0-2 0 0 0,-1 2-1 0 0,0 1-1 0 0,1-1 1 0 0,-1 0-1 0 0,0 1 1 0 0,0-1-1 0 0,0 1 1 0 0,0-1-1 0 0,0 1 1 0 0,0 0-1 0 0,0 0 1 0 0,0-1-1 0 0,-1 1 1 0 0,1 0-1 0 0,0 0 0 0 0,-1 0 1 0 0,1 0-1 0 0,-1 0 1 0 0,1 1-1 0 0,-1-1 1 0 0,-2-1-1 0 0,-4 0 30 0 0,1-1-1 0 0,0 1 1 0 0,-1 1 0 0 0,0 0-1 0 0,1 0 1 0 0,-1 0-1 0 0,0 1 1 0 0,0 0 0 0 0,1 0-1 0 0,-1 1 1 0 0,0 0 0 0 0,1 0-1 0 0,-1 1 1 0 0,1 0-1 0 0,-1 1 1 0 0,1-1 0 0 0,0 1-1 0 0,0 1 1 0 0,-8 4-1 0 0,10-5 100 0 0,0 0-1 0 0,0 0 0 0 0,0 1 1 0 0,0 0-1 0 0,0-1 0 0 0,1 2 1 0 0,-1-1-1 0 0,1 1 1 0 0,0-1-1 0 0,1 1 0 0 0,-1 0 1 0 0,1 0-1 0 0,0 1 0 0 0,0-1 1 0 0,1 1-1 0 0,-1-1 0 0 0,1 1 1 0 0,0 0-1 0 0,1 0 0 0 0,0 0 1 0 0,0 0-1 0 0,0 0 1 0 0,0 0-1 0 0,1 9 0 0 0,2-9-55 0 0,-1 1 0 0 0,1-1 0 0 0,0 0 1 0 0,0 0-1 0 0,1 0 0 0 0,0 0 0 0 0,0 0 0 0 0,0-1 0 0 0,1 1 0 0 0,0-1 0 0 0,0 0 0 0 0,0 0 0 0 0,0 0 0 0 0,1-1 0 0 0,0 1 0 0 0,0-1 0 0 0,0 0 0 0 0,1-1 1 0 0,-1 1-1 0 0,9 2 0 0 0,10 6-63 0 0,1 0 1 0 0,0-2-1 0 0,37 9 0 0 0,87 10-1946 0 0,-67-16-2743 0 0,-46-3-832 0 0,-34-9 4961 0 0,-1-1 0 0 0,1 1 0 0 0,-1 0 0 0 0,1-1 0 0 0,-1 1 1 0 0,0 0-1 0 0,0 0 0 0 0,1 0 0 0 0,-1 0 0 0 0,0 0 0 0 0,0 0 0 0 0,1 2 0 0 0,-1 2-2204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29.1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193 5 884 0 0,'-4'-1'1134'0'0,"0"0"-1"0"0,0 0 1 0 0,-1 1-1 0 0,1-1 1 0 0,0 1 0 0 0,0 0-1 0 0,-7 0 1 0 0,7 1-337 0 0,0 0 0 0 0,0 0 0 0 0,-1 0 0 0 0,1 0 0 0 0,0 1 0 0 0,-6 3-1 0 0,3-1-326 0 0,1 1-1 0 0,0-1 0 0 0,0 1 1 0 0,0 0-1 0 0,1 1 0 0 0,0-1 0 0 0,0 1 1 0 0,-7 11-1 0 0,3-2-298 0 0,1 0 0 0 0,0 0 1 0 0,1 1-1 0 0,1 0 0 0 0,0 0 0 0 0,1 1 0 0 0,-4 28 1 0 0,8-36-119 0 0,0 0 1 0 0,1 0-1 0 0,0 0 1 0 0,1-1-1 0 0,0 1 1 0 0,0 0 0 0 0,1 0-1 0 0,0-1 1 0 0,1 1-1 0 0,0-1 1 0 0,0 0-1 0 0,0 0 1 0 0,1 0 0 0 0,1 0-1 0 0,-1-1 1 0 0,7 9-1 0 0,9 8 49 0 0,1-2-1 0 0,1 0 0 0 0,33 26 0 0 0,-33-30-58 0 0,0 1-1 0 0,-2 1 1 0 0,29 35-1 0 0,-47-52-80 0 0,0-1-1 0 0,0 1 1 0 0,-1 0-1 0 0,1 0 1 0 0,-1 0-1 0 0,0 0 0 0 0,1 0 1 0 0,-2 0-1 0 0,1 1 1 0 0,0-1-1 0 0,0 0 1 0 0,-1 0-1 0 0,0 1 1 0 0,0-1-1 0 0,0 0 1 0 0,0 1-1 0 0,-1 5 1 0 0,-1-4-167 0 0,1-1-1 0 0,-1 1 1 0 0,0-1 0 0 0,0 0-1 0 0,0 1 1 0 0,-1-1 0 0 0,1-1 0 0 0,-1 1-1 0 0,0 0 1 0 0,0-1 0 0 0,-6 5-1 0 0,0 0-875 0 0,0-1 1 0 0,-1 0-1 0 0,0 0 0 0 0,0-1 0 0 0,0-1 0 0 0,-1 1 0 0 0,0-2 0 0 0,0 0 0 0 0,-14 4 0 0 0,-15 1-3829 0 0,20-7 2452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29.7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1 474 600 0 0,'8'-9'1082'0'0,"1"1"-1"0"0,-1 0 1 0 0,2 0 0 0 0,-1 1-1 0 0,1 0 1 0 0,1 1 0 0 0,-1 0-1 0 0,16-6 1 0 0,97-31 504 0 0,-64 25-534 0 0,230-75 2032 0 0,-279 91-2881 0 0,0 0 0 0 0,0 0 0 0 0,0 1 1 0 0,0 1-1 0 0,0-1 0 0 0,0 2 0 0 0,1-1 0 0 0,-1 2 0 0 0,0-1 1 0 0,17 6-1 0 0,-13-3 1 0 0,0 1 0 0 0,-1 1 0 0 0,1 0 0 0 0,-1 0 0 0 0,-1 1 0 0 0,22 16 0 0 0,-31-21-139 0 0,-1 0 0 0 0,1 0 0 0 0,-1 0 0 0 0,0 0 0 0 0,1 0 0 0 0,-1 1 0 0 0,0-1 0 0 0,0 1 0 0 0,-1-1 0 0 0,1 1 0 0 0,-1 0 0 0 0,1-1 0 0 0,-1 1 0 0 0,0 0 0 0 0,0 0 0 0 0,0 0-1 0 0,0 0 1 0 0,0 0 0 0 0,-1 0 0 0 0,1 4 0 0 0,-2-3 18 0 0,1 0 0 0 0,-1-1 0 0 0,0 1 0 0 0,0 0 0 0 0,-1-1 0 0 0,1 1 0 0 0,-1-1 0 0 0,1 1 0 0 0,-1-1 0 0 0,0 0 0 0 0,0 0 0 0 0,-1 0 0 0 0,1 0 0 0 0,-4 3 0 0 0,-8 7 115 0 0,-1 0 1 0 0,-1-1-1 0 0,0-1 1 0 0,0 0 0 0 0,-19 7-1 0 0,30-15-186 0 0,1-1 0 0 0,-1 1 0 0 0,-1-1 0 0 0,1-1 0 0 0,0 1 0 0 0,0-1 0 0 0,-1 0 0 0 0,1 0 0 0 0,-1-1 0 0 0,1 1 0 0 0,-1-1 0 0 0,1 0 0 0 0,-7-1 0 0 0,10 0-21 0 0,0 0 0 0 0,-1 1 0 0 0,1-1 0 0 0,0 0 0 0 0,1 0 0 0 0,-1 0 0 0 0,0 0 0 0 0,0 0 0 0 0,0 0 0 0 0,1 0 0 0 0,-1-1 0 0 0,0 1 1 0 0,1-1-1 0 0,-1 1 0 0 0,1-1 0 0 0,0 0 0 0 0,-1 1 0 0 0,1-1 0 0 0,0 0 0 0 0,0 0 0 0 0,0 0 0 0 0,1 0 0 0 0,-1 0 0 0 0,0 0 0 0 0,1 0 0 0 0,-1 0 0 0 0,1 0 0 0 0,-1 0 0 0 0,1-1 0 0 0,0 1 0 0 0,0 0 0 0 0,0 0 0 0 0,1 0 0 0 0,-1 0 0 0 0,1-4 0 0 0,1-2-24 0 0,-1 0 0 0 0,2 0 0 0 0,-1 0 0 0 0,1 0 1 0 0,0 0-1 0 0,1 1 0 0 0,0-1 0 0 0,0 1 0 0 0,1 0 0 0 0,-1 0 0 0 0,2 1 1 0 0,-1 0-1 0 0,10-9 0 0 0,8-6-58 0 0,1 1 1 0 0,31-20-1 0 0,-50 37 75 0 0,13-9-53 0 0,1 1-1 0 0,0 1 1 0 0,1 0 0 0 0,36-11 0 0 0,-41 16 41 0 0,0 1 0 0 0,0 1 0 0 0,0 0 0 0 0,0 1-1 0 0,0 1 1 0 0,1 0 0 0 0,24 3 0 0 0,-34-1 46 0 0,-1 0 1 0 0,0 0-1 0 0,0 1 0 0 0,0-1 1 0 0,0 1-1 0 0,0 0 1 0 0,0 1-1 0 0,-1-1 0 0 0,1 1 1 0 0,-1 0-1 0 0,0 0 0 0 0,0 0 1 0 0,0 1-1 0 0,0-1 1 0 0,0 1-1 0 0,-1 0 0 0 0,5 6 1 0 0,-6-8 12 0 0,-1 1 0 0 0,1 0 1 0 0,-1-1-1 0 0,0 1 1 0 0,0 0-1 0 0,0 0 0 0 0,0 0 1 0 0,0 0-1 0 0,-1 0 1 0 0,1 0-1 0 0,-1 0 0 0 0,0 0 1 0 0,0 0-1 0 0,0 0 1 0 0,0 0-1 0 0,-1 0 1 0 0,1 0-1 0 0,-1 0 0 0 0,1 0 1 0 0,-1 0-1 0 0,0 0 1 0 0,0 0-1 0 0,-1 0 0 0 0,1-1 1 0 0,-1 1-1 0 0,1-1 1 0 0,-1 1-1 0 0,0-1 0 0 0,0 1 1 0 0,-3 2-1 0 0,-1 1-20 0 0,0 0-1 0 0,-1 0 0 0 0,0 0 1 0 0,0-1-1 0 0,-1-1 1 0 0,1 1-1 0 0,-1-1 0 0 0,0 0 1 0 0,0-1-1 0 0,-1 0 1 0 0,1 0-1 0 0,-1-1 1 0 0,1 0-1 0 0,-1 0 0 0 0,0-1 1 0 0,0 0-1 0 0,0-1 1 0 0,1 0-1 0 0,-1 0 0 0 0,0-1 1 0 0,0 0-1 0 0,0 0 1 0 0,-11-4-1 0 0,18 4-33 0 0,1 1 0 0 0,-1-1 1 0 0,1 0-1 0 0,0 1 0 0 0,-1-1 0 0 0,1 0 0 0 0,0 0 0 0 0,-1 0 0 0 0,1 0 0 0 0,0 0 1 0 0,0 0-1 0 0,0 0 0 0 0,0 0 0 0 0,0 0 0 0 0,0-1 0 0 0,0 1 0 0 0,0 0 0 0 0,0-1 1 0 0,1 1-1 0 0,-1-1 0 0 0,0 1 0 0 0,1-1 0 0 0,-1-1 0 0 0,1 1-16 0 0,0-1 1 0 0,0 0-1 0 0,0 0 0 0 0,0 1 0 0 0,1-1 0 0 0,-1 0 0 0 0,1 1 1 0 0,0-1-1 0 0,-1 0 0 0 0,1 1 0 0 0,1-1 0 0 0,1-2 0 0 0,1-3-47 0 0,1 0 0 0 0,0 1 1 0 0,0 0-1 0 0,1 0 0 0 0,0 1 0 0 0,1-1 0 0 0,7-5 0 0 0,26-15-979 0 0,2 2 0 0 0,59-26 1 0 0,-8 4-2255 0 0,-51 24-2639 0 0,53-39 0 0 0,-79 50 3804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30.1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104 92 220 0 0,'0'0'357'0'0,"-32"-51"7447"0"0,30 47-7225 0 0,-1 1 0 0 0,0-1 0 0 0,0 0 1 0 0,0 1-1 0 0,-1 0 0 0 0,1 0 0 0 0,-1 0 0 0 0,0 0 1 0 0,1 1-1 0 0,-8-5 0 0 0,10 7-490 0 0,0 0-1 0 0,1 0 1 0 0,-1 0-1 0 0,0-1 1 0 0,1 1-1 0 0,-1 0 1 0 0,0 0-1 0 0,1 0 1 0 0,-1 0-1 0 0,0 0 1 0 0,1 0-1 0 0,-1 0 1 0 0,0 0-1 0 0,1 0 1 0 0,-1 1-1 0 0,1-1 1 0 0,-1 0-1 0 0,0 0 1 0 0,1 0-1 0 0,-1 1 1 0 0,0-1-1 0 0,1 0 1 0 0,-1 1-1 0 0,1-1 1 0 0,-1 1-1 0 0,1-1 1 0 0,-1 0-1 0 0,1 1 1 0 0,-1-1-1 0 0,1 1 1 0 0,-1 0-1 0 0,0 2 83 0 0,-1 0-1 0 0,1-1 0 0 0,0 1 1 0 0,0-1-1 0 0,1 1 0 0 0,-1 0 1 0 0,0 0-1 0 0,1 3 0 0 0,0 56 1576 0 0,0-60-1637 0 0,36 385 5561 0 0,-34-367-5689 0 0,-1-1-616 0 0,1-1 0 0 0,0 1 0 0 0,2-1 0 0 0,0 0 1 0 0,1 0-1 0 0,13 32 0 0 0,-15-46 18 0 0,-1-1 0 0 0,1 0 1 0 0,-1 1-1 0 0,1-2 1 0 0,0 1-1 0 0,6 5 0 0 0,3-4-4945 0 0,-5-13-2909 0 0,-7 2 6198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30.5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3 344 520 0 0,'1'0'497'0'0,"-1"0"-373"0"0,0 0 0 0 0,0 0 1 0 0,0 0-1 0 0,0-1 0 0 0,0 1 0 0 0,0 0 0 0 0,0 0 1 0 0,0 0-1 0 0,0 0 0 0 0,0 0 0 0 0,0 0 0 0 0,0 0 1 0 0,0-1-1 0 0,0 1 0 0 0,0 0 0 0 0,0 0 0 0 0,0 0 1 0 0,0 0-1 0 0,-1-2 1987 0 0,1 2-1986 0 0,0 0-1 0 0,0 0 0 0 0,-1 0 0 0 0,1 0 1 0 0,0 0-1 0 0,0 0 0 0 0,0 0 0 0 0,0 0 0 0 0,0 0 1 0 0,0 0-1 0 0,0 0 0 0 0,-1 0 0 0 0,1 0 0 0 0,0 0 1 0 0,0 0-1 0 0,0 0 0 0 0,0 0 0 0 0,0 0 0 0 0,0 0 1 0 0,-1 0-1 0 0,1 0 0 0 0,16-11 2021 0 0,23-7-1552 0 0,113-35 338 0 0,-13 2-256 0 0,114-32-824 0 0,-246 81 189 0 0,-4 1 90 0 0,1 1 1 0 0,0-2 0 0 0,-1 1 0 0 0,1 0 0 0 0,-1-1 0 0 0,1 1 0 0 0,-1-1 0 0 0,6-5 1584 0 0,-9 42 1051 0 0,2-6-1890 0 0,1-1 0 0 0,1 0 0 0 0,11 38 0 0 0,-6-32-129 0 0,5 55 1 0 0,-11-60-556 0 0,-1-15-122 0 0,-1 0 0 0 0,0 0 0 0 0,-1 0 0 0 0,-3 22 0 0 0,3-35-86 0 0,0-1 0 0 0,0 1 0 0 0,0 0 0 0 0,0 0 0 0 0,0 0 0 0 0,0 0 0 0 0,0-1 0 0 0,0 1 0 0 0,-1 0 0 0 0,1 0 0 0 0,0-1 0 0 0,-1 1 0 0 0,1 0 0 0 0,-1 0 0 0 0,1-1 0 0 0,-1 1 0 0 0,1 0 0 0 0,-1-1 0 0 0,1 1 0 0 0,-1-1 0 0 0,1 1 0 0 0,-1-1 0 0 0,0 1 0 0 0,1-1 0 0 0,-1 1 1 0 0,0-1-1 0 0,0 0 0 0 0,1 1 0 0 0,-2-1 0 0 0,1 0-20 0 0,-1 0 1 0 0,1 0 0 0 0,0-1-1 0 0,-1 1 1 0 0,1-1 0 0 0,0 1-1 0 0,0-1 1 0 0,-1 0 0 0 0,1 1-1 0 0,0-1 1 0 0,0 0 0 0 0,0 0-1 0 0,0 0 1 0 0,0 0 0 0 0,-2-1-1 0 0,-2-5-140 0 0,-1 1-1 0 0,1-1 0 0 0,0 0 0 0 0,-6-14 1 0 0,6 9 98 0 0,1-1 1 0 0,1 0 0 0 0,0 0 0 0 0,1 0-1 0 0,0 0 1 0 0,1 0 0 0 0,1-1 0 0 0,0 1-1 0 0,0 0 1 0 0,2 0 0 0 0,-1-1-1 0 0,2 1 1 0 0,7-24 0 0 0,-3 15 34 0 0,1 0 0 0 0,1 0 0 0 0,1 1 0 0 0,1 0 0 0 0,1 1 0 0 0,1 0 0 0 0,16-19 0 0 0,-18 26 30 0 0,1 0 0 0 0,0 1 0 0 0,1 1 1 0 0,24-17-1 0 0,-34 25 22 0 0,1 0 1 0 0,0 1-1 0 0,0-1 0 0 0,0 1 0 0 0,0 0 0 0 0,1 0 0 0 0,-1 1 1 0 0,0-1-1 0 0,1 1 0 0 0,-1 0 0 0 0,1 0 0 0 0,0 1 1 0 0,-1-1-1 0 0,1 1 0 0 0,0 0 0 0 0,-1 0 0 0 0,1 1 1 0 0,-1-1-1 0 0,1 1 0 0 0,-1 0 0 0 0,1 0 0 0 0,5 3 1 0 0,-8-3 3 0 0,0 0 0 0 0,-1 1 0 0 0,1-1 0 0 0,0 1 0 0 0,0 0 0 0 0,-1-1 0 0 0,1 1 0 0 0,-1 0 0 0 0,0 0 0 0 0,1 0 1 0 0,-1 0-1 0 0,0 0 0 0 0,0 0 0 0 0,0 1 0 0 0,0-1 0 0 0,-1 0 0 0 0,1 0 0 0 0,-1 1 0 0 0,1-1 0 0 0,-1 0 0 0 0,0 1 1 0 0,0-1-1 0 0,0 0 0 0 0,0 1 0 0 0,0-1 0 0 0,-1 1 0 0 0,1-1 0 0 0,-1 0 0 0 0,1 0 0 0 0,-2 3 0 0 0,0 4 21 0 0,-1-1-1 0 0,0 0 1 0 0,0 0 0 0 0,-1-1-1 0 0,0 1 1 0 0,0-1-1 0 0,-8 9 1 0 0,1-3-16 0 0,-1 0 1 0 0,0-1-1 0 0,-1 0 1 0 0,0-1-1 0 0,-22 14 1 0 0,26-20-170 0 0,1 0 1 0 0,-2 0 0 0 0,1-1-1 0 0,0 0 1 0 0,-1 0-1 0 0,0-1 1 0 0,0 0-1 0 0,0-1 1 0 0,0 0 0 0 0,-17 0-1 0 0,24-2-25 0 0,1 0 0 0 0,0 0 0 0 0,-1 0 0 0 0,1-1 0 0 0,-1 1 0 0 0,1-1 0 0 0,-1 1 0 0 0,1-1 0 0 0,0 0 0 0 0,0 0 0 0 0,-1 0 0 0 0,1 0 0 0 0,0-1 0 0 0,0 1 0 0 0,0 0 0 0 0,0-1 0 0 0,0 0 0 0 0,-1-1-1 0 0,2 1-53 0 0,0 1 0 0 0,0 0 0 0 0,0 0-1 0 0,1-1 1 0 0,-1 1 0 0 0,1-1 0 0 0,-1 1-1 0 0,1-1 1 0 0,0 1 0 0 0,-1-1 0 0 0,1 1-1 0 0,0-1 1 0 0,0 1 0 0 0,0-1-1 0 0,0 1 1 0 0,0-1 0 0 0,0 1 0 0 0,1-1-1 0 0,-1 1 1 0 0,0-1 0 0 0,1 1 0 0 0,-1 0-1 0 0,1-1 1 0 0,-1 1 0 0 0,1-1 0 0 0,0 1-1 0 0,0 0 1 0 0,0 0 0 0 0,0-1-1 0 0,1 0 1 0 0,14-21-4246 0 0,-4 12 2150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30.9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205 0 8 0 0,'0'0'13979'0'0,"-24"12"-11341"0"0,12-6-2220 0 0,0 1 0 0 0,1 1 1 0 0,-1 0-1 0 0,2 0 0 0 0,-14 13 1 0 0,-45 53 1331 0 0,68-74-1742 0 0,-2 4 42 0 0,0 1 0 0 0,0-1 1 0 0,0 1-1 0 0,0-1 1 0 0,1 1-1 0 0,-1 0 1 0 0,1 0-1 0 0,1 0 0 0 0,-1 1 1 0 0,1-1-1 0 0,0 0 1 0 0,0 1-1 0 0,0-1 1 0 0,1 0-1 0 0,0 9 0 0 0,0-12-61 0 0,0 0 0 0 0,0 0 0 0 0,1 0 0 0 0,-1 0 0 0 0,1 0 0 0 0,0 0-1 0 0,-1 0 1 0 0,1 0 0 0 0,0 0 0 0 0,0 0 0 0 0,0 0 0 0 0,0 0 0 0 0,1-1 0 0 0,-1 1-1 0 0,0 0 1 0 0,1-1 0 0 0,-1 1 0 0 0,1-1 0 0 0,0 0 0 0 0,-1 1 0 0 0,1-1 0 0 0,0 0-1 0 0,0 0 1 0 0,0 0 0 0 0,0 0 0 0 0,0 0 0 0 0,0-1 0 0 0,0 1 0 0 0,0-1 0 0 0,0 1-1 0 0,0-1 1 0 0,0 0 0 0 0,0 1 0 0 0,0-1 0 0 0,0 0 0 0 0,1 0 0 0 0,-1-1 0 0 0,0 1 0 0 0,0 0-1 0 0,4-2 1 0 0,-1 1-86 0 0,0 0 0 0 0,0 0 0 0 0,1-1 0 0 0,-1 1 0 0 0,0-1 0 0 0,0 0 0 0 0,-1-1 0 0 0,1 1 0 0 0,0-1 0 0 0,-1 0 0 0 0,1 0 0 0 0,-1-1-1 0 0,0 1 1 0 0,0-1 0 0 0,-1 0 0 0 0,1 0 0 0 0,-1 0 0 0 0,1 0 0 0 0,-1-1 0 0 0,-1 0 0 0 0,1 1 0 0 0,-1-1 0 0 0,0 0 0 0 0,0 0 0 0 0,3-10 0 0 0,0-7-176 0 0,-1-1 1 0 0,-1 1 0 0 0,-1-1 0 0 0,-2-38 0 0 0,0 48 293 0 0,0 12 27 0 0,26 32 446 0 0,-16-20-431 0 0,0 0 0 0 0,1-1 0 0 0,0 0 0 0 0,1-1 0 0 0,0 0 0 0 0,0-1 0 0 0,1 0 0 0 0,15 7 0 0 0,-17-10-445 0 0,1-1 0 0 0,-1 1 1 0 0,1-2-1 0 0,0 0 0 0 0,0 0 0 0 0,13 1 1 0 0,-15-4-882 0 0,0-1 0 0 0,-1 0 0 0 0,1 0 0 0 0,0-1 0 0 0,0 0-1 0 0,-1-1 1 0 0,1 0 0 0 0,-1 0 0 0 0,12-7 0 0 0,-8 3-1095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31.3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42 2020 0 0,'-1'-2'666'0'0,"-11"-23"4615"0"0,12 24-4968 0 0,-1 0 1 0 0,1 0 0 0 0,-1 0-1 0 0,0 0 1 0 0,1 0 0 0 0,-1 1-1 0 0,0-1 1 0 0,0 0 0 0 0,1 0-1 0 0,-1 0 1 0 0,0 1 0 0 0,0-1 0 0 0,0 0-1 0 0,0 1 1 0 0,0-1 0 0 0,0 1-1 0 0,0-1 1 0 0,-2 0 0 0 0,2 3-46 0 0,1 0 0 0 0,-1 0 0 0 0,1 0 0 0 0,-1 1 0 0 0,1-1 0 0 0,-1 0 0 0 0,1 0 0 0 0,0 0 0 0 0,0 0 0 0 0,0 0 0 0 0,0 0 1 0 0,1 4-1 0 0,6 55 1693 0 0,3-1-1 0 0,19 70 1 0 0,-23-110-1982 0 0,0-1-1 0 0,2 0 0 0 0,0 0 0 0 0,1-1 1 0 0,0 0-1 0 0,2 0 0 0 0,0-1 1 0 0,1 0-1 0 0,1-1 0 0 0,21 20 0 0 0,-24-28-792 0 0,-1-1-1 0 0,1 0 0 0 0,12 6 0 0 0,14 5-5986 0 0,-31-17 5737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31.6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19 233 744 0 0,'-16'-8'5670'0'0,"16"8"-5573"0"0,-1 0 1 0 0,1 0 0 0 0,0 0-1 0 0,0 0 1 0 0,0 0-1 0 0,0-1 1 0 0,0 1 0 0 0,-1 0-1 0 0,1 0 1 0 0,0 0-1 0 0,0 0 1 0 0,0-1 0 0 0,0 1-1 0 0,0 0 1 0 0,0 0-1 0 0,0 0 1 0 0,0 0-1 0 0,0-1 1 0 0,0 1 0 0 0,0 0-1 0 0,0 0 1 0 0,0 0-1 0 0,0-1 1 0 0,0 1 0 0 0,0 0-1 0 0,0 0 1 0 0,0 0-1 0 0,0-1 1 0 0,0 1 0 0 0,0 0-1 0 0,0 0 1 0 0,0 0-1 0 0,0 0 1 0 0,0-1-1 0 0,0 1 1 0 0,0 0 0 0 0,1 0-1 0 0,-1-1 1 0 0,25-11 3092 0 0,-12 6-3419 0 0,181-65 1025 0 0,-125 48-3615 0 0,88-41-1 0 0,-154 63 2378 0 0,-1 0 1 0 0,1-1-1 0 0,0 1 0 0 0,-1-1 1 0 0,0 0-1 0 0,1 1 0 0 0,-1-1 1 0 0,0 0-1 0 0,0 0 0 0 0,0-1 1 0 0,0 1-1 0 0,0 0 0 0 0,0-1 1 0 0,-1 1-1 0 0,3-5 0 0 0,-2 1-729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32.0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87 59 872 0 0,'-32'-25'5022'0'0,"27"21"-3996"0"0,0-1-1 0 0,0 1 1 0 0,0 0-1 0 0,-1 0 1 0 0,0 1-1 0 0,0 0 1 0 0,-7-3 0 0 0,13 5-959 0 0,0 1 1 0 0,0 0 0 0 0,0 0 0 0 0,0 0 0 0 0,-1 0 0 0 0,1 0-1 0 0,0 0 1 0 0,0 0 0 0 0,0 0 0 0 0,0 0 0 0 0,0 0-1 0 0,-1 0 1 0 0,1 0 0 0 0,0 1 0 0 0,0-1 0 0 0,0 0-1 0 0,0 0 1 0 0,0 0 0 0 0,0 0 0 0 0,-1 0 0 0 0,1 0 0 0 0,0 0-1 0 0,0 0 1 0 0,0 0 0 0 0,0 0 0 0 0,0 0 0 0 0,0 1-1 0 0,0-1 1 0 0,0 0 0 0 0,-1 0 0 0 0,1 0 0 0 0,0 0 0 0 0,0 0-1 0 0,0 0 1 0 0,0 0 0 0 0,0 1 0 0 0,0-1 0 0 0,0 0-1 0 0,0 0 1 0 0,0 0 0 0 0,0 0 0 0 0,0 0 0 0 0,0 1-1 0 0,0-1 1 0 0,0 0 0 0 0,0 0 0 0 0,0 0 0 0 0,0 0 0 0 0,0 0-1 0 0,0 1 1 0 0,0-1 0 0 0,0 0 0 0 0,0 0 0 0 0,0 0-1 0 0,0 0 1 0 0,1 0 0 0 0,-1 0 0 0 0,0 1 0 0 0,6 15 1455 0 0,15 23-954 0 0,-19-34-113 0 0,73 115 2297 0 0,-43-71-1196 0 0,42 86 0 0 0,-65-112-1334 0 0,-7-16-215 0 0,-1-1-1 0 0,2 0 1 0 0,-1 0-1 0 0,1 1 1 0 0,0-2-1 0 0,0 1 1 0 0,1 0-1 0 0,0-1 1 0 0,8 10-1 0 0,-10-14-39 0 0,-1-1-1 0 0,1 1 1 0 0,0-1-1 0 0,-1 0 1 0 0,1 0 0 0 0,0 0-1 0 0,-1 0 1 0 0,1 0-1 0 0,0 0 1 0 0,-1 0-1 0 0,1 0 1 0 0,0-1-1 0 0,-1 1 1 0 0,1 0 0 0 0,-1-1-1 0 0,1 0 1 0 0,-1 1-1 0 0,1-1 1 0 0,-1 0-1 0 0,1 0 1 0 0,1-1 0 0 0,33-25-399 0 0,-28 21 334 0 0,41-41-262 0 0,-40 36 284 0 0,1 1 0 0 0,0 0 0 0 0,1 1 0 0 0,0 1 0 0 0,15-10 0 0 0,-23 17 62 0 0,1 0 1 0 0,-1 0-1 0 0,1 0 0 0 0,0 0 1 0 0,-1 0-1 0 0,1 1 1 0 0,0 0-1 0 0,0 0 0 0 0,0 0 1 0 0,-1 0-1 0 0,1 0 1 0 0,0 1-1 0 0,0 0 0 0 0,-1 0 1 0 0,1 0-1 0 0,0 0 1 0 0,-1 0-1 0 0,1 1 0 0 0,-1 0 1 0 0,0-1-1 0 0,5 4 1 0 0,8 6 8 0 0,-1 0 1 0 0,26 23 0 0 0,-39-32 3 0 0,13 13-409 0 0,0 1 0 0 0,-2 1 1 0 0,20 29-1 0 0,-4-4-10167 0 0,-27-40 9090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36.9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246 608 300 0 0,'22'-33'1206'0'0,"2"0"0"0"0,1 1-1 0 0,1 1 1 0 0,59-52 0 0 0,-42 48-607 0 0,2 1 0 0 0,1 2 0 0 0,54-26 0 0 0,-12 15-87 0 0,1 4 0 0 0,3 3 0 0 0,170-41 0 0 0,-205 64-343 0 0,0 2 0 0 0,1 3 0 0 0,1 2 0 0 0,-1 3 0 0 0,117 8 0 0 0,-140-1-102 0 0,0 2 0 0 0,0 1 0 0 0,-1 2 0 0 0,0 1 0 0 0,0 2 0 0 0,-2 1 0 0 0,1 1 0 0 0,-1 2 0 0 0,-1 2 0 0 0,-1 0 0 0 0,30 26 0 0 0,-37-25 40 0 0,-1 2 0 0 0,0 0 0 0 0,-2 2-1 0 0,0 0 1 0 0,-2 1 0 0 0,-1 1 0 0 0,15 27 0 0 0,-14-16 87 0 0,-1 1 0 0 0,-2 1 1 0 0,-1 0-1 0 0,14 67 1 0 0,-16-29 52 0 0,-3-1 1 0 0,-3 1 0 0 0,-3 1 0 0 0,-4-1-1 0 0,-12 90 1 0 0,5-107-115 0 0,-3-1 1 0 0,-2 0-1 0 0,-3 0 0 0 0,-2-2 1 0 0,-41 88-1 0 0,28-82 100 0 0,-3-1 1 0 0,-3-2-1 0 0,-2-2 0 0 0,-70 80 0 0 0,71-95-32 0 0,-2-2 0 0 0,-1-2-1 0 0,-3-2 1 0 0,0-2 0 0 0,-3-2-1 0 0,0-2 1 0 0,-2-2 0 0 0,-94 39-1 0 0,97-50-143 0 0,-1-2-1 0 0,-1-2 0 0 0,1-2 0 0 0,-2-2 0 0 0,0-2 0 0 0,1-3 0 0 0,-2-1 0 0 0,1-3 0 0 0,0-2 0 0 0,-67-11 0 0 0,65 3-45 0 0,-1-2-1 0 0,2-2 1 0 0,0-2 0 0 0,1-3-1 0 0,1-1 1 0 0,0-3 0 0 0,2-2-1 0 0,1-2 1 0 0,1-2-1 0 0,-58-49 1 0 0,73 53 30 0 0,2-1-1 0 0,0-2 1 0 0,2 0-1 0 0,1-2 1 0 0,1-1-1 0 0,2-1 1 0 0,1 0-1 0 0,2-2 1 0 0,1 0-1 0 0,1-1 1 0 0,3 0-1 0 0,0-1 1 0 0,2-1 0 0 0,2 0-1 0 0,-4-41 1 0 0,9 38-73 0 0,2 0 0 0 0,2 0 1 0 0,1 0-1 0 0,2 1 0 0 0,2-1 1 0 0,2 0-1 0 0,2 1 0 0 0,14-42 1 0 0,-5 32-39 0 0,2 2 0 0 0,2 0 0 0 0,2 1 0 0 0,2 2 0 0 0,56-74 0 0 0,-32 58-459 0 0,3 3 1 0 0,3 1-1 0 0,1 4 1 0 0,3 1-1 0 0,3 4 0 0 0,1 2 1 0 0,2 3-1 0 0,98-46 1 0 0,-93 55-2220 0 0,3 4 1 0 0,0 2 0 0 0,110-23-1 0 0,-111 37 157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37.5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2 309 756 0 0,'-2'-2'7289'0'0,"10"-1"-3204"0"0,28-10-2043 0 0,49-14-2569 0 0,462-158 826 0 0,-406 134-2425 0 0,-99 35-141 0 0,-15 4-3046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37.9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 58 1708 0 0,'-24'-14'3717'0'0,"20"13"-3139"0"0,0-1 1 0 0,0-1-1 0 0,0 1 1 0 0,0 0-1 0 0,0-1 1 0 0,0 0 0 0 0,1 0-1 0 0,-1 0 1 0 0,1 0-1 0 0,0-1 1 0 0,-5-6-1 0 0,9 10-436 0 0,0-1 0 0 0,-1 1 0 0 0,1-1 0 0 0,0 1 0 0 0,0-1 0 0 0,0 1 0 0 0,-1 0 0 0 0,1-1 0 0 0,0 1-1 0 0,0 0 1 0 0,0 0 0 0 0,0-1 0 0 0,-1 1 0 0 0,1 0 0 0 0,0 0 0 0 0,0 0 0 0 0,0 0 0 0 0,0 0 0 0 0,0 0 0 0 0,0 1 0 0 0,-1-1 0 0 0,1 0 0 0 0,0 0 0 0 0,1 1-1 0 0,28 3 431 0 0,53 12 298 0 0,-1 3 0 0 0,153 59 0 0 0,-229-76-861 0 0,0 1-1 0 0,0-1 1 0 0,0 2 0 0 0,-1-1 0 0 0,1 0-1 0 0,-1 1 1 0 0,0 0 0 0 0,0 1-1 0 0,0-1 1 0 0,-1 1 0 0 0,0-1 0 0 0,1 2-1 0 0,2 5 1 0 0,-5-8 6 0 0,0 1-1 0 0,-1 0 1 0 0,1 0 0 0 0,-1-1-1 0 0,0 1 1 0 0,0 0 0 0 0,-1 0 0 0 0,1 0-1 0 0,-1 0 1 0 0,0 0 0 0 0,0 0-1 0 0,0 1 1 0 0,-1-1 0 0 0,1 0 0 0 0,-1 0-1 0 0,0-1 1 0 0,0 1 0 0 0,0 0-1 0 0,-1 0 1 0 0,1 0 0 0 0,-4 5-1 0 0,-9 13-36 0 0,-1 0-1 0 0,0-2 0 0 0,-2 0 0 0 0,0 0 0 0 0,-1-2 0 0 0,-23 18 0 0 0,-46 52-2376 0 0,72-72 1316 0 0,-25 35-3557 0 0,37-47 3578 0 0,1 0-1 0 0,0 0 0 0 0,0 0 1 0 0,1 0-1 0 0,-1 0 0 0 0,-1 9 1 0 0,3-6-1428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38.2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60 1432 0 0,'0'-3'462'0'0,"0"1"0"0"0,0-1 0 0 0,0 1-1 0 0,0-1 1 0 0,0 1 0 0 0,1 0 0 0 0,-1-1 0 0 0,1 1 0 0 0,0 0 0 0 0,0-1-1 0 0,0 1 1 0 0,0 0 0 0 0,0 0 0 0 0,0 0 0 0 0,0 0 0 0 0,1 0-1 0 0,-1 0 1 0 0,1 0 0 0 0,0 0 0 0 0,-1 0 0 0 0,1 1 0 0 0,0-1-1 0 0,0 1 1 0 0,0-1 0 0 0,0 1 0 0 0,0 0 0 0 0,5-2 0 0 0,-5 2-334 0 0,0 1 0 0 0,1 0 0 0 0,-1 0 0 0 0,1 0 0 0 0,-1 0 0 0 0,1 0 0 0 0,-1 0 0 0 0,0 0 0 0 0,1 1 0 0 0,-1-1 0 0 0,1 1 0 0 0,-1 0 1 0 0,0-1-1 0 0,0 1 0 0 0,1 0 0 0 0,-1 1 0 0 0,0-1 0 0 0,0 0 0 0 0,0 1 0 0 0,0-1 0 0 0,0 1 0 0 0,-1-1 0 0 0,1 1 0 0 0,0 0 0 0 0,-1 0 0 0 0,1 0 1 0 0,-1 0-1 0 0,2 2 0 0 0,3 6 188 0 0,0 1 0 0 0,-1 0 0 0 0,0-1-1 0 0,-1 2 1 0 0,0-1 0 0 0,-1 0 0 0 0,0 1 0 0 0,2 20 0 0 0,-1 47 45 0 0,-5-27-4381 0 0,1-2-5163 0 0,-5-52 4960 0 0,4 2 3611 0 0,-6-2-1812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38.6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1 168 1104 0 0,'7'-24'6313'0'0,"-7"24"-6208"0"0,0 0-1 0 0,0-1 1 0 0,0 1-1 0 0,0-1 1 0 0,0 1-1 0 0,1 0 1 0 0,-1-1-1 0 0,0 1 1 0 0,0 0-1 0 0,0-1 1 0 0,0 1-1 0 0,0 0 1 0 0,0 0-1 0 0,1-1 1 0 0,-1 1-1 0 0,0 0 0 0 0,0-1 1 0 0,1 1-1 0 0,-1 0 1 0 0,0 0-1 0 0,0-1 1 0 0,1 1-1 0 0,-1 0 1 0 0,0 0-1 0 0,0 0 1 0 0,1 0-1 0 0,-1-1 1 0 0,0 1-1 0 0,1 0 1 0 0,-1 0-1 0 0,0 0 0 0 0,1 0 1 0 0,-1 0-1 0 0,0 0 1 0 0,1 0-1 0 0,-1 0 1 0 0,0 0-1 0 0,1 0 1 0 0,-1 0-1 0 0,1 0 1 0 0,-1 0-1 0 0,0 0 1 0 0,1 0-1 0 0,-1 0 1 0 0,0 0-1 0 0,1 0 1 0 0,-1 0-1 0 0,0 1 0 0 0,0-1 1 0 0,1 0-1 0 0,-1 0 1 0 0,0 0-1 0 0,1 1 1 0 0,-1-1-1 0 0,0 0 1 0 0,0 0-1 0 0,1 1 1 0 0,-1-1-1 0 0,0 0 1 0 0,0 0-1 0 0,1 1 1 0 0,-1 1 37 0 0,0 0 0 0 0,0 0 0 0 0,0 0 0 0 0,0 0 0 0 0,0 0 0 0 0,-1-1 0 0 0,1 1 0 0 0,0 0 0 0 0,-1 0 0 0 0,1 0 0 0 0,-1-1 0 0 0,0 1 0 0 0,0 0 0 0 0,1 0 0 0 0,-1-1 0 0 0,0 1 0 0 0,-1-1 0 0 0,1 1 0 0 0,0-1 0 0 0,-2 2 0 0 0,-4 3-905 0 0,21-24-2164 0 0,26-17-7497 0 0,-32 28 8185 0 0</inkml:trace>
  <inkml:trace contextRef="#ctx0" brushRef="#br0" timeOffset="1">174 34 568 0 0,'-4'-4'2041'0'0,"1"0"1"0"0,-1 0-1 0 0,1 0 0 0 0,0 0 0 0 0,1 0 1 0 0,-4-6 2526 0 0,15 34-2610 0 0,5 31-1044 0 0,-2 0 0 0 0,-2 1 0 0 0,3 93 0 0 0,-2-28-869 0 0,-9-96-363 0 0,7 43-1291 0 0,-7-62 882 0 0,-1-1 0 0 0,1 0 0 0 0,0 0 0 0 0,0 0 0 0 0,6 9 0 0 0,-8-14 475 0 0,0 1 1 0 0,1-1-1 0 0,-1 0 0 0 0,0 1 1 0 0,1-1-1 0 0,-1 0 0 0 0,0 1 0 0 0,1-1 1 0 0,-1 0-1 0 0,1 0 0 0 0,-1 1 1 0 0,1-1-1 0 0,-1 0 0 0 0,1 0 0 0 0,-1 0 1 0 0,1 0-1 0 0,-1 1 0 0 0,1-1 0 0 0,-1 0 1 0 0,1 0-1 0 0,-1 0 0 0 0,1 0 1 0 0,-1 0-1 0 0,1 0 0 0 0,-1-1 0 0 0,1 1 1 0 0,-1 0-1 0 0,1 0 0 0 0,-1 0 1 0 0,1 0-1 0 0,-1 0 0 0 0,1-1 0 0 0,-1 1 1 0 0,1 0-1 0 0,-1-1 0 0 0,0 1 0 0 0,1 0 1 0 0,-1-1-1 0 0,1 1 0 0 0,-1 0 1 0 0,0-1-1 0 0,1 1 0 0 0,-1-1 0 0 0,0 1 1 0 0,0 0-1 0 0,1-1 0 0 0,-1 1 1 0 0,0-1-1 0 0,0 1 0 0 0,1-1 0 0 0,1-4-2280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39.0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 56 576 0 0,'-4'-15'4266'0'0,"4"11"-3434"0"0,-1 1 1 0 0,1 0 0 0 0,-1-1-1 0 0,0 1 1 0 0,0 0 0 0 0,0 0-1 0 0,0 0 1 0 0,-1 0-1 0 0,1 0 1 0 0,-4-5 0 0 0,2 42 2144 0 0,14 146-1263 0 0,-1-60-1408 0 0,-7-75-798 0 0,12 68 1 0 0,-1-62-2589 0 0,5-3-3626 0 0,-11-36 2025 0 0,-3-7 2297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39.4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100 199 348 0 0,'3'-2'11674'0'0,"25"-6"-9121"0"0,11-3-2968 0 0,-15 2 568 0 0,0-2 0 0 0,34-18-1 0 0,-50 24-129 0 0,-1 0 0 0 0,1 0 0 0 0,-1 0-1 0 0,0-1 1 0 0,-1 0 0 0 0,1 0-1 0 0,-1-1 1 0 0,0 1 0 0 0,-1-2-1 0 0,9-14 1 0 0,-13 21-20 0 0,0 0-1 0 0,0 0 0 0 0,-1-1 1 0 0,1 1-1 0 0,-1 0 1 0 0,1 0-1 0 0,-1 0 1 0 0,1-1-1 0 0,-1 1 1 0 0,0 0-1 0 0,1-1 1 0 0,-1 1-1 0 0,0 0 1 0 0,0-1-1 0 0,0 1 1 0 0,0 0-1 0 0,0-1 1 0 0,-1 1-1 0 0,1 0 1 0 0,0 0-1 0 0,-1-1 1 0 0,1 1-1 0 0,0 0 1 0 0,-1 0-1 0 0,0-1 0 0 0,1 1 1 0 0,-1 0-1 0 0,-1-1 1 0 0,1 0-7 0 0,-1 1 1 0 0,0 0-1 0 0,0 0 0 0 0,-1 0 1 0 0,1 0-1 0 0,0 0 1 0 0,0 1-1 0 0,0-1 0 0 0,-1 1 1 0 0,1-1-1 0 0,0 1 0 0 0,0 0 1 0 0,-1 0-1 0 0,-3 0 0 0 0,-6 1-20 0 0,-1 1-1 0 0,1-1 0 0 0,0 2 1 0 0,-21 6-1 0 0,10 0 63 0 0,1 2 0 0 0,0 0 0 0 0,0 1 0 0 0,-26 19 0 0 0,39-24 10 0 0,0 0 0 0 0,0 1-1 0 0,1 0 1 0 0,0 0 0 0 0,1 1-1 0 0,-1 0 1 0 0,2 0 0 0 0,-1 0 0 0 0,1 1-1 0 0,1 0 1 0 0,-7 18 0 0 0,11-25-60 0 0,-1 0 1 0 0,1 0-1 0 0,0 0 0 0 0,1 0 1 0 0,-1 0-1 0 0,0 0 1 0 0,1 0-1 0 0,0 0 1 0 0,0 0-1 0 0,0 0 0 0 0,0 0 1 0 0,0 1-1 0 0,1-1 1 0 0,-1 0-1 0 0,1 0 1 0 0,0 0-1 0 0,0 0 0 0 0,0 0 1 0 0,0 0-1 0 0,0-1 1 0 0,1 1-1 0 0,0 0 1 0 0,-1 0-1 0 0,1-1 0 0 0,0 1 1 0 0,0-1-1 0 0,0 0 1 0 0,0 0-1 0 0,1 1 1 0 0,-1-1-1 0 0,1-1 0 0 0,-1 1 1 0 0,1 0-1 0 0,0-1 1 0 0,0 1-1 0 0,-1-1 1 0 0,1 0-1 0 0,0 0 0 0 0,6 2 1 0 0,7 1-458 0 0,1-1 0 0 0,0 0-1 0 0,-1-1 1 0 0,1 0 0 0 0,34-3 0 0 0,-9-2-1788 0 0,0-3 1 0 0,0-1-1 0 0,58-18 0 0 0,-68 15 281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39.9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287 51 1488 0 0,'-49'-50'12549'0'0,"49"49"-12065"0"0,-21 46 2858 0 0,4 14-2139 0 0,8-27-532 0 0,-9 48-1 0 0,16-70-613 0 0,1 0 0 0 0,1 0-1 0 0,-1-1 1 0 0,2 1-1 0 0,-1 0 1 0 0,1 0 0 0 0,1-1-1 0 0,0 1 1 0 0,4 13-1 0 0,-5-20-67 0 0,0-1 0 0 0,0 1 0 0 0,1-1-1 0 0,-1 0 1 0 0,0 1 0 0 0,1-1 0 0 0,-1 0-1 0 0,1 0 1 0 0,0 0 0 0 0,0 0 0 0 0,0 0-1 0 0,0 0 1 0 0,0-1 0 0 0,0 1 0 0 0,0-1 0 0 0,0 1-1 0 0,1-1 1 0 0,-1 0 0 0 0,1 0 0 0 0,-1 0-1 0 0,1 0 1 0 0,-1 0 0 0 0,1-1 0 0 0,0 1-1 0 0,-1-1 1 0 0,1 1 0 0 0,0-1 0 0 0,-1 0-1 0 0,1 0 1 0 0,0 0 0 0 0,-1-1 0 0 0,1 1 0 0 0,-1-1-1 0 0,1 1 1 0 0,0-1 0 0 0,-1 0 0 0 0,5-2-1 0 0,1 0-117 0 0,-1 0-1 0 0,0-1 0 0 0,0 1 0 0 0,-1-1 0 0 0,1-1 1 0 0,-1 1-1 0 0,0-1 0 0 0,0 0 0 0 0,0-1 0 0 0,-1 1 1 0 0,0-1-1 0 0,5-7 0 0 0,-5 4-48 0 0,0-1 0 0 0,-1 0 0 0 0,0 0 0 0 0,0 0 0 0 0,-1 0 0 0 0,-1 0 0 0 0,0-1 0 0 0,0 1 0 0 0,0-13 0 0 0,-2 7 97 0 0,0 0-1 0 0,-1 0 1 0 0,0 0 0 0 0,-2 0-1 0 0,-5-22 1 0 0,8 38 81 0 0,0 0 0 0 0,0-1 0 0 0,0 1 1 0 0,0 0-1 0 0,0 0 0 0 0,0 0 0 0 0,0-1 0 0 0,0 1 1 0 0,0 0-1 0 0,0 0 0 0 0,0 0 0 0 0,0 0 0 0 0,0-1 0 0 0,0 1 1 0 0,0 0-1 0 0,-1 0 0 0 0,1 0 0 0 0,0 0 0 0 0,0-1 1 0 0,0 1-1 0 0,0 0 0 0 0,0 0 0 0 0,0 0 0 0 0,-1 0 0 0 0,1 0 1 0 0,0 0-1 0 0,0-1 0 0 0,0 1 0 0 0,0 0 0 0 0,-1 0 1 0 0,1 0-1 0 0,0 0 0 0 0,0 0 0 0 0,0 0 0 0 0,-1 0 1 0 0,1 0-1 0 0,0 0 0 0 0,0 0 0 0 0,0 0 0 0 0,-1 0 0 0 0,1 0 1 0 0,0 0-1 0 0,0 0 0 0 0,0 0 0 0 0,-8 8 4 0 0,-2 15 21 0 0,-2 24 193 0 0,2 1 0 0 0,1 0 0 0 0,-1 75 0 0 0,0-16 220 0 0,2-38 118 0 0,-33 128 1 0 0,32-166-423 0 0,-1-1-1 0 0,-2-1 1 0 0,-1 0 0 0 0,-1-1-1 0 0,-2 0 1 0 0,-29 38-1 0 0,38-55-90 0 0,-1-2-1 0 0,-1 1 1 0 0,1-1-1 0 0,-2-1 0 0 0,-11 10 1 0 0,20-17-36 0 0,-1 0 1 0 0,1 0 0 0 0,-1 0-1 0 0,0 0 1 0 0,1-1 0 0 0,-1 1 0 0 0,0 0-1 0 0,0-1 1 0 0,1 1 0 0 0,-1-1-1 0 0,0 0 1 0 0,0 1 0 0 0,0-1-1 0 0,0 0 1 0 0,1 0 0 0 0,-1 0 0 0 0,0 0-1 0 0,-2-1 1 0 0,2 0-4 0 0,0 0 0 0 0,1 0 0 0 0,-1-1 0 0 0,0 1 0 0 0,1 0-1 0 0,-1-1 1 0 0,1 1 0 0 0,-1-1 0 0 0,1 1 0 0 0,0-1 0 0 0,0 0 0 0 0,0 1 0 0 0,0-1 0 0 0,0 0 0 0 0,0 0 0 0 0,0 0 0 0 0,1 0-1 0 0,-1 0 1 0 0,1 0 0 0 0,-1-3 0 0 0,-3-10-12 0 0,2 0 0 0 0,0-1 0 0 0,1 1-1 0 0,2-30 1 0 0,11-63-97 0 0,-7 74 73 0 0,-3 15-14 0 0,2 0 0 0 0,0 0 1 0 0,0 0-1 0 0,2 0 1 0 0,1 1-1 0 0,0 0 1 0 0,12-21-1 0 0,-14 31-140 0 0,1-1 1 0 0,0 1-1 0 0,0 0 0 0 0,1 1 0 0 0,0-1 1 0 0,0 1-1 0 0,1 1 0 0 0,0 0 0 0 0,0 0 1 0 0,0 0-1 0 0,1 1 0 0 0,0 0 0 0 0,0 0 1 0 0,0 1-1 0 0,16-4 0 0 0,13-1-2280 0 0,0 2-1 0 0,57-5 1 0 0,-4 2-3967 0 0,-60 5 4127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40.5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362 338 228 0 0,'0'0'367'0'0,"-4"-4"1096"0"0,-1 0-1 0 0,0 0 1 0 0,1 0 0 0 0,-1 0-1 0 0,-1 1 1 0 0,1-1 0 0 0,-8-2-1 0 0,10 5-1288 0 0,0 1 0 0 0,0-1 0 0 0,0 1 0 0 0,0 0 0 0 0,0 0-1 0 0,0 0 1 0 0,0 1 0 0 0,0-1 0 0 0,1 1 0 0 0,-1 0 0 0 0,0-1 0 0 0,0 1-1 0 0,0 0 1 0 0,1 1 0 0 0,-1-1 0 0 0,0 0 0 0 0,1 1 0 0 0,-3 2-1 0 0,-19 11 301 0 0,1 1 0 0 0,0 1 0 0 0,1 1 0 0 0,2 1 0 0 0,-37 43-1 0 0,46-49-373 0 0,1 0 0 0 0,1 0 0 0 0,0 1 0 0 0,1 1-1 0 0,1-1 1 0 0,0 1 0 0 0,1 1 0 0 0,1-1-1 0 0,0 1 1 0 0,1 0 0 0 0,-4 27 0 0 0,8-39-98 0 0,0 0 1 0 0,-1-1 0 0 0,1 1-1 0 0,1-1 1 0 0,-1 1 0 0 0,0 0-1 0 0,1-1 1 0 0,0 1-1 0 0,0-1 1 0 0,0 1 0 0 0,0-1-1 0 0,0 1 1 0 0,1-1 0 0 0,0 0-1 0 0,-1 1 1 0 0,1-1-1 0 0,0 0 1 0 0,1 0 0 0 0,-1-1-1 0 0,0 1 1 0 0,1 0-1 0 0,0-1 1 0 0,4 4 0 0 0,-4-4-32 0 0,1-1 1 0 0,-1 0-1 0 0,1 1 1 0 0,0-1 0 0 0,-1 0-1 0 0,1-1 1 0 0,0 1-1 0 0,-1-1 1 0 0,1 1 0 0 0,0-1-1 0 0,0 0 1 0 0,0-1-1 0 0,-1 1 1 0 0,1-1-1 0 0,0 1 1 0 0,-1-1 0 0 0,1 0-1 0 0,0 0 1 0 0,-1-1-1 0 0,1 1 1 0 0,-1-1 0 0 0,6-4-1 0 0,1 0-136 0 0,-1-1-1 0 0,1 0 1 0 0,-2-1 0 0 0,1 0 0 0 0,-1-1-1 0 0,0 0 1 0 0,-1 0 0 0 0,0 0-1 0 0,-1-1 1 0 0,0 0 0 0 0,7-15-1 0 0,2-9-277 0 0,-2 0 0 0 0,13-47 0 0 0,-20 59 389 0 0,-1 0 1 0 0,0 0-1 0 0,2-37 0 0 0,-7 58 59 0 0,8 23 67 0 0,-3-6 25 0 0,0 1 0 0 0,2-1 0 0 0,0 0 0 0 0,19 30 0 0 0,-24-43-76 0 0,1 1-1 0 0,0-1 1 0 0,-1 0 0 0 0,1 0 0 0 0,1 0-1 0 0,-1 0 1 0 0,0-1 0 0 0,1 1-1 0 0,-1-1 1 0 0,1 0 0 0 0,6 3 0 0 0,-8-4-16 0 0,1-1 1 0 0,0 1-1 0 0,0-1 1 0 0,0 1-1 0 0,0-1 1 0 0,0 0-1 0 0,0 0 1 0 0,0 0-1 0 0,0 0 1 0 0,0-1 0 0 0,0 1-1 0 0,0-1 1 0 0,0 0-1 0 0,-1 0 1 0 0,1 0-1 0 0,0 0 1 0 0,0 0-1 0 0,3-3 1 0 0,4-3-23 0 0,0 0 0 0 0,0-1 0 0 0,-1 0 1 0 0,0-1-1 0 0,0 0 0 0 0,-1 0 0 0 0,0-1 0 0 0,-1 0 1 0 0,0 0-1 0 0,0-1 0 0 0,-1 0 0 0 0,-1 0 0 0 0,9-24 0 0 0,-3 1-15 0 0,-2-1-1 0 0,0 0 0 0 0,5-57 1 0 0,-10 15 125 0 0,-4 70-57 0 0,0 0 0 0 0,-1-1 1 0 0,0 1-1 0 0,0 0 0 0 0,0 0 0 0 0,-1 0 0 0 0,0 0 0 0 0,-4-9 0 0 0,5 15-27 0 0,1 0 0 0 0,0 1 0 0 0,0-1 1 0 0,-1 1-1 0 0,1-1 0 0 0,0 0 0 0 0,-1 1 0 0 0,1-1 1 0 0,-1 1-1 0 0,1-1 0 0 0,-1 1 0 0 0,1-1 0 0 0,-1 1 0 0 0,1 0 1 0 0,-1-1-1 0 0,1 1 0 0 0,-1-1 0 0 0,0 1 0 0 0,1 0 1 0 0,-1 0-1 0 0,1-1 0 0 0,-1 1 0 0 0,0 0 0 0 0,1 0 1 0 0,-1 0-1 0 0,0 0 0 0 0,0 0 0 0 0,1 0 0 0 0,-1 0 0 0 0,0 0 1 0 0,-1 0 10 0 0,1 1 1 0 0,-1 0-1 0 0,1-1 1 0 0,0 1-1 0 0,0 0 1 0 0,-1 0-1 0 0,1 0 1 0 0,0 0-1 0 0,0 0 1 0 0,0 0-1 0 0,0 1 1 0 0,-2 1-1 0 0,-19 42 353 0 0,15-26-290 0 0,1 1 1 0 0,1-1-1 0 0,1 1 0 0 0,0 0 1 0 0,2 0-1 0 0,0 0 1 0 0,1 1-1 0 0,3 30 0 0 0,-1-40-155 0 0,1-1-1 0 0,0 1 0 0 0,0-1 1 0 0,1 0-1 0 0,0 0 0 0 0,1 0 1 0 0,0 0-1 0 0,1 0 0 0 0,0-1 0 0 0,0 0 1 0 0,1 0-1 0 0,0 0 0 0 0,1-1 1 0 0,0 0-1 0 0,0 0 0 0 0,1-1 1 0 0,0 0-1 0 0,9 7 0 0 0,-2-5-647 0 0,1 1-1 0 0,0-2 1 0 0,0 0-1 0 0,1-1 1 0 0,20 6-1 0 0,-8-6-2028 0 0,0 0-1 0 0,41 3 0 0 0,-34-8 272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41.0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 91 656 0 0,'-1'0'506'0'0,"0"-1"0"0"0,0 1-1 0 0,0 0 1 0 0,0 0 0 0 0,-1 0 0 0 0,1 0 0 0 0,0 0-1 0 0,0 0 1 0 0,0 0 0 0 0,0 1 0 0 0,0-1 0 0 0,-1 0-1 0 0,1 1 1 0 0,0-1 0 0 0,0 1 0 0 0,0-1 0 0 0,0 1-1 0 0,0-1 1 0 0,0 1 0 0 0,0 0 0 0 0,0-1 0 0 0,0 1-1 0 0,1 0 1 0 0,-3 1 0 0 0,3 1-170 0 0,0 0-1 0 0,-1 0 1 0 0,1 0 0 0 0,0-1 0 0 0,0 1-1 0 0,1 0 1 0 0,-1 0 0 0 0,1-1-1 0 0,1 6 1 0 0,21 92 1320 0 0,-9-47-1029 0 0,8 75 0 0 0,-18-95-487 0 0,-2 1-1 0 0,-1 0 1 0 0,-1 0 0 0 0,-2 0 0 0 0,-6 33 0 0 0,7-64-137 0 0,1 0 0 0 0,-1 0 0 0 0,0-1 1 0 0,0 1-1 0 0,0-1 0 0 0,0 1 1 0 0,0-1-1 0 0,-1 1 0 0 0,1-1 1 0 0,-1 0-1 0 0,1 1 0 0 0,-1-1 0 0 0,0 0 1 0 0,-3 3-1 0 0,4-5-11 0 0,0 1 0 0 0,0-1 0 0 0,1 0 0 0 0,-1 1 0 0 0,0-1 0 0 0,0 0-1 0 0,1 0 1 0 0,-1 1 0 0 0,0-1 0 0 0,0 0 0 0 0,0 0 0 0 0,1 0 0 0 0,-1 0 0 0 0,0 0 0 0 0,0 0 0 0 0,0 0 0 0 0,1 0 0 0 0,-1-1-1 0 0,0 1 1 0 0,-1 0 0 0 0,1-1-17 0 0,-1 0 0 0 0,0 0 0 0 0,0 0-1 0 0,1-1 1 0 0,-1 1 0 0 0,1 0-1 0 0,-1-1 1 0 0,1 1 0 0 0,0-1 0 0 0,-1 1-1 0 0,0-3 1 0 0,-5-9-85 0 0,0 1 0 0 0,1-1 0 0 0,0 0 0 0 0,1 0 0 0 0,1-1 0 0 0,0 0 1 0 0,1 1-1 0 0,1-1 0 0 0,0 0 0 0 0,0-22 0 0 0,1-3 38 0 0,3 0 1 0 0,9-63 0 0 0,-7 81 80 0 0,0 0 0 0 0,2 1 0 0 0,0 0 0 0 0,2-1 0 0 0,0 2 0 0 0,1-1 0 0 0,1 2 0 0 0,1-1 0 0 0,18-24 0 0 0,-22 34-10 0 0,0 1 1 0 0,0 0-1 0 0,0 0 1 0 0,1 1-1 0 0,0 0 0 0 0,1 0 1 0 0,-1 1-1 0 0,1 0 1 0 0,1 1-1 0 0,-1 0 1 0 0,1 0-1 0 0,0 1 0 0 0,0 0 1 0 0,0 1-1 0 0,0 0 1 0 0,1 1-1 0 0,-1 0 0 0 0,1 0 1 0 0,-1 1-1 0 0,18 1 1 0 0,-24 0 0 0 0,1 0-1 0 0,-1 1 1 0 0,0-1 0 0 0,0 1 0 0 0,1 0-1 0 0,-1 1 1 0 0,0-1 0 0 0,0 1 0 0 0,0-1 0 0 0,-1 1-1 0 0,1 1 1 0 0,0-1 0 0 0,-1 0 0 0 0,1 1 0 0 0,-1 0-1 0 0,6 5 1 0 0,-7-5 3 0 0,0 0-1 0 0,-1-1 1 0 0,1 1-1 0 0,-1 0 1 0 0,1 0-1 0 0,-1 0 0 0 0,0 0 1 0 0,0 0-1 0 0,-1 0 1 0 0,1 0-1 0 0,0 0 1 0 0,-1 1-1 0 0,0-1 1 0 0,0 0-1 0 0,0 0 0 0 0,0 0 1 0 0,0 0-1 0 0,-1 1 1 0 0,0-1-1 0 0,1 0 1 0 0,-1 0-1 0 0,0 0 1 0 0,-2 3-1 0 0,-3 6 9 0 0,0 0 1 0 0,0 0-1 0 0,-1-1 0 0 0,-1 0 1 0 0,0-1-1 0 0,-1 0 0 0 0,0 0 1 0 0,-18 15-1 0 0,12-12 4 0 0,-1-1 0 0 0,0-1 1 0 0,-1-1-1 0 0,0 0 0 0 0,-25 9 0 0 0,40-17-18 0 0,0-2-1 0 0,-1 1 1 0 0,1 0 0 0 0,0 0-1 0 0,-1-1 1 0 0,1 1-1 0 0,-1-1 1 0 0,1 0-1 0 0,-1 0 1 0 0,1 0-1 0 0,0 0 1 0 0,-1 0-1 0 0,1 0 1 0 0,-1-1-1 0 0,1 1 1 0 0,-5-2-1 0 0,5 1-38 0 0,1 0-1 0 0,-1 0 0 0 0,1 0 0 0 0,-1 0 0 0 0,1-1 1 0 0,-1 1-1 0 0,1 0 0 0 0,0-1 0 0 0,0 1 0 0 0,-1-1 1 0 0,1 1-1 0 0,0-1 0 0 0,1 1 0 0 0,-1-1 0 0 0,0 0 1 0 0,0 0-1 0 0,0-2 0 0 0,0-1-309 0 0,0 1 0 0 0,0 0 0 0 0,1-1 0 0 0,0 1 0 0 0,0-1 0 0 0,0 1 0 0 0,0-1 0 0 0,1 1 0 0 0,0 0 0 0 0,0-1 0 0 0,0 1 0 0 0,0 0 0 0 0,1-1 0 0 0,-1 1 0 0 0,1 0 0 0 0,0 0 0 0 0,5-6 0 0 0,-4 6-590 0 0,1 0-1 0 0,-1 0 0 0 0,1 1 1 0 0,0-1-1 0 0,0 1 1 0 0,0 0-1 0 0,1 0 1 0 0,8-4-1 0 0,0 1-1391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41.6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256 78 160 0 0,'0'-1'444'0'0,"0"0"-1"0"0,0 0 1 0 0,0 0-1 0 0,0 0 1 0 0,0 0-1 0 0,0 0 1 0 0,0 0-1 0 0,0 0 1 0 0,0 1-1 0 0,0-1 1 0 0,-1 0-1 0 0,1 0 1 0 0,0 0-1 0 0,-1 0 1 0 0,1 0-1 0 0,0 1 1 0 0,-1-1-1 0 0,1 0 1 0 0,-1 0-1 0 0,1 0 1 0 0,-1 1-1 0 0,0-1 1 0 0,1 0-1 0 0,-1 1 1 0 0,0-1-1 0 0,1 1 1 0 0,-1-1-1 0 0,0 1 1 0 0,0-1-1 0 0,-1 0 1 0 0,0 1-193 0 0,0 0 0 0 0,0 0 0 0 0,0 0 0 0 0,0 0 0 0 0,0 1 0 0 0,1-1 0 0 0,-1 1 0 0 0,0-1 0 0 0,0 1 0 0 0,0-1 0 0 0,0 1 0 0 0,1 0 0 0 0,-4 2-1 0 0,-7 5-240 0 0,0 0-1 0 0,-20 18 1 0 0,32-25 76 0 0,-17 15 7 0 0,1 1 1 0 0,1 1 0 0 0,1 0-1 0 0,0 1 1 0 0,1 1-1 0 0,-13 26 1 0 0,18-30-77 0 0,1 1 1 0 0,1-1-1 0 0,0 1 1 0 0,1 0-1 0 0,-2 19 1 0 0,5-28-23 0 0,2 0-1 0 0,-1 1 1 0 0,1-1-1 0 0,0 0 1 0 0,1 0 0 0 0,0 1-1 0 0,0-1 1 0 0,1 0-1 0 0,2 8 1 0 0,-3-14-6 0 0,0 0 1 0 0,0 0-1 0 0,0 0 0 0 0,0 0 1 0 0,0-1-1 0 0,0 1 0 0 0,0 0 1 0 0,0-1-1 0 0,1 1 0 0 0,-1-1 1 0 0,1 1-1 0 0,-1-1 0 0 0,1 0 1 0 0,0 0-1 0 0,-1 0 0 0 0,1 0 0 0 0,2 1 1 0 0,-2-1-18 0 0,1-1-1 0 0,-1 1 1 0 0,1-1 0 0 0,-1 0 0 0 0,1 0 0 0 0,0 0 0 0 0,-1 0-1 0 0,1 0 1 0 0,-1 0 0 0 0,1-1 0 0 0,-1 1 0 0 0,1-1-1 0 0,-1 0 1 0 0,1 0 0 0 0,-1 0 0 0 0,0 0 0 0 0,3-2 0 0 0,4-1-126 0 0,-1-2 1 0 0,0 1 0 0 0,0-1-1 0 0,0-1 1 0 0,-1 1 0 0 0,0-1-1 0 0,13-16 1 0 0,0-4-305 0 0,16-30 0 0 0,-18 27 246 0 0,-3 2 13 0 0,16-37 0 0 0,-8 14 199 0 0,-18 41 10 0 0,-5 9 4 0 0,1 0 0 0 0,-1 0 0 0 0,0 0 0 0 0,1 0 0 0 0,-1 0-1 0 0,1 0 1 0 0,-1 0 0 0 0,1 0 0 0 0,0 0 0 0 0,-1 0 0 0 0,1 0-1 0 0,0 0 1 0 0,0 0 0 0 0,0 1 0 0 0,-1-1 0 0 0,2 0-1 0 0,0 1 2 0 0,-1 1-1 0 0,0-1 0 0 0,1 1 0 0 0,-1 0 0 0 0,0 0 1 0 0,0-1-1 0 0,0 1 0 0 0,0 0 0 0 0,0 0 0 0 0,0 0 0 0 0,0 0 1 0 0,0 1-1 0 0,0-1 0 0 0,0 0 0 0 0,1 3 0 0 0,3 3 3 0 0,1 1 1 0 0,0-1-1 0 0,1 0 0 0 0,-1-1 0 0 0,2 1 0 0 0,-1-1 0 0 0,1-1 0 0 0,-1 1 0 0 0,1-1 0 0 0,1-1 0 0 0,-1 1 0 0 0,1-1 0 0 0,10 3 0 0 0,-17-7-14 0 0,-1 0 1 0 0,1 1-1 0 0,-1-1 0 0 0,1 0 0 0 0,0 0 1 0 0,-1 0-1 0 0,1 0 0 0 0,-1 0 0 0 0,1 0 1 0 0,0 0-1 0 0,-1-1 0 0 0,1 1 0 0 0,-1-1 1 0 0,1 1-1 0 0,-1-1 0 0 0,1 0 0 0 0,-1 1 1 0 0,1-1-1 0 0,-1 0 0 0 0,0 0 0 0 0,1 0 1 0 0,-1 0-1 0 0,0 0 0 0 0,0 0 0 0 0,0 0 1 0 0,0 0-1 0 0,0-1 0 0 0,0 1 0 0 0,0 0 1 0 0,0-1-1 0 0,0 1 0 0 0,-1-1 0 0 0,2-2 1 0 0,4-5-16 0 0,41-65-95 0 0,-28 42 45 0 0,2 1 0 0 0,25-31-1 0 0,-46 62 70 0 0,1-1 0 0 0,-1 1 0 0 0,0-1 0 0 0,1 1 0 0 0,-1-1 0 0 0,1 1 0 0 0,-1-1-1 0 0,0 1 1 0 0,1 0 0 0 0,-1-1 0 0 0,1 1 0 0 0,-1 0 0 0 0,1-1 0 0 0,-1 1-1 0 0,1 0 1 0 0,0 0 0 0 0,-1-1 0 0 0,1 1 0 0 0,-1 0 0 0 0,1 0 0 0 0,-1 0 0 0 0,1 0-1 0 0,0 0 1 0 0,-1 0 0 0 0,1 0 0 0 0,-1 0 0 0 0,1 0 0 0 0,0 0 0 0 0,-1 0 0 0 0,1 0-1 0 0,0 0 1 0 0,0 1 11 0 0,0 0-1 0 0,0 0 0 0 0,0 0 0 0 0,0 0 0 0 0,0 1 1 0 0,0-1-1 0 0,-1 0 0 0 0,1 0 0 0 0,-1 0 0 0 0,1 1 1 0 0,-1-1-1 0 0,1 0 0 0 0,0 3 0 0 0,5 52 371 0 0,-5-48-341 0 0,0 5-28 0 0,10 74 255 0 0,-10-80-467 0 0,1-1 0 0 0,0 1 1 0 0,0 0-1 0 0,0-1 0 0 0,1 1 0 0 0,0-1 0 0 0,0 0 1 0 0,1 0-1 0 0,8 11 0 0 0,-4-8-786 0 0,-7-7 412 0 0,1 1 1 0 0,0-1 0 0 0,0 0-1 0 0,0 0 1 0 0,0 0 0 0 0,0-1-1 0 0,0 1 1 0 0,0 0 0 0 0,1-1 0 0 0,-1 0-1 0 0,0 1 1 0 0,1-1 0 0 0,0 0-1 0 0,-1 0 1 0 0,1 0 0 0 0,-1-1-1 0 0,5 2 1 0 0,0-2-1649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42.1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5 2184 0 0,'0'0'229'0'0,"0"0"1"0"0,-1-1-1 0 0,1 1 0 0 0,0 0 1 0 0,0-1-1 0 0,-1 1 0 0 0,1 0 1 0 0,0-1-1 0 0,0 1 0 0 0,-1 0 0 0 0,1 0 1 0 0,0 0-1 0 0,-1-1 0 0 0,1 1 1 0 0,0 0-1 0 0,-1 0 0 0 0,1 0 0 0 0,0 0 1 0 0,-1-1-1 0 0,1 1 0 0 0,0 0 1 0 0,-1 0-1 0 0,1 0 0 0 0,0 0 0 0 0,-1 0 1 0 0,1 0-1 0 0,-1 0 0 0 0,1 0 1 0 0,0 0-1 0 0,-1 0 0 0 0,1 0 0 0 0,0 1 1 0 0,-1-1-1 0 0,1 0 0 0 0,0 0 1 0 0,-1 0-1 0 0,1 0 0 0 0,0 0 0 0 0,-1 1 1 0 0,1-1-1 0 0,0 0 0 0 0,-1 0 1 0 0,1 1-1 0 0,0-1 0 0 0,0 0 1 0 0,-1 0-1 0 0,1 1 0 0 0,0-1 0 0 0,-4 26 2899 0 0,10 32-2386 0 0,66 365 2787 0 0,-70-410-3536 0 0,-1-4-107 0 0,0 0 0 0 0,0-1 0 0 0,1 1 0 0 0,0-1 1 0 0,1 1-1 0 0,6 14 0 0 0,-9-22 88 0 0,0-1 0 0 0,1 0 1 0 0,-1 0-1 0 0,0 1 0 0 0,1-1 1 0 0,-1 0-1 0 0,0 0 0 0 0,1 1 0 0 0,-1-1 1 0 0,1 0-1 0 0,-1 0 0 0 0,0 0 0 0 0,1 0 1 0 0,-1 0-1 0 0,0 0 0 0 0,1 0 1 0 0,-1 0-1 0 0,1 0 0 0 0,-1 0 0 0 0,1 0 1 0 0,-1 0-1 0 0,0 0 0 0 0,1 0 1 0 0,-1 0-1 0 0,1 0 0 0 0,-1 0 0 0 0,0 0 1 0 0,1 0-1 0 0,-1-1 0 0 0,0 1 1 0 0,1 0-1 0 0,-1 0 0 0 0,0 0 0 0 0,1-1 1 0 0,-1 1-1 0 0,0 0 0 0 0,1 0 0 0 0,-1-1 1 0 0,0 1-1 0 0,0 0 0 0 0,1-1 1 0 0,-1 1-1 0 0,0 0 0 0 0,0-1 0 0 0,0 1 1 0 0,1-1-1 0 0,13-22-476 0 0,-11 17 391 0 0,7-12-76 0 0,-2-1 0 0 0,10-27 0 0 0,-7 17 112 0 0,-3 8 43 0 0,52-122-104 0 0,-47 116 87 0 0,1 1-1 0 0,1 0 0 0 0,21-27 1 0 0,-19 37-24 0 0,-14 17 53 0 0,-7 12 49 0 0,-2-2 10 0 0,-2-1 0 0 0,0 1-1 0 0,0-1 1 0 0,-1-1 0 0 0,0 1 0 0 0,0-1-1 0 0,-1-1 1 0 0,0 0 0 0 0,-15 9 0 0 0,-9 9 82 0 0,-4-1 67 0 0,30-20-104 0 0,0 0-1 0 0,0 1 0 0 0,0 0 0 0 0,1 0 0 0 0,-1 0 0 0 0,-10 14 0 0 0,17-20-75 0 0,1 1 0 0 0,0 0 0 0 0,-1 0 0 0 0,1-1 0 0 0,0 1 0 0 0,0 0 0 0 0,-1 0 0 0 0,1-1 0 0 0,0 1 0 0 0,0 0 0 0 0,0 0 0 0 0,0 0 0 0 0,0-1 0 0 0,0 1 0 0 0,0 0 0 0 0,0 0 0 0 0,0-1 0 0 0,1 1 0 0 0,-1 0 0 0 0,0 0 0 0 0,0-1 0 0 0,1 1 0 0 0,-1 0 0 0 0,0 0 0 0 0,1-1 0 0 0,-1 1 0 0 0,1 0 0 0 0,-1-1 0 0 0,1 1 0 0 0,-1-1 0 0 0,1 1 0 0 0,-1-1 0 0 0,1 1 0 0 0,0-1 0 0 0,-1 1 0 0 0,1-1-1 0 0,0 1 1 0 0,-1-1 0 0 0,1 0 0 0 0,0 1 0 0 0,0-1 0 0 0,1 0 0 0 0,42 15-70 0 0,-28-10 43 0 0,140 45-2014 0 0,-21-8-6032 0 0,-104-35 3611 0 0,-18-4 2115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42.5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14 311 1128 0 0,'0'-5'1348'0'0,"0"0"-1"0"0,-1-1 1 0 0,1 1 0 0 0,-1-1-1 0 0,0 1 1 0 0,0 0 0 0 0,-1-1 0 0 0,-2-5-1 0 0,3 10-611 0 0,-1 39 990 0 0,3 64-1 0 0,0-34-2069 0 0,0-52-551 0 0,0 0 0 0 0,0 0 0 0 0,7 28 0 0 0,-5-33-1741 0 0,0-1 0 0 0,1 0 0 0 0,9 16 0 0 0,-10-21 228 0 0</inkml:trace>
  <inkml:trace contextRef="#ctx0" brushRef="#br0" timeOffset="1">45 128 668 0 0,'-18'-56'7042'0'0,"-3"-16"-571"0"0,47 96-9410 0 0,-19-16 1230 0 0,1 0 0 0 0,-2 1 0 0 0,1 0 1 0 0,6 13-1 0 0,-5-7-473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42.8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88 0 0,'14'7'9763'0'0,"0"10"-6412"0"0,7 20-1280 0 0,-21-37-2066 0 0,33 70 3170 0 0,-28-58-2744 0 0,-1 0 1 0 0,0 1-1 0 0,-1-1 1 0 0,0 1-1 0 0,-1 0 1 0 0,1 25-1 0 0,-1-44-469 0 0,0 0-1 0 0,1-1 0 0 0,0 2 1 0 0,0-1-1 0 0,6-8 0 0 0,-7 11 24 0 0,14-25-63 0 0,-4 6 10 0 0,27-35 0 0 0,-35 52 54 0 0,0 1 1 0 0,0 0 0 0 0,0-1 0 0 0,0 2-1 0 0,0-1 1 0 0,1 0 0 0 0,0 1-1 0 0,0 0 1 0 0,0 0 0 0 0,0 0-1 0 0,0 1 1 0 0,1-1 0 0 0,5-1-1 0 0,-6 4-28 0 0,0-1-1 0 0,-1 1 0 0 0,1-1 1 0 0,0 1-1 0 0,-1 1 0 0 0,1-1 1 0 0,0 1-1 0 0,-1 0 0 0 0,1 0 1 0 0,-1 0-1 0 0,1 0 0 0 0,-1 1 1 0 0,0 0-1 0 0,0 0 0 0 0,8 5 1 0 0,4 4-940 0 0,0 0-1 0 0,23 24 1 0 0,-26-23-1480 0 0,0 0-1 0 0,17 11 1 0 0,3-3-4608 0 0,-22-15 4663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12:54:43.4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503 67 1144 0 0,'-22'-32'9527'0'0,"-5"11"-5015"0"0,22 19-4362 0 0,0 0 0 0 0,0 0-1 0 0,0 0 1 0 0,0 1 0 0 0,0-1-1 0 0,-1 1 1 0 0,1 1 0 0 0,0-1-1 0 0,0 1 1 0 0,-1 0 0 0 0,1 0-1 0 0,0 0 1 0 0,0 1 0 0 0,-1 0-1 0 0,1 0 1 0 0,0 0 0 0 0,0 1-1 0 0,-8 2 1 0 0,-7 5 146 0 0,-1 0 1 0 0,2 1-1 0 0,-37 24 0 0 0,45-26-256 0 0,0 0-1 0 0,1 1 1 0 0,1 0 0 0 0,-1 0-1 0 0,2 1 1 0 0,-1 0 0 0 0,-13 23-1 0 0,21-31-45 0 0,-1 0-1 0 0,1 0 1 0 0,0 0-1 0 0,0 0 1 0 0,0 0-1 0 0,1 0 1 0 0,-1 0-1 0 0,0 1 1 0 0,1-1-1 0 0,-1 0 1 0 0,1 0-1 0 0,0 1 1 0 0,0-1-1 0 0,0 0 0 0 0,0 0 1 0 0,0 1-1 0 0,0-1 1 0 0,1 0-1 0 0,-1 0 1 0 0,1 1-1 0 0,0-1 1 0 0,-1 0-1 0 0,1 0 1 0 0,0 0-1 0 0,0 0 1 0 0,0 0-1 0 0,2 3 1 0 0,0-3-35 0 0,-1 0-1 0 0,1 1 1 0 0,0-1 0 0 0,0 0 0 0 0,0-1-1 0 0,0 1 1 0 0,0 0 0 0 0,0-1 0 0 0,0 0-1 0 0,1 0 1 0 0,-1 0 0 0 0,0 0 0 0 0,1 0-1 0 0,-1-1 1 0 0,1 1 0 0 0,-1-1 0 0 0,6 0-1 0 0,-2 0-95 0 0,1 0-1 0 0,-1-1 0 0 0,0 0 0 0 0,0 0 0 0 0,1 0 1 0 0,-1-1-1 0 0,0 0 0 0 0,0-1 0 0 0,-1 0 1 0 0,1 0-1 0 0,10-6 0 0 0,-14 7 97 0 0,0-1 1 0 0,0 1-1 0 0,1-1 1 0 0,-2 0-1 0 0,1 0 0 0 0,0-1 1 0 0,0 1-1 0 0,-1 0 0 0 0,0-1 1 0 0,0 0-1 0 0,0 1 1 0 0,0-1-1 0 0,-1 0 0 0 0,1 0 1 0 0,-1 0-1 0 0,0 0 1 0 0,0 0-1 0 0,0 0 0 0 0,-1 0 1 0 0,1-1-1 0 0,-1-4 0 0 0,0 4 86 0 0,0 0-1 0 0,0 0 0 0 0,0-1 0 0 0,-1 1 0 0 0,0 0 0 0 0,0 0 0 0 0,0 0 0 0 0,0 0 0 0 0,-1 0 0 0 0,0 0 0 0 0,-4-9 0 0 0,5 14 220 0 0,3 26 284 0 0,7 18-92 0 0,1 0 1 0 0,26 64-1 0 0,10 44 491 0 0,-15 19 145 0 0,-28-142-780 0 0,-1 0-1 0 0,-1 0 1 0 0,-7 56 0 0 0,4-73-228 0 0,-1 1 1 0 0,-1-2-1 0 0,1 1 1 0 0,-2 0-1 0 0,0-1 1 0 0,0 0-1 0 0,-1 0 1 0 0,0 0-1 0 0,-1-1 1 0 0,0 0-1 0 0,-1 0 1 0 0,0-1-1 0 0,0 0 1 0 0,-1 0 0 0 0,0-1-1 0 0,-17 12 1 0 0,14-12 4 0 0,0-1 0 0 0,0 0 0 0 0,0-1 0 0 0,-1 0 1 0 0,0-1-1 0 0,0 0 0 0 0,-1-1 0 0 0,1-1 0 0 0,-1 0 1 0 0,1-1-1 0 0,-1 0 0 0 0,0-1 0 0 0,0 0 0 0 0,-22-3 1 0 0,31 1-50 0 0,0 1 1 0 0,-1-1-1 0 0,1 0 1 0 0,0-1 0 0 0,0 1-1 0 0,0-1 1 0 0,0 0 0 0 0,0-1-1 0 0,0 1 1 0 0,0-1-1 0 0,1 0 1 0 0,0 0 0 0 0,-1 0-1 0 0,1-1 1 0 0,0 1-1 0 0,0-1 1 0 0,1 0 0 0 0,-1 0-1 0 0,1 0 1 0 0,0-1-1 0 0,0 1 1 0 0,0-1 0 0 0,1 0-1 0 0,0 0 1 0 0,-3-7 0 0 0,2 2-20 0 0,1-1 1 0 0,0 1-1 0 0,1-1 1 0 0,0 1-1 0 0,0-1 1 0 0,1 0 0 0 0,1 1-1 0 0,0-1 1 0 0,0 0-1 0 0,1 1 1 0 0,6-21-1 0 0,-1 12-25 0 0,0 0 0 0 0,2 0 0 0 0,0 1 0 0 0,0 0 0 0 0,2 0 0 0 0,0 1-1 0 0,1 1 1 0 0,1 0 0 0 0,19-18 0 0 0,-11 14 98 0 0,1 1 0 0 0,2 1 0 0 0,-1 1 0 0 0,2 1 0 0 0,51-24 0 0 0,-34 22-514 0 0,1 2 0 0 0,0 2 0 0 0,56-11 0 0 0,-44 14-1837 0 0,2 3-1 0 0,57 0 0 0 0,-96 7 1152 0 0,4 0-1620 0 0,0 1 0 0 0,0 0 0 0 0,1 2 1 0 0,26 5-1 0 0,-30 0-347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623C-9AD2-8669-6A1B-76BDC369B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5546C-819E-B194-9956-F9D9A4300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A6EE6-90C2-1E7E-0C9D-632038A64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B0548-782B-4A29-8155-488B6CE44C95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3376F-A2CD-EE06-B2D2-C3606C5F3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B1AEA-4046-A285-982C-F6BC6792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CAC15-49E9-47ED-A684-FCEC7469F629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270338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014C-783E-1214-11D3-B2D29C87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3DAF0-5001-FA92-15D1-48F9B3C6C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E396F-BA9E-EC8C-CB6C-B4D27E155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B0548-782B-4A29-8155-488B6CE44C95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E91B4-3C63-3CA7-E8DE-9B8F10B53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9C3B9-EDC1-5635-E4AE-6288CF3B3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CAC15-49E9-47ED-A684-FCEC7469F629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3487356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D95EB-CE3F-9DD1-E48D-D19D31D69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EEAD3-FA00-63BF-826E-4BD8BA8F6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BDE15-BAB2-E6D6-9970-E6539CAC6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B0548-782B-4A29-8155-488B6CE44C95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2C721-5D8A-1B52-6BBB-2B394EDA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02D18-686B-1894-EE56-0DC8334F3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CAC15-49E9-47ED-A684-FCEC7469F629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1301089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52D61-1370-D495-194F-6FD7E1E5E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E033E-A240-5C20-8ECB-AFCB34BF2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977E8-5DC3-9C32-E639-83ABC2838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1FF9A-84F7-CD37-2140-D06914B3C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B0548-782B-4A29-8155-488B6CE44C95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B908C-734D-9623-1A49-F85B4C14F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AB759-8694-90C4-E822-0FAD3702D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CAC15-49E9-47ED-A684-FCEC7469F629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3503619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1E2A8-33FB-2075-6893-B4153DBF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59897-9527-E078-EC61-9CBB326F7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63097-42FD-892A-AD76-5805BFD6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4E88E7-836D-99E9-8EDD-2F0EE32769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F79A7-8ABE-DD4D-7FF9-F7FA072C43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68E492-D160-0B3B-474E-FA3974716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B0548-782B-4A29-8155-488B6CE44C95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2BC133-9D6E-6CA3-2831-C1AE872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D6A684-1B49-F328-3B10-AF4F686B5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CAC15-49E9-47ED-A684-FCEC7469F629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2926907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2539A-0048-7FD2-DDE2-27D7E82F0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7723BC-B343-00C6-8A36-0DF76720C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B0548-782B-4A29-8155-488B6CE44C95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6C47EA-3D93-48E5-19CD-89B1B0E1F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17EBF-B24F-CC1B-53EC-B241B9307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CAC15-49E9-47ED-A684-FCEC7469F629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3174453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1C512-F54E-9207-B920-73EEAC744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B0548-782B-4A29-8155-488B6CE44C95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620844-6458-EC54-7155-654C8274F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5DFB9-7D37-87C1-DABE-69D0D6D3A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CAC15-49E9-47ED-A684-FCEC7469F629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4144730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470B5-DC9A-8218-F36A-DDC895277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3685D-B065-175F-29B9-87BAF2C35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C6CFA-75F4-249B-0414-1C4CCD8F8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B7FF78-54C3-F8B0-4CA0-43F640BE2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B0548-782B-4A29-8155-488B6CE44C95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C1703-A0D2-594E-B652-FA9A34BD5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92B92-AFBE-6241-A87F-7D92D8829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CAC15-49E9-47ED-A684-FCEC7469F629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242336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33F4-1927-2D8F-03BC-0FEAB8019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7F2D99-7A57-551B-DEAD-03FAE12BB4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0BB714-268B-2A88-30E3-2D7805C17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0B8B5-8A6B-0907-883E-F894E647E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B0548-782B-4A29-8155-488B6CE44C95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E225F-DD70-8CF6-757E-CD4A5C7B5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2D3B0-50AE-E8BD-8A65-0606D2AD0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CAC15-49E9-47ED-A684-FCEC7469F629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304425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918F2-C8E9-A295-28BE-19BCDD740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5658D-0F21-0E2B-124E-1BF6CBBD7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BE83C-782A-662B-131E-721EC9189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B0548-782B-4A29-8155-488B6CE44C95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F024F-B0F2-BE21-3B06-5CA68AF14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76ACA-7F28-EC64-F3D8-68A498701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CAC15-49E9-47ED-A684-FCEC7469F629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1282030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B9BCCC-6BD0-7456-84C0-C808F251C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BB9706-816B-7C99-C5F0-3C98E506C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5AFF3-FD17-B1A5-5D9E-75C424DC7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B0548-782B-4A29-8155-488B6CE44C95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DF3DF-9CAE-CB56-8D01-47A043F7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EE9B5-F5A9-C1C0-46BD-98AE305FA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CAC15-49E9-47ED-A684-FCEC7469F629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1550162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77644-E5FE-3A7D-1F02-E61C3C4B5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2F64C-F55D-C835-0D43-17773C2C6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246EA-E5C1-3D1A-71D7-0F39127210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B0548-782B-4A29-8155-488B6CE44C95}" type="datetimeFigureOut">
              <a:rPr lang="bn-IN" smtClean="0"/>
              <a:t>13-01-25</a:t>
            </a:fld>
            <a:endParaRPr lang="b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F524F-8F0E-C088-A058-E107C5D6D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2B984-0B26-672D-A896-D19D2A13D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CAC15-49E9-47ED-A684-FCEC7469F629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910908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n-I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11.xml"/><Relationship Id="rId18" Type="http://schemas.openxmlformats.org/officeDocument/2006/relationships/image" Target="../media/image14.png"/><Relationship Id="rId3" Type="http://schemas.openxmlformats.org/officeDocument/2006/relationships/customXml" Target="../ink/ink6.xml"/><Relationship Id="rId21" Type="http://schemas.openxmlformats.org/officeDocument/2006/relationships/customXml" Target="../ink/ink15.xml"/><Relationship Id="rId7" Type="http://schemas.openxmlformats.org/officeDocument/2006/relationships/customXml" Target="../ink/ink8.xml"/><Relationship Id="rId12" Type="http://schemas.openxmlformats.org/officeDocument/2006/relationships/image" Target="../media/image11.png"/><Relationship Id="rId17" Type="http://schemas.openxmlformats.org/officeDocument/2006/relationships/customXml" Target="../ink/ink13.xml"/><Relationship Id="rId2" Type="http://schemas.openxmlformats.org/officeDocument/2006/relationships/image" Target="../media/image1.jpg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customXml" Target="../ink/ink10.xml"/><Relationship Id="rId24" Type="http://schemas.openxmlformats.org/officeDocument/2006/relationships/image" Target="../media/image17.png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23" Type="http://schemas.openxmlformats.org/officeDocument/2006/relationships/customXml" Target="../ink/ink16.xml"/><Relationship Id="rId10" Type="http://schemas.openxmlformats.org/officeDocument/2006/relationships/image" Target="../media/image10.png"/><Relationship Id="rId19" Type="http://schemas.openxmlformats.org/officeDocument/2006/relationships/customXml" Target="../ink/ink14.xml"/><Relationship Id="rId4" Type="http://schemas.openxmlformats.org/officeDocument/2006/relationships/image" Target="../media/image7.png"/><Relationship Id="rId9" Type="http://schemas.openxmlformats.org/officeDocument/2006/relationships/customXml" Target="../ink/ink9.xml"/><Relationship Id="rId14" Type="http://schemas.openxmlformats.org/officeDocument/2006/relationships/image" Target="../media/image12.png"/><Relationship Id="rId22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image" Target="../media/image23.png"/><Relationship Id="rId18" Type="http://schemas.openxmlformats.org/officeDocument/2006/relationships/customXml" Target="../ink/ink24.xml"/><Relationship Id="rId3" Type="http://schemas.openxmlformats.org/officeDocument/2006/relationships/image" Target="../media/image18.jpg"/><Relationship Id="rId7" Type="http://schemas.openxmlformats.org/officeDocument/2006/relationships/image" Target="../media/image20.png"/><Relationship Id="rId12" Type="http://schemas.openxmlformats.org/officeDocument/2006/relationships/customXml" Target="../ink/ink21.xml"/><Relationship Id="rId17" Type="http://schemas.openxmlformats.org/officeDocument/2006/relationships/image" Target="../media/image24.png"/><Relationship Id="rId2" Type="http://schemas.openxmlformats.org/officeDocument/2006/relationships/image" Target="../media/image1.jpg"/><Relationship Id="rId16" Type="http://schemas.openxmlformats.org/officeDocument/2006/relationships/customXml" Target="../ink/ink2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.xml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5" Type="http://schemas.openxmlformats.org/officeDocument/2006/relationships/image" Target="../media/image14.png"/><Relationship Id="rId10" Type="http://schemas.openxmlformats.org/officeDocument/2006/relationships/customXml" Target="../ink/ink20.xml"/><Relationship Id="rId19" Type="http://schemas.openxmlformats.org/officeDocument/2006/relationships/image" Target="../media/image25.png"/><Relationship Id="rId4" Type="http://schemas.openxmlformats.org/officeDocument/2006/relationships/customXml" Target="../ink/ink17.xml"/><Relationship Id="rId9" Type="http://schemas.openxmlformats.org/officeDocument/2006/relationships/image" Target="../media/image21.png"/><Relationship Id="rId14" Type="http://schemas.openxmlformats.org/officeDocument/2006/relationships/customXml" Target="../ink/ink2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8.png"/><Relationship Id="rId21" Type="http://schemas.openxmlformats.org/officeDocument/2006/relationships/customXml" Target="../ink/ink34.xml"/><Relationship Id="rId42" Type="http://schemas.openxmlformats.org/officeDocument/2006/relationships/image" Target="../media/image46.png"/><Relationship Id="rId47" Type="http://schemas.openxmlformats.org/officeDocument/2006/relationships/customXml" Target="../ink/ink47.xml"/><Relationship Id="rId63" Type="http://schemas.openxmlformats.org/officeDocument/2006/relationships/customXml" Target="../ink/ink55.xml"/><Relationship Id="rId68" Type="http://schemas.openxmlformats.org/officeDocument/2006/relationships/image" Target="../media/image59.png"/><Relationship Id="rId84" Type="http://schemas.openxmlformats.org/officeDocument/2006/relationships/image" Target="../media/image67.png"/><Relationship Id="rId16" Type="http://schemas.openxmlformats.org/officeDocument/2006/relationships/image" Target="../media/image33.png"/><Relationship Id="rId11" Type="http://schemas.openxmlformats.org/officeDocument/2006/relationships/customXml" Target="../ink/ink29.xml"/><Relationship Id="rId32" Type="http://schemas.openxmlformats.org/officeDocument/2006/relationships/image" Target="../media/image41.png"/><Relationship Id="rId37" Type="http://schemas.openxmlformats.org/officeDocument/2006/relationships/customXml" Target="../ink/ink42.xml"/><Relationship Id="rId53" Type="http://schemas.openxmlformats.org/officeDocument/2006/relationships/customXml" Target="../ink/ink50.xml"/><Relationship Id="rId58" Type="http://schemas.openxmlformats.org/officeDocument/2006/relationships/image" Target="../media/image54.png"/><Relationship Id="rId74" Type="http://schemas.openxmlformats.org/officeDocument/2006/relationships/image" Target="../media/image62.png"/><Relationship Id="rId79" Type="http://schemas.openxmlformats.org/officeDocument/2006/relationships/customXml" Target="../ink/ink63.xml"/><Relationship Id="rId5" Type="http://schemas.openxmlformats.org/officeDocument/2006/relationships/customXml" Target="../ink/ink26.xml"/><Relationship Id="rId19" Type="http://schemas.openxmlformats.org/officeDocument/2006/relationships/customXml" Target="../ink/ink33.xml"/><Relationship Id="rId14" Type="http://schemas.openxmlformats.org/officeDocument/2006/relationships/image" Target="../media/image32.png"/><Relationship Id="rId22" Type="http://schemas.openxmlformats.org/officeDocument/2006/relationships/image" Target="../media/image36.png"/><Relationship Id="rId27" Type="http://schemas.openxmlformats.org/officeDocument/2006/relationships/customXml" Target="../ink/ink37.xml"/><Relationship Id="rId30" Type="http://schemas.openxmlformats.org/officeDocument/2006/relationships/image" Target="../media/image40.png"/><Relationship Id="rId35" Type="http://schemas.openxmlformats.org/officeDocument/2006/relationships/customXml" Target="../ink/ink41.xml"/><Relationship Id="rId43" Type="http://schemas.openxmlformats.org/officeDocument/2006/relationships/customXml" Target="../ink/ink45.xml"/><Relationship Id="rId48" Type="http://schemas.openxmlformats.org/officeDocument/2006/relationships/image" Target="../media/image49.png"/><Relationship Id="rId56" Type="http://schemas.openxmlformats.org/officeDocument/2006/relationships/image" Target="../media/image53.png"/><Relationship Id="rId64" Type="http://schemas.openxmlformats.org/officeDocument/2006/relationships/image" Target="../media/image57.png"/><Relationship Id="rId69" Type="http://schemas.openxmlformats.org/officeDocument/2006/relationships/customXml" Target="../ink/ink58.xml"/><Relationship Id="rId77" Type="http://schemas.openxmlformats.org/officeDocument/2006/relationships/customXml" Target="../ink/ink62.xml"/><Relationship Id="rId8" Type="http://schemas.openxmlformats.org/officeDocument/2006/relationships/image" Target="../media/image29.png"/><Relationship Id="rId51" Type="http://schemas.openxmlformats.org/officeDocument/2006/relationships/customXml" Target="../ink/ink49.xml"/><Relationship Id="rId72" Type="http://schemas.openxmlformats.org/officeDocument/2006/relationships/image" Target="../media/image61.png"/><Relationship Id="rId80" Type="http://schemas.openxmlformats.org/officeDocument/2006/relationships/image" Target="../media/image65.png"/><Relationship Id="rId85" Type="http://schemas.openxmlformats.org/officeDocument/2006/relationships/customXml" Target="../ink/ink66.xml"/><Relationship Id="rId3" Type="http://schemas.openxmlformats.org/officeDocument/2006/relationships/customXml" Target="../ink/ink25.xml"/><Relationship Id="rId12" Type="http://schemas.openxmlformats.org/officeDocument/2006/relationships/image" Target="../media/image31.png"/><Relationship Id="rId17" Type="http://schemas.openxmlformats.org/officeDocument/2006/relationships/customXml" Target="../ink/ink32.xml"/><Relationship Id="rId25" Type="http://schemas.openxmlformats.org/officeDocument/2006/relationships/customXml" Target="../ink/ink36.xml"/><Relationship Id="rId33" Type="http://schemas.openxmlformats.org/officeDocument/2006/relationships/customXml" Target="../ink/ink40.xml"/><Relationship Id="rId38" Type="http://schemas.openxmlformats.org/officeDocument/2006/relationships/image" Target="../media/image44.png"/><Relationship Id="rId46" Type="http://schemas.openxmlformats.org/officeDocument/2006/relationships/image" Target="../media/image48.png"/><Relationship Id="rId59" Type="http://schemas.openxmlformats.org/officeDocument/2006/relationships/customXml" Target="../ink/ink53.xml"/><Relationship Id="rId67" Type="http://schemas.openxmlformats.org/officeDocument/2006/relationships/customXml" Target="../ink/ink57.xml"/><Relationship Id="rId20" Type="http://schemas.openxmlformats.org/officeDocument/2006/relationships/image" Target="../media/image35.png"/><Relationship Id="rId41" Type="http://schemas.openxmlformats.org/officeDocument/2006/relationships/customXml" Target="../ink/ink44.xml"/><Relationship Id="rId54" Type="http://schemas.openxmlformats.org/officeDocument/2006/relationships/image" Target="../media/image52.png"/><Relationship Id="rId62" Type="http://schemas.openxmlformats.org/officeDocument/2006/relationships/image" Target="../media/image56.png"/><Relationship Id="rId70" Type="http://schemas.openxmlformats.org/officeDocument/2006/relationships/image" Target="../media/image60.png"/><Relationship Id="rId75" Type="http://schemas.openxmlformats.org/officeDocument/2006/relationships/customXml" Target="../ink/ink61.xml"/><Relationship Id="rId83" Type="http://schemas.openxmlformats.org/officeDocument/2006/relationships/customXml" Target="../ink/ink65.xml"/><Relationship Id="rId88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5" Type="http://schemas.openxmlformats.org/officeDocument/2006/relationships/customXml" Target="../ink/ink31.xml"/><Relationship Id="rId23" Type="http://schemas.openxmlformats.org/officeDocument/2006/relationships/customXml" Target="../ink/ink35.xml"/><Relationship Id="rId28" Type="http://schemas.openxmlformats.org/officeDocument/2006/relationships/image" Target="../media/image39.png"/><Relationship Id="rId36" Type="http://schemas.openxmlformats.org/officeDocument/2006/relationships/image" Target="../media/image43.png"/><Relationship Id="rId49" Type="http://schemas.openxmlformats.org/officeDocument/2006/relationships/customXml" Target="../ink/ink48.xml"/><Relationship Id="rId57" Type="http://schemas.openxmlformats.org/officeDocument/2006/relationships/customXml" Target="../ink/ink52.xml"/><Relationship Id="rId10" Type="http://schemas.openxmlformats.org/officeDocument/2006/relationships/image" Target="../media/image30.png"/><Relationship Id="rId31" Type="http://schemas.openxmlformats.org/officeDocument/2006/relationships/customXml" Target="../ink/ink39.xml"/><Relationship Id="rId44" Type="http://schemas.openxmlformats.org/officeDocument/2006/relationships/image" Target="../media/image47.png"/><Relationship Id="rId52" Type="http://schemas.openxmlformats.org/officeDocument/2006/relationships/image" Target="../media/image51.png"/><Relationship Id="rId60" Type="http://schemas.openxmlformats.org/officeDocument/2006/relationships/image" Target="../media/image55.png"/><Relationship Id="rId65" Type="http://schemas.openxmlformats.org/officeDocument/2006/relationships/customXml" Target="../ink/ink56.xml"/><Relationship Id="rId73" Type="http://schemas.openxmlformats.org/officeDocument/2006/relationships/customXml" Target="../ink/ink60.xml"/><Relationship Id="rId78" Type="http://schemas.openxmlformats.org/officeDocument/2006/relationships/image" Target="../media/image64.png"/><Relationship Id="rId81" Type="http://schemas.openxmlformats.org/officeDocument/2006/relationships/customXml" Target="../ink/ink64.xml"/><Relationship Id="rId86" Type="http://schemas.openxmlformats.org/officeDocument/2006/relationships/image" Target="../media/image68.png"/><Relationship Id="rId4" Type="http://schemas.openxmlformats.org/officeDocument/2006/relationships/image" Target="../media/image27.png"/><Relationship Id="rId9" Type="http://schemas.openxmlformats.org/officeDocument/2006/relationships/customXml" Target="../ink/ink28.xml"/><Relationship Id="rId13" Type="http://schemas.openxmlformats.org/officeDocument/2006/relationships/customXml" Target="../ink/ink30.xml"/><Relationship Id="rId18" Type="http://schemas.openxmlformats.org/officeDocument/2006/relationships/image" Target="../media/image34.png"/><Relationship Id="rId39" Type="http://schemas.openxmlformats.org/officeDocument/2006/relationships/customXml" Target="../ink/ink43.xml"/><Relationship Id="rId34" Type="http://schemas.openxmlformats.org/officeDocument/2006/relationships/image" Target="../media/image42.png"/><Relationship Id="rId50" Type="http://schemas.openxmlformats.org/officeDocument/2006/relationships/image" Target="../media/image50.png"/><Relationship Id="rId55" Type="http://schemas.openxmlformats.org/officeDocument/2006/relationships/customXml" Target="../ink/ink51.xml"/><Relationship Id="rId76" Type="http://schemas.openxmlformats.org/officeDocument/2006/relationships/image" Target="../media/image63.png"/><Relationship Id="rId7" Type="http://schemas.openxmlformats.org/officeDocument/2006/relationships/customXml" Target="../ink/ink27.xml"/><Relationship Id="rId71" Type="http://schemas.openxmlformats.org/officeDocument/2006/relationships/customXml" Target="../ink/ink59.xml"/><Relationship Id="rId2" Type="http://schemas.openxmlformats.org/officeDocument/2006/relationships/image" Target="../media/image26.jpg"/><Relationship Id="rId29" Type="http://schemas.openxmlformats.org/officeDocument/2006/relationships/customXml" Target="../ink/ink38.xml"/><Relationship Id="rId24" Type="http://schemas.openxmlformats.org/officeDocument/2006/relationships/image" Target="../media/image37.png"/><Relationship Id="rId40" Type="http://schemas.openxmlformats.org/officeDocument/2006/relationships/image" Target="../media/image45.png"/><Relationship Id="rId45" Type="http://schemas.openxmlformats.org/officeDocument/2006/relationships/customXml" Target="../ink/ink46.xml"/><Relationship Id="rId66" Type="http://schemas.openxmlformats.org/officeDocument/2006/relationships/image" Target="../media/image58.png"/><Relationship Id="rId87" Type="http://schemas.openxmlformats.org/officeDocument/2006/relationships/customXml" Target="../ink/ink67.xml"/><Relationship Id="rId61" Type="http://schemas.openxmlformats.org/officeDocument/2006/relationships/customXml" Target="../ink/ink54.xml"/><Relationship Id="rId82" Type="http://schemas.openxmlformats.org/officeDocument/2006/relationships/image" Target="../media/image6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customXml" Target="../ink/ink68.xml"/><Relationship Id="rId7" Type="http://schemas.openxmlformats.org/officeDocument/2006/relationships/customXml" Target="../ink/ink70.xml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customXml" Target="../ink/ink69.xml"/><Relationship Id="rId10" Type="http://schemas.openxmlformats.org/officeDocument/2006/relationships/image" Target="../media/image74.png"/><Relationship Id="rId4" Type="http://schemas.openxmlformats.org/officeDocument/2006/relationships/image" Target="../media/image71.png"/><Relationship Id="rId9" Type="http://schemas.openxmlformats.org/officeDocument/2006/relationships/customXml" Target="../ink/ink7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customXml" Target="../ink/ink77.xml"/><Relationship Id="rId18" Type="http://schemas.openxmlformats.org/officeDocument/2006/relationships/image" Target="../media/image84.png"/><Relationship Id="rId26" Type="http://schemas.openxmlformats.org/officeDocument/2006/relationships/image" Target="../media/image88.png"/><Relationship Id="rId3" Type="http://schemas.openxmlformats.org/officeDocument/2006/relationships/customXml" Target="../ink/ink72.xml"/><Relationship Id="rId21" Type="http://schemas.openxmlformats.org/officeDocument/2006/relationships/customXml" Target="../ink/ink81.xml"/><Relationship Id="rId7" Type="http://schemas.openxmlformats.org/officeDocument/2006/relationships/customXml" Target="../ink/ink74.xml"/><Relationship Id="rId12" Type="http://schemas.openxmlformats.org/officeDocument/2006/relationships/image" Target="../media/image81.png"/><Relationship Id="rId17" Type="http://schemas.openxmlformats.org/officeDocument/2006/relationships/customXml" Target="../ink/ink79.xml"/><Relationship Id="rId25" Type="http://schemas.openxmlformats.org/officeDocument/2006/relationships/customXml" Target="../ink/ink83.xml"/><Relationship Id="rId2" Type="http://schemas.openxmlformats.org/officeDocument/2006/relationships/image" Target="../media/image76.jpg"/><Relationship Id="rId16" Type="http://schemas.openxmlformats.org/officeDocument/2006/relationships/image" Target="../media/image83.png"/><Relationship Id="rId20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customXml" Target="../ink/ink76.xml"/><Relationship Id="rId24" Type="http://schemas.openxmlformats.org/officeDocument/2006/relationships/image" Target="../media/image87.png"/><Relationship Id="rId5" Type="http://schemas.openxmlformats.org/officeDocument/2006/relationships/customXml" Target="../ink/ink73.xml"/><Relationship Id="rId15" Type="http://schemas.openxmlformats.org/officeDocument/2006/relationships/customXml" Target="../ink/ink78.xml"/><Relationship Id="rId23" Type="http://schemas.openxmlformats.org/officeDocument/2006/relationships/customXml" Target="../ink/ink82.xml"/><Relationship Id="rId10" Type="http://schemas.openxmlformats.org/officeDocument/2006/relationships/image" Target="../media/image80.png"/><Relationship Id="rId19" Type="http://schemas.openxmlformats.org/officeDocument/2006/relationships/customXml" Target="../ink/ink80.xml"/><Relationship Id="rId4" Type="http://schemas.openxmlformats.org/officeDocument/2006/relationships/image" Target="../media/image77.png"/><Relationship Id="rId9" Type="http://schemas.openxmlformats.org/officeDocument/2006/relationships/customXml" Target="../ink/ink75.xml"/><Relationship Id="rId14" Type="http://schemas.openxmlformats.org/officeDocument/2006/relationships/image" Target="../media/image82.png"/><Relationship Id="rId22" Type="http://schemas.openxmlformats.org/officeDocument/2006/relationships/image" Target="../media/image86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1.png"/><Relationship Id="rId21" Type="http://schemas.openxmlformats.org/officeDocument/2006/relationships/customXml" Target="../ink/ink93.xml"/><Relationship Id="rId42" Type="http://schemas.openxmlformats.org/officeDocument/2006/relationships/image" Target="../media/image109.png"/><Relationship Id="rId47" Type="http://schemas.openxmlformats.org/officeDocument/2006/relationships/customXml" Target="../ink/ink106.xml"/><Relationship Id="rId63" Type="http://schemas.openxmlformats.org/officeDocument/2006/relationships/customXml" Target="../ink/ink114.xml"/><Relationship Id="rId68" Type="http://schemas.openxmlformats.org/officeDocument/2006/relationships/image" Target="../media/image122.png"/><Relationship Id="rId84" Type="http://schemas.openxmlformats.org/officeDocument/2006/relationships/image" Target="../media/image130.png"/><Relationship Id="rId89" Type="http://schemas.openxmlformats.org/officeDocument/2006/relationships/customXml" Target="../ink/ink127.xml"/><Relationship Id="rId16" Type="http://schemas.openxmlformats.org/officeDocument/2006/relationships/image" Target="../media/image96.png"/><Relationship Id="rId11" Type="http://schemas.openxmlformats.org/officeDocument/2006/relationships/customXml" Target="../ink/ink88.xml"/><Relationship Id="rId32" Type="http://schemas.openxmlformats.org/officeDocument/2006/relationships/image" Target="../media/image104.png"/><Relationship Id="rId37" Type="http://schemas.openxmlformats.org/officeDocument/2006/relationships/customXml" Target="../ink/ink101.xml"/><Relationship Id="rId53" Type="http://schemas.openxmlformats.org/officeDocument/2006/relationships/customXml" Target="../ink/ink109.xml"/><Relationship Id="rId58" Type="http://schemas.openxmlformats.org/officeDocument/2006/relationships/image" Target="../media/image117.png"/><Relationship Id="rId74" Type="http://schemas.openxmlformats.org/officeDocument/2006/relationships/image" Target="../media/image125.png"/><Relationship Id="rId79" Type="http://schemas.openxmlformats.org/officeDocument/2006/relationships/customXml" Target="../ink/ink122.xml"/><Relationship Id="rId5" Type="http://schemas.openxmlformats.org/officeDocument/2006/relationships/customXml" Target="../ink/ink85.xml"/><Relationship Id="rId90" Type="http://schemas.openxmlformats.org/officeDocument/2006/relationships/image" Target="../media/image133.png"/><Relationship Id="rId14" Type="http://schemas.openxmlformats.org/officeDocument/2006/relationships/image" Target="../media/image95.png"/><Relationship Id="rId22" Type="http://schemas.openxmlformats.org/officeDocument/2006/relationships/image" Target="../media/image99.png"/><Relationship Id="rId27" Type="http://schemas.openxmlformats.org/officeDocument/2006/relationships/customXml" Target="../ink/ink96.xml"/><Relationship Id="rId30" Type="http://schemas.openxmlformats.org/officeDocument/2006/relationships/image" Target="../media/image103.png"/><Relationship Id="rId35" Type="http://schemas.openxmlformats.org/officeDocument/2006/relationships/customXml" Target="../ink/ink100.xml"/><Relationship Id="rId43" Type="http://schemas.openxmlformats.org/officeDocument/2006/relationships/customXml" Target="../ink/ink104.xml"/><Relationship Id="rId48" Type="http://schemas.openxmlformats.org/officeDocument/2006/relationships/image" Target="../media/image112.png"/><Relationship Id="rId56" Type="http://schemas.openxmlformats.org/officeDocument/2006/relationships/image" Target="../media/image116.png"/><Relationship Id="rId64" Type="http://schemas.openxmlformats.org/officeDocument/2006/relationships/image" Target="../media/image120.png"/><Relationship Id="rId69" Type="http://schemas.openxmlformats.org/officeDocument/2006/relationships/customXml" Target="../ink/ink117.xml"/><Relationship Id="rId77" Type="http://schemas.openxmlformats.org/officeDocument/2006/relationships/customXml" Target="../ink/ink121.xml"/><Relationship Id="rId8" Type="http://schemas.openxmlformats.org/officeDocument/2006/relationships/image" Target="../media/image92.png"/><Relationship Id="rId51" Type="http://schemas.openxmlformats.org/officeDocument/2006/relationships/customXml" Target="../ink/ink108.xml"/><Relationship Id="rId72" Type="http://schemas.openxmlformats.org/officeDocument/2006/relationships/image" Target="../media/image124.png"/><Relationship Id="rId80" Type="http://schemas.openxmlformats.org/officeDocument/2006/relationships/image" Target="../media/image128.png"/><Relationship Id="rId85" Type="http://schemas.openxmlformats.org/officeDocument/2006/relationships/customXml" Target="../ink/ink125.xml"/><Relationship Id="rId3" Type="http://schemas.openxmlformats.org/officeDocument/2006/relationships/customXml" Target="../ink/ink84.xml"/><Relationship Id="rId12" Type="http://schemas.openxmlformats.org/officeDocument/2006/relationships/image" Target="../media/image94.png"/><Relationship Id="rId17" Type="http://schemas.openxmlformats.org/officeDocument/2006/relationships/customXml" Target="../ink/ink91.xml"/><Relationship Id="rId25" Type="http://schemas.openxmlformats.org/officeDocument/2006/relationships/customXml" Target="../ink/ink95.xml"/><Relationship Id="rId33" Type="http://schemas.openxmlformats.org/officeDocument/2006/relationships/customXml" Target="../ink/ink99.xml"/><Relationship Id="rId38" Type="http://schemas.openxmlformats.org/officeDocument/2006/relationships/image" Target="../media/image107.png"/><Relationship Id="rId46" Type="http://schemas.openxmlformats.org/officeDocument/2006/relationships/image" Target="../media/image111.png"/><Relationship Id="rId59" Type="http://schemas.openxmlformats.org/officeDocument/2006/relationships/customXml" Target="../ink/ink112.xml"/><Relationship Id="rId67" Type="http://schemas.openxmlformats.org/officeDocument/2006/relationships/customXml" Target="../ink/ink116.xml"/><Relationship Id="rId20" Type="http://schemas.openxmlformats.org/officeDocument/2006/relationships/image" Target="../media/image98.png"/><Relationship Id="rId41" Type="http://schemas.openxmlformats.org/officeDocument/2006/relationships/customXml" Target="../ink/ink103.xml"/><Relationship Id="rId54" Type="http://schemas.openxmlformats.org/officeDocument/2006/relationships/image" Target="../media/image115.png"/><Relationship Id="rId62" Type="http://schemas.openxmlformats.org/officeDocument/2006/relationships/image" Target="../media/image119.png"/><Relationship Id="rId70" Type="http://schemas.openxmlformats.org/officeDocument/2006/relationships/image" Target="../media/image123.png"/><Relationship Id="rId75" Type="http://schemas.openxmlformats.org/officeDocument/2006/relationships/customXml" Target="../ink/ink120.xml"/><Relationship Id="rId83" Type="http://schemas.openxmlformats.org/officeDocument/2006/relationships/customXml" Target="../ink/ink124.xml"/><Relationship Id="rId88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15" Type="http://schemas.openxmlformats.org/officeDocument/2006/relationships/customXml" Target="../ink/ink90.xml"/><Relationship Id="rId23" Type="http://schemas.openxmlformats.org/officeDocument/2006/relationships/customXml" Target="../ink/ink94.xml"/><Relationship Id="rId28" Type="http://schemas.openxmlformats.org/officeDocument/2006/relationships/image" Target="../media/image102.png"/><Relationship Id="rId36" Type="http://schemas.openxmlformats.org/officeDocument/2006/relationships/image" Target="../media/image106.png"/><Relationship Id="rId49" Type="http://schemas.openxmlformats.org/officeDocument/2006/relationships/customXml" Target="../ink/ink107.xml"/><Relationship Id="rId57" Type="http://schemas.openxmlformats.org/officeDocument/2006/relationships/customXml" Target="../ink/ink111.xml"/><Relationship Id="rId10" Type="http://schemas.openxmlformats.org/officeDocument/2006/relationships/image" Target="../media/image93.png"/><Relationship Id="rId31" Type="http://schemas.openxmlformats.org/officeDocument/2006/relationships/customXml" Target="../ink/ink98.xml"/><Relationship Id="rId44" Type="http://schemas.openxmlformats.org/officeDocument/2006/relationships/image" Target="../media/image110.png"/><Relationship Id="rId52" Type="http://schemas.openxmlformats.org/officeDocument/2006/relationships/image" Target="../media/image114.png"/><Relationship Id="rId60" Type="http://schemas.openxmlformats.org/officeDocument/2006/relationships/image" Target="../media/image118.png"/><Relationship Id="rId65" Type="http://schemas.openxmlformats.org/officeDocument/2006/relationships/customXml" Target="../ink/ink115.xml"/><Relationship Id="rId73" Type="http://schemas.openxmlformats.org/officeDocument/2006/relationships/customXml" Target="../ink/ink119.xml"/><Relationship Id="rId78" Type="http://schemas.openxmlformats.org/officeDocument/2006/relationships/image" Target="../media/image127.png"/><Relationship Id="rId81" Type="http://schemas.openxmlformats.org/officeDocument/2006/relationships/customXml" Target="../ink/ink123.xml"/><Relationship Id="rId86" Type="http://schemas.openxmlformats.org/officeDocument/2006/relationships/image" Target="../media/image131.png"/><Relationship Id="rId4" Type="http://schemas.openxmlformats.org/officeDocument/2006/relationships/image" Target="../media/image90.png"/><Relationship Id="rId9" Type="http://schemas.openxmlformats.org/officeDocument/2006/relationships/customXml" Target="../ink/ink87.xml"/><Relationship Id="rId13" Type="http://schemas.openxmlformats.org/officeDocument/2006/relationships/customXml" Target="../ink/ink89.xml"/><Relationship Id="rId18" Type="http://schemas.openxmlformats.org/officeDocument/2006/relationships/image" Target="../media/image97.png"/><Relationship Id="rId39" Type="http://schemas.openxmlformats.org/officeDocument/2006/relationships/customXml" Target="../ink/ink102.xml"/><Relationship Id="rId34" Type="http://schemas.openxmlformats.org/officeDocument/2006/relationships/image" Target="../media/image105.png"/><Relationship Id="rId50" Type="http://schemas.openxmlformats.org/officeDocument/2006/relationships/image" Target="../media/image113.png"/><Relationship Id="rId55" Type="http://schemas.openxmlformats.org/officeDocument/2006/relationships/customXml" Target="../ink/ink110.xml"/><Relationship Id="rId76" Type="http://schemas.openxmlformats.org/officeDocument/2006/relationships/image" Target="../media/image126.png"/><Relationship Id="rId7" Type="http://schemas.openxmlformats.org/officeDocument/2006/relationships/customXml" Target="../ink/ink86.xml"/><Relationship Id="rId71" Type="http://schemas.openxmlformats.org/officeDocument/2006/relationships/customXml" Target="../ink/ink118.xml"/><Relationship Id="rId2" Type="http://schemas.openxmlformats.org/officeDocument/2006/relationships/image" Target="../media/image89.jpg"/><Relationship Id="rId29" Type="http://schemas.openxmlformats.org/officeDocument/2006/relationships/customXml" Target="../ink/ink97.xml"/><Relationship Id="rId24" Type="http://schemas.openxmlformats.org/officeDocument/2006/relationships/image" Target="../media/image100.png"/><Relationship Id="rId40" Type="http://schemas.openxmlformats.org/officeDocument/2006/relationships/image" Target="../media/image108.png"/><Relationship Id="rId45" Type="http://schemas.openxmlformats.org/officeDocument/2006/relationships/customXml" Target="../ink/ink105.xml"/><Relationship Id="rId66" Type="http://schemas.openxmlformats.org/officeDocument/2006/relationships/image" Target="../media/image121.png"/><Relationship Id="rId87" Type="http://schemas.openxmlformats.org/officeDocument/2006/relationships/customXml" Target="../ink/ink126.xml"/><Relationship Id="rId61" Type="http://schemas.openxmlformats.org/officeDocument/2006/relationships/customXml" Target="../ink/ink113.xml"/><Relationship Id="rId82" Type="http://schemas.openxmlformats.org/officeDocument/2006/relationships/image" Target="../media/image129.png"/><Relationship Id="rId19" Type="http://schemas.openxmlformats.org/officeDocument/2006/relationships/customXml" Target="../ink/ink9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3.xml"/><Relationship Id="rId18" Type="http://schemas.openxmlformats.org/officeDocument/2006/relationships/image" Target="../media/image142.png"/><Relationship Id="rId26" Type="http://schemas.openxmlformats.org/officeDocument/2006/relationships/image" Target="../media/image146.png"/><Relationship Id="rId39" Type="http://schemas.openxmlformats.org/officeDocument/2006/relationships/customXml" Target="../ink/ink146.xml"/><Relationship Id="rId21" Type="http://schemas.openxmlformats.org/officeDocument/2006/relationships/customXml" Target="../ink/ink137.xml"/><Relationship Id="rId34" Type="http://schemas.openxmlformats.org/officeDocument/2006/relationships/image" Target="../media/image149.png"/><Relationship Id="rId42" Type="http://schemas.openxmlformats.org/officeDocument/2006/relationships/image" Target="../media/image153.png"/><Relationship Id="rId7" Type="http://schemas.openxmlformats.org/officeDocument/2006/relationships/customXml" Target="../ink/ink130.xml"/><Relationship Id="rId2" Type="http://schemas.openxmlformats.org/officeDocument/2006/relationships/image" Target="../media/image134.jpg"/><Relationship Id="rId16" Type="http://schemas.openxmlformats.org/officeDocument/2006/relationships/image" Target="../media/image141.png"/><Relationship Id="rId20" Type="http://schemas.openxmlformats.org/officeDocument/2006/relationships/image" Target="../media/image143.png"/><Relationship Id="rId29" Type="http://schemas.openxmlformats.org/officeDocument/2006/relationships/customXml" Target="../ink/ink141.xml"/><Relationship Id="rId41" Type="http://schemas.openxmlformats.org/officeDocument/2006/relationships/customXml" Target="../ink/ink14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11" Type="http://schemas.openxmlformats.org/officeDocument/2006/relationships/customXml" Target="../ink/ink132.xml"/><Relationship Id="rId24" Type="http://schemas.openxmlformats.org/officeDocument/2006/relationships/image" Target="../media/image145.png"/><Relationship Id="rId32" Type="http://schemas.openxmlformats.org/officeDocument/2006/relationships/image" Target="../media/image14.png"/><Relationship Id="rId37" Type="http://schemas.openxmlformats.org/officeDocument/2006/relationships/customXml" Target="../ink/ink145.xml"/><Relationship Id="rId40" Type="http://schemas.openxmlformats.org/officeDocument/2006/relationships/image" Target="../media/image152.png"/><Relationship Id="rId5" Type="http://schemas.openxmlformats.org/officeDocument/2006/relationships/customXml" Target="../ink/ink129.xml"/><Relationship Id="rId15" Type="http://schemas.openxmlformats.org/officeDocument/2006/relationships/customXml" Target="../ink/ink134.xml"/><Relationship Id="rId23" Type="http://schemas.openxmlformats.org/officeDocument/2006/relationships/customXml" Target="../ink/ink138.xml"/><Relationship Id="rId28" Type="http://schemas.openxmlformats.org/officeDocument/2006/relationships/image" Target="../media/image147.png"/><Relationship Id="rId36" Type="http://schemas.openxmlformats.org/officeDocument/2006/relationships/image" Target="../media/image150.png"/><Relationship Id="rId10" Type="http://schemas.openxmlformats.org/officeDocument/2006/relationships/image" Target="../media/image138.png"/><Relationship Id="rId19" Type="http://schemas.openxmlformats.org/officeDocument/2006/relationships/customXml" Target="../ink/ink136.xml"/><Relationship Id="rId31" Type="http://schemas.openxmlformats.org/officeDocument/2006/relationships/customXml" Target="../ink/ink142.xml"/><Relationship Id="rId4" Type="http://schemas.openxmlformats.org/officeDocument/2006/relationships/image" Target="../media/image135.png"/><Relationship Id="rId9" Type="http://schemas.openxmlformats.org/officeDocument/2006/relationships/customXml" Target="../ink/ink131.xml"/><Relationship Id="rId14" Type="http://schemas.openxmlformats.org/officeDocument/2006/relationships/image" Target="../media/image140.png"/><Relationship Id="rId22" Type="http://schemas.openxmlformats.org/officeDocument/2006/relationships/image" Target="../media/image144.png"/><Relationship Id="rId27" Type="http://schemas.openxmlformats.org/officeDocument/2006/relationships/customXml" Target="../ink/ink140.xml"/><Relationship Id="rId30" Type="http://schemas.openxmlformats.org/officeDocument/2006/relationships/image" Target="../media/image148.png"/><Relationship Id="rId35" Type="http://schemas.openxmlformats.org/officeDocument/2006/relationships/customXml" Target="../ink/ink144.xml"/><Relationship Id="rId8" Type="http://schemas.openxmlformats.org/officeDocument/2006/relationships/image" Target="../media/image137.png"/><Relationship Id="rId3" Type="http://schemas.openxmlformats.org/officeDocument/2006/relationships/customXml" Target="../ink/ink128.xml"/><Relationship Id="rId12" Type="http://schemas.openxmlformats.org/officeDocument/2006/relationships/image" Target="../media/image139.png"/><Relationship Id="rId17" Type="http://schemas.openxmlformats.org/officeDocument/2006/relationships/customXml" Target="../ink/ink135.xml"/><Relationship Id="rId25" Type="http://schemas.openxmlformats.org/officeDocument/2006/relationships/customXml" Target="../ink/ink139.xml"/><Relationship Id="rId33" Type="http://schemas.openxmlformats.org/officeDocument/2006/relationships/customXml" Target="../ink/ink143.xml"/><Relationship Id="rId38" Type="http://schemas.openxmlformats.org/officeDocument/2006/relationships/image" Target="../media/image151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53.xml"/><Relationship Id="rId18" Type="http://schemas.openxmlformats.org/officeDocument/2006/relationships/image" Target="../media/image162.png"/><Relationship Id="rId26" Type="http://schemas.openxmlformats.org/officeDocument/2006/relationships/image" Target="../media/image166.png"/><Relationship Id="rId39" Type="http://schemas.openxmlformats.org/officeDocument/2006/relationships/customXml" Target="../ink/ink166.xml"/><Relationship Id="rId21" Type="http://schemas.openxmlformats.org/officeDocument/2006/relationships/customXml" Target="../ink/ink157.xml"/><Relationship Id="rId34" Type="http://schemas.openxmlformats.org/officeDocument/2006/relationships/image" Target="../media/image170.png"/><Relationship Id="rId42" Type="http://schemas.openxmlformats.org/officeDocument/2006/relationships/image" Target="../media/image174.png"/><Relationship Id="rId7" Type="http://schemas.openxmlformats.org/officeDocument/2006/relationships/customXml" Target="../ink/ink150.xml"/><Relationship Id="rId2" Type="http://schemas.openxmlformats.org/officeDocument/2006/relationships/image" Target="../media/image154.jpg"/><Relationship Id="rId16" Type="http://schemas.openxmlformats.org/officeDocument/2006/relationships/image" Target="../media/image161.png"/><Relationship Id="rId20" Type="http://schemas.openxmlformats.org/officeDocument/2006/relationships/image" Target="../media/image163.png"/><Relationship Id="rId29" Type="http://schemas.openxmlformats.org/officeDocument/2006/relationships/customXml" Target="../ink/ink161.xml"/><Relationship Id="rId41" Type="http://schemas.openxmlformats.org/officeDocument/2006/relationships/customXml" Target="../ink/ink16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11" Type="http://schemas.openxmlformats.org/officeDocument/2006/relationships/customXml" Target="../ink/ink152.xml"/><Relationship Id="rId24" Type="http://schemas.openxmlformats.org/officeDocument/2006/relationships/image" Target="../media/image165.png"/><Relationship Id="rId32" Type="http://schemas.openxmlformats.org/officeDocument/2006/relationships/image" Target="../media/image169.png"/><Relationship Id="rId37" Type="http://schemas.openxmlformats.org/officeDocument/2006/relationships/customXml" Target="../ink/ink165.xml"/><Relationship Id="rId40" Type="http://schemas.openxmlformats.org/officeDocument/2006/relationships/image" Target="../media/image173.png"/><Relationship Id="rId5" Type="http://schemas.openxmlformats.org/officeDocument/2006/relationships/customXml" Target="../ink/ink149.xml"/><Relationship Id="rId15" Type="http://schemas.openxmlformats.org/officeDocument/2006/relationships/customXml" Target="../ink/ink154.xml"/><Relationship Id="rId23" Type="http://schemas.openxmlformats.org/officeDocument/2006/relationships/customXml" Target="../ink/ink158.xml"/><Relationship Id="rId28" Type="http://schemas.openxmlformats.org/officeDocument/2006/relationships/image" Target="../media/image167.png"/><Relationship Id="rId36" Type="http://schemas.openxmlformats.org/officeDocument/2006/relationships/image" Target="../media/image171.png"/><Relationship Id="rId10" Type="http://schemas.openxmlformats.org/officeDocument/2006/relationships/image" Target="../media/image158.png"/><Relationship Id="rId19" Type="http://schemas.openxmlformats.org/officeDocument/2006/relationships/customXml" Target="../ink/ink156.xml"/><Relationship Id="rId31" Type="http://schemas.openxmlformats.org/officeDocument/2006/relationships/customXml" Target="../ink/ink162.xml"/><Relationship Id="rId44" Type="http://schemas.openxmlformats.org/officeDocument/2006/relationships/image" Target="../media/image175.png"/><Relationship Id="rId4" Type="http://schemas.openxmlformats.org/officeDocument/2006/relationships/image" Target="../media/image155.png"/><Relationship Id="rId9" Type="http://schemas.openxmlformats.org/officeDocument/2006/relationships/customXml" Target="../ink/ink151.xml"/><Relationship Id="rId14" Type="http://schemas.openxmlformats.org/officeDocument/2006/relationships/image" Target="../media/image160.png"/><Relationship Id="rId22" Type="http://schemas.openxmlformats.org/officeDocument/2006/relationships/image" Target="../media/image164.png"/><Relationship Id="rId27" Type="http://schemas.openxmlformats.org/officeDocument/2006/relationships/customXml" Target="../ink/ink160.xml"/><Relationship Id="rId30" Type="http://schemas.openxmlformats.org/officeDocument/2006/relationships/image" Target="../media/image168.png"/><Relationship Id="rId35" Type="http://schemas.openxmlformats.org/officeDocument/2006/relationships/customXml" Target="../ink/ink164.xml"/><Relationship Id="rId43" Type="http://schemas.openxmlformats.org/officeDocument/2006/relationships/customXml" Target="../ink/ink168.xml"/><Relationship Id="rId8" Type="http://schemas.openxmlformats.org/officeDocument/2006/relationships/image" Target="../media/image157.png"/><Relationship Id="rId3" Type="http://schemas.openxmlformats.org/officeDocument/2006/relationships/customXml" Target="../ink/ink148.xml"/><Relationship Id="rId12" Type="http://schemas.openxmlformats.org/officeDocument/2006/relationships/image" Target="../media/image159.png"/><Relationship Id="rId17" Type="http://schemas.openxmlformats.org/officeDocument/2006/relationships/customXml" Target="../ink/ink155.xml"/><Relationship Id="rId25" Type="http://schemas.openxmlformats.org/officeDocument/2006/relationships/customXml" Target="../ink/ink159.xml"/><Relationship Id="rId33" Type="http://schemas.openxmlformats.org/officeDocument/2006/relationships/customXml" Target="../ink/ink163.xml"/><Relationship Id="rId38" Type="http://schemas.openxmlformats.org/officeDocument/2006/relationships/image" Target="../media/image172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74.xml"/><Relationship Id="rId18" Type="http://schemas.openxmlformats.org/officeDocument/2006/relationships/image" Target="../media/image184.png"/><Relationship Id="rId26" Type="http://schemas.openxmlformats.org/officeDocument/2006/relationships/image" Target="../media/image188.png"/><Relationship Id="rId39" Type="http://schemas.openxmlformats.org/officeDocument/2006/relationships/customXml" Target="../ink/ink187.xml"/><Relationship Id="rId21" Type="http://schemas.openxmlformats.org/officeDocument/2006/relationships/customXml" Target="../ink/ink178.xml"/><Relationship Id="rId34" Type="http://schemas.openxmlformats.org/officeDocument/2006/relationships/image" Target="../media/image192.png"/><Relationship Id="rId42" Type="http://schemas.openxmlformats.org/officeDocument/2006/relationships/image" Target="../media/image196.png"/><Relationship Id="rId47" Type="http://schemas.openxmlformats.org/officeDocument/2006/relationships/customXml" Target="../ink/ink191.xml"/><Relationship Id="rId50" Type="http://schemas.openxmlformats.org/officeDocument/2006/relationships/image" Target="../media/image200.png"/><Relationship Id="rId55" Type="http://schemas.openxmlformats.org/officeDocument/2006/relationships/customXml" Target="../ink/ink195.xml"/><Relationship Id="rId7" Type="http://schemas.openxmlformats.org/officeDocument/2006/relationships/customXml" Target="../ink/ink171.xml"/><Relationship Id="rId2" Type="http://schemas.openxmlformats.org/officeDocument/2006/relationships/image" Target="../media/image176.jpg"/><Relationship Id="rId16" Type="http://schemas.openxmlformats.org/officeDocument/2006/relationships/image" Target="../media/image183.png"/><Relationship Id="rId29" Type="http://schemas.openxmlformats.org/officeDocument/2006/relationships/customXml" Target="../ink/ink182.xml"/><Relationship Id="rId11" Type="http://schemas.openxmlformats.org/officeDocument/2006/relationships/customXml" Target="../ink/ink173.xml"/><Relationship Id="rId24" Type="http://schemas.openxmlformats.org/officeDocument/2006/relationships/image" Target="../media/image187.png"/><Relationship Id="rId32" Type="http://schemas.openxmlformats.org/officeDocument/2006/relationships/image" Target="../media/image191.png"/><Relationship Id="rId37" Type="http://schemas.openxmlformats.org/officeDocument/2006/relationships/customXml" Target="../ink/ink186.xml"/><Relationship Id="rId40" Type="http://schemas.openxmlformats.org/officeDocument/2006/relationships/image" Target="../media/image195.png"/><Relationship Id="rId45" Type="http://schemas.openxmlformats.org/officeDocument/2006/relationships/customXml" Target="../ink/ink190.xml"/><Relationship Id="rId53" Type="http://schemas.openxmlformats.org/officeDocument/2006/relationships/customXml" Target="../ink/ink194.xml"/><Relationship Id="rId5" Type="http://schemas.openxmlformats.org/officeDocument/2006/relationships/customXml" Target="../ink/ink170.xml"/><Relationship Id="rId10" Type="http://schemas.openxmlformats.org/officeDocument/2006/relationships/image" Target="../media/image180.png"/><Relationship Id="rId19" Type="http://schemas.openxmlformats.org/officeDocument/2006/relationships/customXml" Target="../ink/ink177.xml"/><Relationship Id="rId31" Type="http://schemas.openxmlformats.org/officeDocument/2006/relationships/customXml" Target="../ink/ink183.xml"/><Relationship Id="rId44" Type="http://schemas.openxmlformats.org/officeDocument/2006/relationships/image" Target="../media/image197.png"/><Relationship Id="rId52" Type="http://schemas.openxmlformats.org/officeDocument/2006/relationships/image" Target="../media/image201.png"/><Relationship Id="rId4" Type="http://schemas.openxmlformats.org/officeDocument/2006/relationships/image" Target="../media/image177.png"/><Relationship Id="rId9" Type="http://schemas.openxmlformats.org/officeDocument/2006/relationships/customXml" Target="../ink/ink172.xml"/><Relationship Id="rId14" Type="http://schemas.openxmlformats.org/officeDocument/2006/relationships/image" Target="../media/image182.png"/><Relationship Id="rId22" Type="http://schemas.openxmlformats.org/officeDocument/2006/relationships/image" Target="../media/image186.png"/><Relationship Id="rId27" Type="http://schemas.openxmlformats.org/officeDocument/2006/relationships/customXml" Target="../ink/ink181.xml"/><Relationship Id="rId30" Type="http://schemas.openxmlformats.org/officeDocument/2006/relationships/image" Target="../media/image190.png"/><Relationship Id="rId35" Type="http://schemas.openxmlformats.org/officeDocument/2006/relationships/customXml" Target="../ink/ink185.xml"/><Relationship Id="rId43" Type="http://schemas.openxmlformats.org/officeDocument/2006/relationships/customXml" Target="../ink/ink189.xml"/><Relationship Id="rId48" Type="http://schemas.openxmlformats.org/officeDocument/2006/relationships/image" Target="../media/image199.png"/><Relationship Id="rId56" Type="http://schemas.openxmlformats.org/officeDocument/2006/relationships/image" Target="../media/image203.png"/><Relationship Id="rId8" Type="http://schemas.openxmlformats.org/officeDocument/2006/relationships/image" Target="../media/image179.png"/><Relationship Id="rId51" Type="http://schemas.openxmlformats.org/officeDocument/2006/relationships/customXml" Target="../ink/ink193.xml"/><Relationship Id="rId3" Type="http://schemas.openxmlformats.org/officeDocument/2006/relationships/customXml" Target="../ink/ink169.xml"/><Relationship Id="rId12" Type="http://schemas.openxmlformats.org/officeDocument/2006/relationships/image" Target="../media/image181.png"/><Relationship Id="rId17" Type="http://schemas.openxmlformats.org/officeDocument/2006/relationships/customXml" Target="../ink/ink176.xml"/><Relationship Id="rId25" Type="http://schemas.openxmlformats.org/officeDocument/2006/relationships/customXml" Target="../ink/ink180.xml"/><Relationship Id="rId33" Type="http://schemas.openxmlformats.org/officeDocument/2006/relationships/customXml" Target="../ink/ink184.xml"/><Relationship Id="rId38" Type="http://schemas.openxmlformats.org/officeDocument/2006/relationships/image" Target="../media/image194.png"/><Relationship Id="rId46" Type="http://schemas.openxmlformats.org/officeDocument/2006/relationships/image" Target="../media/image198.png"/><Relationship Id="rId20" Type="http://schemas.openxmlformats.org/officeDocument/2006/relationships/image" Target="../media/image185.png"/><Relationship Id="rId41" Type="http://schemas.openxmlformats.org/officeDocument/2006/relationships/customXml" Target="../ink/ink188.xml"/><Relationship Id="rId54" Type="http://schemas.openxmlformats.org/officeDocument/2006/relationships/image" Target="../media/image2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8.png"/><Relationship Id="rId15" Type="http://schemas.openxmlformats.org/officeDocument/2006/relationships/customXml" Target="../ink/ink175.xml"/><Relationship Id="rId23" Type="http://schemas.openxmlformats.org/officeDocument/2006/relationships/customXml" Target="../ink/ink179.xml"/><Relationship Id="rId28" Type="http://schemas.openxmlformats.org/officeDocument/2006/relationships/image" Target="../media/image189.png"/><Relationship Id="rId36" Type="http://schemas.openxmlformats.org/officeDocument/2006/relationships/image" Target="../media/image193.png"/><Relationship Id="rId49" Type="http://schemas.openxmlformats.org/officeDocument/2006/relationships/customXml" Target="../ink/ink192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16.png"/><Relationship Id="rId21" Type="http://schemas.openxmlformats.org/officeDocument/2006/relationships/customXml" Target="../ink/ink205.xml"/><Relationship Id="rId42" Type="http://schemas.openxmlformats.org/officeDocument/2006/relationships/image" Target="../media/image224.png"/><Relationship Id="rId47" Type="http://schemas.openxmlformats.org/officeDocument/2006/relationships/customXml" Target="../ink/ink218.xml"/><Relationship Id="rId63" Type="http://schemas.openxmlformats.org/officeDocument/2006/relationships/customXml" Target="../ink/ink226.xml"/><Relationship Id="rId68" Type="http://schemas.openxmlformats.org/officeDocument/2006/relationships/image" Target="../media/image237.png"/><Relationship Id="rId84" Type="http://schemas.openxmlformats.org/officeDocument/2006/relationships/image" Target="../media/image245.png"/><Relationship Id="rId89" Type="http://schemas.openxmlformats.org/officeDocument/2006/relationships/customXml" Target="../ink/ink239.xml"/><Relationship Id="rId16" Type="http://schemas.openxmlformats.org/officeDocument/2006/relationships/image" Target="../media/image211.png"/><Relationship Id="rId11" Type="http://schemas.openxmlformats.org/officeDocument/2006/relationships/customXml" Target="../ink/ink200.xml"/><Relationship Id="rId32" Type="http://schemas.openxmlformats.org/officeDocument/2006/relationships/image" Target="../media/image219.png"/><Relationship Id="rId37" Type="http://schemas.openxmlformats.org/officeDocument/2006/relationships/customXml" Target="../ink/ink213.xml"/><Relationship Id="rId53" Type="http://schemas.openxmlformats.org/officeDocument/2006/relationships/customXml" Target="../ink/ink221.xml"/><Relationship Id="rId58" Type="http://schemas.openxmlformats.org/officeDocument/2006/relationships/image" Target="../media/image232.png"/><Relationship Id="rId74" Type="http://schemas.openxmlformats.org/officeDocument/2006/relationships/image" Target="../media/image240.png"/><Relationship Id="rId79" Type="http://schemas.openxmlformats.org/officeDocument/2006/relationships/customXml" Target="../ink/ink234.xml"/><Relationship Id="rId102" Type="http://schemas.openxmlformats.org/officeDocument/2006/relationships/image" Target="../media/image253.png"/><Relationship Id="rId5" Type="http://schemas.openxmlformats.org/officeDocument/2006/relationships/customXml" Target="../ink/ink197.xml"/><Relationship Id="rId90" Type="http://schemas.openxmlformats.org/officeDocument/2006/relationships/image" Target="../media/image248.png"/><Relationship Id="rId95" Type="http://schemas.openxmlformats.org/officeDocument/2006/relationships/customXml" Target="../ink/ink242.xml"/><Relationship Id="rId22" Type="http://schemas.openxmlformats.org/officeDocument/2006/relationships/image" Target="../media/image214.png"/><Relationship Id="rId27" Type="http://schemas.openxmlformats.org/officeDocument/2006/relationships/customXml" Target="../ink/ink208.xml"/><Relationship Id="rId43" Type="http://schemas.openxmlformats.org/officeDocument/2006/relationships/customXml" Target="../ink/ink216.xml"/><Relationship Id="rId48" Type="http://schemas.openxmlformats.org/officeDocument/2006/relationships/image" Target="../media/image227.png"/><Relationship Id="rId64" Type="http://schemas.openxmlformats.org/officeDocument/2006/relationships/image" Target="../media/image235.png"/><Relationship Id="rId69" Type="http://schemas.openxmlformats.org/officeDocument/2006/relationships/customXml" Target="../ink/ink229.xml"/><Relationship Id="rId80" Type="http://schemas.openxmlformats.org/officeDocument/2006/relationships/image" Target="../media/image243.png"/><Relationship Id="rId85" Type="http://schemas.openxmlformats.org/officeDocument/2006/relationships/customXml" Target="../ink/ink237.xml"/><Relationship Id="rId12" Type="http://schemas.openxmlformats.org/officeDocument/2006/relationships/image" Target="../media/image209.png"/><Relationship Id="rId17" Type="http://schemas.openxmlformats.org/officeDocument/2006/relationships/customXml" Target="../ink/ink203.xml"/><Relationship Id="rId33" Type="http://schemas.openxmlformats.org/officeDocument/2006/relationships/customXml" Target="../ink/ink211.xml"/><Relationship Id="rId38" Type="http://schemas.openxmlformats.org/officeDocument/2006/relationships/image" Target="../media/image222.png"/><Relationship Id="rId59" Type="http://schemas.openxmlformats.org/officeDocument/2006/relationships/customXml" Target="../ink/ink224.xml"/><Relationship Id="rId103" Type="http://schemas.openxmlformats.org/officeDocument/2006/relationships/customXml" Target="../ink/ink246.xml"/><Relationship Id="rId20" Type="http://schemas.openxmlformats.org/officeDocument/2006/relationships/image" Target="../media/image213.png"/><Relationship Id="rId41" Type="http://schemas.openxmlformats.org/officeDocument/2006/relationships/customXml" Target="../ink/ink215.xml"/><Relationship Id="rId54" Type="http://schemas.openxmlformats.org/officeDocument/2006/relationships/image" Target="../media/image230.png"/><Relationship Id="rId62" Type="http://schemas.openxmlformats.org/officeDocument/2006/relationships/image" Target="../media/image234.png"/><Relationship Id="rId70" Type="http://schemas.openxmlformats.org/officeDocument/2006/relationships/image" Target="../media/image238.png"/><Relationship Id="rId75" Type="http://schemas.openxmlformats.org/officeDocument/2006/relationships/customXml" Target="../ink/ink232.xml"/><Relationship Id="rId83" Type="http://schemas.openxmlformats.org/officeDocument/2006/relationships/customXml" Target="../ink/ink236.xml"/><Relationship Id="rId88" Type="http://schemas.openxmlformats.org/officeDocument/2006/relationships/image" Target="../media/image247.png"/><Relationship Id="rId91" Type="http://schemas.openxmlformats.org/officeDocument/2006/relationships/customXml" Target="../ink/ink240.xml"/><Relationship Id="rId96" Type="http://schemas.openxmlformats.org/officeDocument/2006/relationships/image" Target="../media/image2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6.png"/><Relationship Id="rId15" Type="http://schemas.openxmlformats.org/officeDocument/2006/relationships/customXml" Target="../ink/ink202.xml"/><Relationship Id="rId23" Type="http://schemas.openxmlformats.org/officeDocument/2006/relationships/customXml" Target="../ink/ink206.xml"/><Relationship Id="rId28" Type="http://schemas.openxmlformats.org/officeDocument/2006/relationships/image" Target="../media/image217.png"/><Relationship Id="rId36" Type="http://schemas.openxmlformats.org/officeDocument/2006/relationships/image" Target="../media/image221.png"/><Relationship Id="rId49" Type="http://schemas.openxmlformats.org/officeDocument/2006/relationships/customXml" Target="../ink/ink219.xml"/><Relationship Id="rId57" Type="http://schemas.openxmlformats.org/officeDocument/2006/relationships/customXml" Target="../ink/ink223.xml"/><Relationship Id="rId106" Type="http://schemas.openxmlformats.org/officeDocument/2006/relationships/image" Target="../media/image255.png"/><Relationship Id="rId10" Type="http://schemas.openxmlformats.org/officeDocument/2006/relationships/image" Target="../media/image208.png"/><Relationship Id="rId31" Type="http://schemas.openxmlformats.org/officeDocument/2006/relationships/customXml" Target="../ink/ink210.xml"/><Relationship Id="rId44" Type="http://schemas.openxmlformats.org/officeDocument/2006/relationships/image" Target="../media/image225.png"/><Relationship Id="rId52" Type="http://schemas.openxmlformats.org/officeDocument/2006/relationships/image" Target="../media/image229.png"/><Relationship Id="rId60" Type="http://schemas.openxmlformats.org/officeDocument/2006/relationships/image" Target="../media/image233.png"/><Relationship Id="rId65" Type="http://schemas.openxmlformats.org/officeDocument/2006/relationships/customXml" Target="../ink/ink227.xml"/><Relationship Id="rId73" Type="http://schemas.openxmlformats.org/officeDocument/2006/relationships/customXml" Target="../ink/ink231.xml"/><Relationship Id="rId78" Type="http://schemas.openxmlformats.org/officeDocument/2006/relationships/image" Target="../media/image242.png"/><Relationship Id="rId81" Type="http://schemas.openxmlformats.org/officeDocument/2006/relationships/customXml" Target="../ink/ink235.xml"/><Relationship Id="rId86" Type="http://schemas.openxmlformats.org/officeDocument/2006/relationships/image" Target="../media/image246.png"/><Relationship Id="rId94" Type="http://schemas.openxmlformats.org/officeDocument/2006/relationships/image" Target="../media/image250.png"/><Relationship Id="rId99" Type="http://schemas.openxmlformats.org/officeDocument/2006/relationships/customXml" Target="../ink/ink244.xml"/><Relationship Id="rId101" Type="http://schemas.openxmlformats.org/officeDocument/2006/relationships/customXml" Target="../ink/ink245.xml"/><Relationship Id="rId4" Type="http://schemas.openxmlformats.org/officeDocument/2006/relationships/image" Target="../media/image205.png"/><Relationship Id="rId9" Type="http://schemas.openxmlformats.org/officeDocument/2006/relationships/customXml" Target="../ink/ink199.xml"/><Relationship Id="rId13" Type="http://schemas.openxmlformats.org/officeDocument/2006/relationships/customXml" Target="../ink/ink201.xml"/><Relationship Id="rId18" Type="http://schemas.openxmlformats.org/officeDocument/2006/relationships/image" Target="../media/image212.png"/><Relationship Id="rId39" Type="http://schemas.openxmlformats.org/officeDocument/2006/relationships/customXml" Target="../ink/ink214.xml"/><Relationship Id="rId34" Type="http://schemas.openxmlformats.org/officeDocument/2006/relationships/image" Target="../media/image220.png"/><Relationship Id="rId50" Type="http://schemas.openxmlformats.org/officeDocument/2006/relationships/image" Target="../media/image228.png"/><Relationship Id="rId55" Type="http://schemas.openxmlformats.org/officeDocument/2006/relationships/customXml" Target="../ink/ink222.xml"/><Relationship Id="rId76" Type="http://schemas.openxmlformats.org/officeDocument/2006/relationships/image" Target="../media/image241.png"/><Relationship Id="rId97" Type="http://schemas.openxmlformats.org/officeDocument/2006/relationships/customXml" Target="../ink/ink243.xml"/><Relationship Id="rId104" Type="http://schemas.openxmlformats.org/officeDocument/2006/relationships/image" Target="../media/image254.png"/><Relationship Id="rId7" Type="http://schemas.openxmlformats.org/officeDocument/2006/relationships/customXml" Target="../ink/ink198.xml"/><Relationship Id="rId71" Type="http://schemas.openxmlformats.org/officeDocument/2006/relationships/customXml" Target="../ink/ink230.xml"/><Relationship Id="rId92" Type="http://schemas.openxmlformats.org/officeDocument/2006/relationships/image" Target="../media/image249.png"/><Relationship Id="rId2" Type="http://schemas.openxmlformats.org/officeDocument/2006/relationships/image" Target="../media/image204.jpg"/><Relationship Id="rId29" Type="http://schemas.openxmlformats.org/officeDocument/2006/relationships/customXml" Target="../ink/ink209.xml"/><Relationship Id="rId24" Type="http://schemas.openxmlformats.org/officeDocument/2006/relationships/image" Target="../media/image215.png"/><Relationship Id="rId40" Type="http://schemas.openxmlformats.org/officeDocument/2006/relationships/image" Target="../media/image223.png"/><Relationship Id="rId45" Type="http://schemas.openxmlformats.org/officeDocument/2006/relationships/customXml" Target="../ink/ink217.xml"/><Relationship Id="rId66" Type="http://schemas.openxmlformats.org/officeDocument/2006/relationships/image" Target="../media/image236.png"/><Relationship Id="rId87" Type="http://schemas.openxmlformats.org/officeDocument/2006/relationships/customXml" Target="../ink/ink238.xml"/><Relationship Id="rId61" Type="http://schemas.openxmlformats.org/officeDocument/2006/relationships/customXml" Target="../ink/ink225.xml"/><Relationship Id="rId82" Type="http://schemas.openxmlformats.org/officeDocument/2006/relationships/image" Target="../media/image244.png"/><Relationship Id="rId19" Type="http://schemas.openxmlformats.org/officeDocument/2006/relationships/customXml" Target="../ink/ink204.xml"/><Relationship Id="rId14" Type="http://schemas.openxmlformats.org/officeDocument/2006/relationships/image" Target="../media/image210.png"/><Relationship Id="rId30" Type="http://schemas.openxmlformats.org/officeDocument/2006/relationships/image" Target="../media/image218.png"/><Relationship Id="rId35" Type="http://schemas.openxmlformats.org/officeDocument/2006/relationships/customXml" Target="../ink/ink212.xml"/><Relationship Id="rId56" Type="http://schemas.openxmlformats.org/officeDocument/2006/relationships/image" Target="../media/image231.png"/><Relationship Id="rId77" Type="http://schemas.openxmlformats.org/officeDocument/2006/relationships/customXml" Target="../ink/ink233.xml"/><Relationship Id="rId100" Type="http://schemas.openxmlformats.org/officeDocument/2006/relationships/image" Target="../media/image252.png"/><Relationship Id="rId105" Type="http://schemas.openxmlformats.org/officeDocument/2006/relationships/customXml" Target="../ink/ink247.xml"/><Relationship Id="rId8" Type="http://schemas.openxmlformats.org/officeDocument/2006/relationships/image" Target="../media/image207.png"/><Relationship Id="rId51" Type="http://schemas.openxmlformats.org/officeDocument/2006/relationships/customXml" Target="../ink/ink220.xml"/><Relationship Id="rId72" Type="http://schemas.openxmlformats.org/officeDocument/2006/relationships/image" Target="../media/image239.png"/><Relationship Id="rId93" Type="http://schemas.openxmlformats.org/officeDocument/2006/relationships/customXml" Target="../ink/ink241.xml"/><Relationship Id="rId98" Type="http://schemas.openxmlformats.org/officeDocument/2006/relationships/image" Target="../media/image14.png"/><Relationship Id="rId3" Type="http://schemas.openxmlformats.org/officeDocument/2006/relationships/customXml" Target="../ink/ink196.xml"/><Relationship Id="rId25" Type="http://schemas.openxmlformats.org/officeDocument/2006/relationships/customXml" Target="../ink/ink207.xml"/><Relationship Id="rId46" Type="http://schemas.openxmlformats.org/officeDocument/2006/relationships/image" Target="../media/image226.png"/><Relationship Id="rId67" Type="http://schemas.openxmlformats.org/officeDocument/2006/relationships/customXml" Target="../ink/ink22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3" Type="http://schemas.openxmlformats.org/officeDocument/2006/relationships/customXml" Target="../ink/ink248.xml"/><Relationship Id="rId7" Type="http://schemas.openxmlformats.org/officeDocument/2006/relationships/customXml" Target="../ink/ink250.xml"/><Relationship Id="rId2" Type="http://schemas.openxmlformats.org/officeDocument/2006/relationships/image" Target="../media/image25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8.png"/><Relationship Id="rId5" Type="http://schemas.openxmlformats.org/officeDocument/2006/relationships/customXml" Target="../ink/ink249.xml"/><Relationship Id="rId4" Type="http://schemas.openxmlformats.org/officeDocument/2006/relationships/image" Target="../media/image25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png"/><Relationship Id="rId3" Type="http://schemas.openxmlformats.org/officeDocument/2006/relationships/customXml" Target="../ink/ink251.xml"/><Relationship Id="rId7" Type="http://schemas.openxmlformats.org/officeDocument/2006/relationships/customXml" Target="../ink/ink253.xml"/><Relationship Id="rId2" Type="http://schemas.openxmlformats.org/officeDocument/2006/relationships/image" Target="../media/image26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2.png"/><Relationship Id="rId5" Type="http://schemas.openxmlformats.org/officeDocument/2006/relationships/customXml" Target="../ink/ink252.xml"/><Relationship Id="rId4" Type="http://schemas.openxmlformats.org/officeDocument/2006/relationships/image" Target="../media/image26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png"/><Relationship Id="rId13" Type="http://schemas.openxmlformats.org/officeDocument/2006/relationships/customXml" Target="../ink/ink259.xml"/><Relationship Id="rId18" Type="http://schemas.openxmlformats.org/officeDocument/2006/relationships/image" Target="../media/image272.png"/><Relationship Id="rId26" Type="http://schemas.openxmlformats.org/officeDocument/2006/relationships/image" Target="../media/image276.png"/><Relationship Id="rId3" Type="http://schemas.openxmlformats.org/officeDocument/2006/relationships/customXml" Target="../ink/ink254.xml"/><Relationship Id="rId21" Type="http://schemas.openxmlformats.org/officeDocument/2006/relationships/customXml" Target="../ink/ink263.xml"/><Relationship Id="rId7" Type="http://schemas.openxmlformats.org/officeDocument/2006/relationships/customXml" Target="../ink/ink256.xml"/><Relationship Id="rId12" Type="http://schemas.openxmlformats.org/officeDocument/2006/relationships/image" Target="../media/image269.png"/><Relationship Id="rId17" Type="http://schemas.openxmlformats.org/officeDocument/2006/relationships/customXml" Target="../ink/ink261.xml"/><Relationship Id="rId25" Type="http://schemas.openxmlformats.org/officeDocument/2006/relationships/customXml" Target="../ink/ink265.xml"/><Relationship Id="rId2" Type="http://schemas.openxmlformats.org/officeDocument/2006/relationships/image" Target="../media/image264.jpg"/><Relationship Id="rId16" Type="http://schemas.openxmlformats.org/officeDocument/2006/relationships/image" Target="../media/image271.png"/><Relationship Id="rId20" Type="http://schemas.openxmlformats.org/officeDocument/2006/relationships/image" Target="../media/image273.png"/><Relationship Id="rId29" Type="http://schemas.openxmlformats.org/officeDocument/2006/relationships/customXml" Target="../ink/ink26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6.png"/><Relationship Id="rId11" Type="http://schemas.openxmlformats.org/officeDocument/2006/relationships/customXml" Target="../ink/ink258.xml"/><Relationship Id="rId24" Type="http://schemas.openxmlformats.org/officeDocument/2006/relationships/image" Target="../media/image275.png"/><Relationship Id="rId32" Type="http://schemas.openxmlformats.org/officeDocument/2006/relationships/image" Target="../media/image279.png"/><Relationship Id="rId5" Type="http://schemas.openxmlformats.org/officeDocument/2006/relationships/customXml" Target="../ink/ink255.xml"/><Relationship Id="rId15" Type="http://schemas.openxmlformats.org/officeDocument/2006/relationships/customXml" Target="../ink/ink260.xml"/><Relationship Id="rId23" Type="http://schemas.openxmlformats.org/officeDocument/2006/relationships/customXml" Target="../ink/ink264.xml"/><Relationship Id="rId28" Type="http://schemas.openxmlformats.org/officeDocument/2006/relationships/image" Target="../media/image277.png"/><Relationship Id="rId10" Type="http://schemas.openxmlformats.org/officeDocument/2006/relationships/image" Target="../media/image268.png"/><Relationship Id="rId19" Type="http://schemas.openxmlformats.org/officeDocument/2006/relationships/customXml" Target="../ink/ink262.xml"/><Relationship Id="rId31" Type="http://schemas.openxmlformats.org/officeDocument/2006/relationships/customXml" Target="../ink/ink268.xml"/><Relationship Id="rId4" Type="http://schemas.openxmlformats.org/officeDocument/2006/relationships/image" Target="../media/image265.png"/><Relationship Id="rId9" Type="http://schemas.openxmlformats.org/officeDocument/2006/relationships/customXml" Target="../ink/ink257.xml"/><Relationship Id="rId14" Type="http://schemas.openxmlformats.org/officeDocument/2006/relationships/image" Target="../media/image270.png"/><Relationship Id="rId22" Type="http://schemas.openxmlformats.org/officeDocument/2006/relationships/image" Target="../media/image274.png"/><Relationship Id="rId27" Type="http://schemas.openxmlformats.org/officeDocument/2006/relationships/customXml" Target="../ink/ink266.xml"/><Relationship Id="rId30" Type="http://schemas.openxmlformats.org/officeDocument/2006/relationships/image" Target="../media/image27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9.xml"/><Relationship Id="rId2" Type="http://schemas.openxmlformats.org/officeDocument/2006/relationships/image" Target="../media/image28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1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7.xml"/><Relationship Id="rId21" Type="http://schemas.openxmlformats.org/officeDocument/2006/relationships/customXml" Target="../ink/ink279.xml"/><Relationship Id="rId42" Type="http://schemas.openxmlformats.org/officeDocument/2006/relationships/image" Target="../media/image302.png"/><Relationship Id="rId63" Type="http://schemas.openxmlformats.org/officeDocument/2006/relationships/customXml" Target="../ink/ink300.xml"/><Relationship Id="rId84" Type="http://schemas.openxmlformats.org/officeDocument/2006/relationships/image" Target="../media/image323.png"/><Relationship Id="rId138" Type="http://schemas.openxmlformats.org/officeDocument/2006/relationships/image" Target="../media/image350.png"/><Relationship Id="rId159" Type="http://schemas.openxmlformats.org/officeDocument/2006/relationships/customXml" Target="../ink/ink348.xml"/><Relationship Id="rId107" Type="http://schemas.openxmlformats.org/officeDocument/2006/relationships/customXml" Target="../ink/ink322.xml"/><Relationship Id="rId11" Type="http://schemas.openxmlformats.org/officeDocument/2006/relationships/customXml" Target="../ink/ink274.xml"/><Relationship Id="rId32" Type="http://schemas.openxmlformats.org/officeDocument/2006/relationships/image" Target="../media/image297.png"/><Relationship Id="rId53" Type="http://schemas.openxmlformats.org/officeDocument/2006/relationships/customXml" Target="../ink/ink295.xml"/><Relationship Id="rId74" Type="http://schemas.openxmlformats.org/officeDocument/2006/relationships/image" Target="../media/image318.png"/><Relationship Id="rId128" Type="http://schemas.openxmlformats.org/officeDocument/2006/relationships/image" Target="../media/image345.png"/><Relationship Id="rId149" Type="http://schemas.openxmlformats.org/officeDocument/2006/relationships/customXml" Target="../ink/ink343.xml"/><Relationship Id="rId5" Type="http://schemas.openxmlformats.org/officeDocument/2006/relationships/customXml" Target="../ink/ink271.xml"/><Relationship Id="rId95" Type="http://schemas.openxmlformats.org/officeDocument/2006/relationships/customXml" Target="../ink/ink316.xml"/><Relationship Id="rId160" Type="http://schemas.openxmlformats.org/officeDocument/2006/relationships/image" Target="../media/image361.png"/><Relationship Id="rId22" Type="http://schemas.openxmlformats.org/officeDocument/2006/relationships/image" Target="../media/image292.png"/><Relationship Id="rId43" Type="http://schemas.openxmlformats.org/officeDocument/2006/relationships/customXml" Target="../ink/ink290.xml"/><Relationship Id="rId64" Type="http://schemas.openxmlformats.org/officeDocument/2006/relationships/image" Target="../media/image313.png"/><Relationship Id="rId118" Type="http://schemas.openxmlformats.org/officeDocument/2006/relationships/image" Target="../media/image340.png"/><Relationship Id="rId139" Type="http://schemas.openxmlformats.org/officeDocument/2006/relationships/customXml" Target="../ink/ink338.xml"/><Relationship Id="rId85" Type="http://schemas.openxmlformats.org/officeDocument/2006/relationships/customXml" Target="../ink/ink311.xml"/><Relationship Id="rId150" Type="http://schemas.openxmlformats.org/officeDocument/2006/relationships/image" Target="../media/image356.png"/><Relationship Id="rId12" Type="http://schemas.openxmlformats.org/officeDocument/2006/relationships/image" Target="../media/image287.png"/><Relationship Id="rId17" Type="http://schemas.openxmlformats.org/officeDocument/2006/relationships/customXml" Target="../ink/ink277.xml"/><Relationship Id="rId33" Type="http://schemas.openxmlformats.org/officeDocument/2006/relationships/customXml" Target="../ink/ink285.xml"/><Relationship Id="rId38" Type="http://schemas.openxmlformats.org/officeDocument/2006/relationships/image" Target="../media/image300.png"/><Relationship Id="rId59" Type="http://schemas.openxmlformats.org/officeDocument/2006/relationships/customXml" Target="../ink/ink298.xml"/><Relationship Id="rId103" Type="http://schemas.openxmlformats.org/officeDocument/2006/relationships/customXml" Target="../ink/ink320.xml"/><Relationship Id="rId108" Type="http://schemas.openxmlformats.org/officeDocument/2006/relationships/image" Target="../media/image335.png"/><Relationship Id="rId124" Type="http://schemas.openxmlformats.org/officeDocument/2006/relationships/image" Target="../media/image343.png"/><Relationship Id="rId129" Type="http://schemas.openxmlformats.org/officeDocument/2006/relationships/customXml" Target="../ink/ink333.xml"/><Relationship Id="rId54" Type="http://schemas.openxmlformats.org/officeDocument/2006/relationships/image" Target="../media/image308.png"/><Relationship Id="rId70" Type="http://schemas.openxmlformats.org/officeDocument/2006/relationships/image" Target="../media/image316.png"/><Relationship Id="rId75" Type="http://schemas.openxmlformats.org/officeDocument/2006/relationships/customXml" Target="../ink/ink306.xml"/><Relationship Id="rId91" Type="http://schemas.openxmlformats.org/officeDocument/2006/relationships/customXml" Target="../ink/ink314.xml"/><Relationship Id="rId96" Type="http://schemas.openxmlformats.org/officeDocument/2006/relationships/image" Target="../media/image329.png"/><Relationship Id="rId140" Type="http://schemas.openxmlformats.org/officeDocument/2006/relationships/image" Target="../media/image351.png"/><Relationship Id="rId145" Type="http://schemas.openxmlformats.org/officeDocument/2006/relationships/customXml" Target="../ink/ink341.xml"/><Relationship Id="rId161" Type="http://schemas.openxmlformats.org/officeDocument/2006/relationships/customXml" Target="../ink/ink349.xml"/><Relationship Id="rId166" Type="http://schemas.openxmlformats.org/officeDocument/2006/relationships/image" Target="../media/image3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4.png"/><Relationship Id="rId23" Type="http://schemas.openxmlformats.org/officeDocument/2006/relationships/customXml" Target="../ink/ink280.xml"/><Relationship Id="rId28" Type="http://schemas.openxmlformats.org/officeDocument/2006/relationships/image" Target="../media/image295.png"/><Relationship Id="rId49" Type="http://schemas.openxmlformats.org/officeDocument/2006/relationships/customXml" Target="../ink/ink293.xml"/><Relationship Id="rId114" Type="http://schemas.openxmlformats.org/officeDocument/2006/relationships/image" Target="../media/image338.png"/><Relationship Id="rId119" Type="http://schemas.openxmlformats.org/officeDocument/2006/relationships/customXml" Target="../ink/ink328.xml"/><Relationship Id="rId44" Type="http://schemas.openxmlformats.org/officeDocument/2006/relationships/image" Target="../media/image303.png"/><Relationship Id="rId60" Type="http://schemas.openxmlformats.org/officeDocument/2006/relationships/image" Target="../media/image311.png"/><Relationship Id="rId65" Type="http://schemas.openxmlformats.org/officeDocument/2006/relationships/customXml" Target="../ink/ink301.xml"/><Relationship Id="rId81" Type="http://schemas.openxmlformats.org/officeDocument/2006/relationships/customXml" Target="../ink/ink309.xml"/><Relationship Id="rId86" Type="http://schemas.openxmlformats.org/officeDocument/2006/relationships/image" Target="../media/image324.png"/><Relationship Id="rId130" Type="http://schemas.openxmlformats.org/officeDocument/2006/relationships/image" Target="../media/image346.png"/><Relationship Id="rId135" Type="http://schemas.openxmlformats.org/officeDocument/2006/relationships/customXml" Target="../ink/ink336.xml"/><Relationship Id="rId151" Type="http://schemas.openxmlformats.org/officeDocument/2006/relationships/customXml" Target="../ink/ink344.xml"/><Relationship Id="rId156" Type="http://schemas.openxmlformats.org/officeDocument/2006/relationships/image" Target="../media/image359.png"/><Relationship Id="rId13" Type="http://schemas.openxmlformats.org/officeDocument/2006/relationships/customXml" Target="../ink/ink275.xml"/><Relationship Id="rId18" Type="http://schemas.openxmlformats.org/officeDocument/2006/relationships/image" Target="../media/image290.png"/><Relationship Id="rId39" Type="http://schemas.openxmlformats.org/officeDocument/2006/relationships/customXml" Target="../ink/ink288.xml"/><Relationship Id="rId109" Type="http://schemas.openxmlformats.org/officeDocument/2006/relationships/customXml" Target="../ink/ink323.xml"/><Relationship Id="rId34" Type="http://schemas.openxmlformats.org/officeDocument/2006/relationships/image" Target="../media/image298.png"/><Relationship Id="rId50" Type="http://schemas.openxmlformats.org/officeDocument/2006/relationships/image" Target="../media/image306.png"/><Relationship Id="rId55" Type="http://schemas.openxmlformats.org/officeDocument/2006/relationships/customXml" Target="../ink/ink296.xml"/><Relationship Id="rId76" Type="http://schemas.openxmlformats.org/officeDocument/2006/relationships/image" Target="../media/image319.png"/><Relationship Id="rId97" Type="http://schemas.openxmlformats.org/officeDocument/2006/relationships/customXml" Target="../ink/ink317.xml"/><Relationship Id="rId104" Type="http://schemas.openxmlformats.org/officeDocument/2006/relationships/image" Target="../media/image333.png"/><Relationship Id="rId120" Type="http://schemas.openxmlformats.org/officeDocument/2006/relationships/image" Target="../media/image341.png"/><Relationship Id="rId125" Type="http://schemas.openxmlformats.org/officeDocument/2006/relationships/customXml" Target="../ink/ink331.xml"/><Relationship Id="rId141" Type="http://schemas.openxmlformats.org/officeDocument/2006/relationships/customXml" Target="../ink/ink339.xml"/><Relationship Id="rId146" Type="http://schemas.openxmlformats.org/officeDocument/2006/relationships/image" Target="../media/image354.png"/><Relationship Id="rId167" Type="http://schemas.openxmlformats.org/officeDocument/2006/relationships/customXml" Target="../ink/ink352.xml"/><Relationship Id="rId7" Type="http://schemas.openxmlformats.org/officeDocument/2006/relationships/customXml" Target="../ink/ink272.xml"/><Relationship Id="rId71" Type="http://schemas.openxmlformats.org/officeDocument/2006/relationships/customXml" Target="../ink/ink304.xml"/><Relationship Id="rId92" Type="http://schemas.openxmlformats.org/officeDocument/2006/relationships/image" Target="../media/image327.png"/><Relationship Id="rId162" Type="http://schemas.openxmlformats.org/officeDocument/2006/relationships/image" Target="../media/image362.png"/><Relationship Id="rId2" Type="http://schemas.openxmlformats.org/officeDocument/2006/relationships/image" Target="../media/image282.jpg"/><Relationship Id="rId29" Type="http://schemas.openxmlformats.org/officeDocument/2006/relationships/customXml" Target="../ink/ink283.xml"/><Relationship Id="rId24" Type="http://schemas.openxmlformats.org/officeDocument/2006/relationships/image" Target="../media/image293.png"/><Relationship Id="rId40" Type="http://schemas.openxmlformats.org/officeDocument/2006/relationships/image" Target="../media/image301.png"/><Relationship Id="rId45" Type="http://schemas.openxmlformats.org/officeDocument/2006/relationships/customXml" Target="../ink/ink291.xml"/><Relationship Id="rId66" Type="http://schemas.openxmlformats.org/officeDocument/2006/relationships/image" Target="../media/image314.png"/><Relationship Id="rId87" Type="http://schemas.openxmlformats.org/officeDocument/2006/relationships/customXml" Target="../ink/ink312.xml"/><Relationship Id="rId110" Type="http://schemas.openxmlformats.org/officeDocument/2006/relationships/image" Target="../media/image336.png"/><Relationship Id="rId115" Type="http://schemas.openxmlformats.org/officeDocument/2006/relationships/customXml" Target="../ink/ink326.xml"/><Relationship Id="rId131" Type="http://schemas.openxmlformats.org/officeDocument/2006/relationships/customXml" Target="../ink/ink334.xml"/><Relationship Id="rId136" Type="http://schemas.openxmlformats.org/officeDocument/2006/relationships/image" Target="../media/image349.png"/><Relationship Id="rId157" Type="http://schemas.openxmlformats.org/officeDocument/2006/relationships/customXml" Target="../ink/ink347.xml"/><Relationship Id="rId61" Type="http://schemas.openxmlformats.org/officeDocument/2006/relationships/customXml" Target="../ink/ink299.xml"/><Relationship Id="rId82" Type="http://schemas.openxmlformats.org/officeDocument/2006/relationships/image" Target="../media/image322.png"/><Relationship Id="rId152" Type="http://schemas.openxmlformats.org/officeDocument/2006/relationships/image" Target="../media/image357.png"/><Relationship Id="rId19" Type="http://schemas.openxmlformats.org/officeDocument/2006/relationships/customXml" Target="../ink/ink278.xml"/><Relationship Id="rId14" Type="http://schemas.openxmlformats.org/officeDocument/2006/relationships/image" Target="../media/image288.png"/><Relationship Id="rId30" Type="http://schemas.openxmlformats.org/officeDocument/2006/relationships/image" Target="../media/image296.png"/><Relationship Id="rId35" Type="http://schemas.openxmlformats.org/officeDocument/2006/relationships/customXml" Target="../ink/ink286.xml"/><Relationship Id="rId56" Type="http://schemas.openxmlformats.org/officeDocument/2006/relationships/image" Target="../media/image309.png"/><Relationship Id="rId77" Type="http://schemas.openxmlformats.org/officeDocument/2006/relationships/customXml" Target="../ink/ink307.xml"/><Relationship Id="rId100" Type="http://schemas.openxmlformats.org/officeDocument/2006/relationships/image" Target="../media/image331.png"/><Relationship Id="rId105" Type="http://schemas.openxmlformats.org/officeDocument/2006/relationships/customXml" Target="../ink/ink321.xml"/><Relationship Id="rId126" Type="http://schemas.openxmlformats.org/officeDocument/2006/relationships/image" Target="../media/image344.png"/><Relationship Id="rId147" Type="http://schemas.openxmlformats.org/officeDocument/2006/relationships/customXml" Target="../ink/ink342.xml"/><Relationship Id="rId168" Type="http://schemas.openxmlformats.org/officeDocument/2006/relationships/image" Target="../media/image365.png"/><Relationship Id="rId8" Type="http://schemas.openxmlformats.org/officeDocument/2006/relationships/image" Target="../media/image285.png"/><Relationship Id="rId51" Type="http://schemas.openxmlformats.org/officeDocument/2006/relationships/customXml" Target="../ink/ink294.xml"/><Relationship Id="rId72" Type="http://schemas.openxmlformats.org/officeDocument/2006/relationships/image" Target="../media/image317.png"/><Relationship Id="rId93" Type="http://schemas.openxmlformats.org/officeDocument/2006/relationships/customXml" Target="../ink/ink315.xml"/><Relationship Id="rId98" Type="http://schemas.openxmlformats.org/officeDocument/2006/relationships/image" Target="../media/image330.png"/><Relationship Id="rId121" Type="http://schemas.openxmlformats.org/officeDocument/2006/relationships/customXml" Target="../ink/ink329.xml"/><Relationship Id="rId142" Type="http://schemas.openxmlformats.org/officeDocument/2006/relationships/image" Target="../media/image352.png"/><Relationship Id="rId163" Type="http://schemas.openxmlformats.org/officeDocument/2006/relationships/customXml" Target="../ink/ink350.xml"/><Relationship Id="rId3" Type="http://schemas.openxmlformats.org/officeDocument/2006/relationships/customXml" Target="../ink/ink270.xml"/><Relationship Id="rId25" Type="http://schemas.openxmlformats.org/officeDocument/2006/relationships/customXml" Target="../ink/ink281.xml"/><Relationship Id="rId46" Type="http://schemas.openxmlformats.org/officeDocument/2006/relationships/image" Target="../media/image304.png"/><Relationship Id="rId67" Type="http://schemas.openxmlformats.org/officeDocument/2006/relationships/customXml" Target="../ink/ink302.xml"/><Relationship Id="rId116" Type="http://schemas.openxmlformats.org/officeDocument/2006/relationships/image" Target="../media/image339.png"/><Relationship Id="rId137" Type="http://schemas.openxmlformats.org/officeDocument/2006/relationships/customXml" Target="../ink/ink337.xml"/><Relationship Id="rId158" Type="http://schemas.openxmlformats.org/officeDocument/2006/relationships/image" Target="../media/image360.png"/><Relationship Id="rId20" Type="http://schemas.openxmlformats.org/officeDocument/2006/relationships/image" Target="../media/image291.png"/><Relationship Id="rId41" Type="http://schemas.openxmlformats.org/officeDocument/2006/relationships/customXml" Target="../ink/ink289.xml"/><Relationship Id="rId62" Type="http://schemas.openxmlformats.org/officeDocument/2006/relationships/image" Target="../media/image312.png"/><Relationship Id="rId83" Type="http://schemas.openxmlformats.org/officeDocument/2006/relationships/customXml" Target="../ink/ink310.xml"/><Relationship Id="rId88" Type="http://schemas.openxmlformats.org/officeDocument/2006/relationships/image" Target="../media/image325.png"/><Relationship Id="rId111" Type="http://schemas.openxmlformats.org/officeDocument/2006/relationships/customXml" Target="../ink/ink324.xml"/><Relationship Id="rId132" Type="http://schemas.openxmlformats.org/officeDocument/2006/relationships/image" Target="../media/image347.png"/><Relationship Id="rId153" Type="http://schemas.openxmlformats.org/officeDocument/2006/relationships/customXml" Target="../ink/ink345.xml"/><Relationship Id="rId15" Type="http://schemas.openxmlformats.org/officeDocument/2006/relationships/customXml" Target="../ink/ink276.xml"/><Relationship Id="rId36" Type="http://schemas.openxmlformats.org/officeDocument/2006/relationships/image" Target="../media/image299.png"/><Relationship Id="rId57" Type="http://schemas.openxmlformats.org/officeDocument/2006/relationships/customXml" Target="../ink/ink297.xml"/><Relationship Id="rId106" Type="http://schemas.openxmlformats.org/officeDocument/2006/relationships/image" Target="../media/image334.png"/><Relationship Id="rId127" Type="http://schemas.openxmlformats.org/officeDocument/2006/relationships/customXml" Target="../ink/ink332.xml"/><Relationship Id="rId10" Type="http://schemas.openxmlformats.org/officeDocument/2006/relationships/image" Target="../media/image286.png"/><Relationship Id="rId31" Type="http://schemas.openxmlformats.org/officeDocument/2006/relationships/customXml" Target="../ink/ink284.xml"/><Relationship Id="rId52" Type="http://schemas.openxmlformats.org/officeDocument/2006/relationships/image" Target="../media/image307.png"/><Relationship Id="rId73" Type="http://schemas.openxmlformats.org/officeDocument/2006/relationships/customXml" Target="../ink/ink305.xml"/><Relationship Id="rId78" Type="http://schemas.openxmlformats.org/officeDocument/2006/relationships/image" Target="../media/image320.png"/><Relationship Id="rId94" Type="http://schemas.openxmlformats.org/officeDocument/2006/relationships/image" Target="../media/image328.png"/><Relationship Id="rId99" Type="http://schemas.openxmlformats.org/officeDocument/2006/relationships/customXml" Target="../ink/ink318.xml"/><Relationship Id="rId101" Type="http://schemas.openxmlformats.org/officeDocument/2006/relationships/customXml" Target="../ink/ink319.xml"/><Relationship Id="rId122" Type="http://schemas.openxmlformats.org/officeDocument/2006/relationships/image" Target="../media/image342.png"/><Relationship Id="rId143" Type="http://schemas.openxmlformats.org/officeDocument/2006/relationships/customXml" Target="../ink/ink340.xml"/><Relationship Id="rId148" Type="http://schemas.openxmlformats.org/officeDocument/2006/relationships/image" Target="../media/image355.png"/><Relationship Id="rId164" Type="http://schemas.openxmlformats.org/officeDocument/2006/relationships/image" Target="../media/image363.png"/><Relationship Id="rId4" Type="http://schemas.openxmlformats.org/officeDocument/2006/relationships/image" Target="../media/image283.png"/><Relationship Id="rId9" Type="http://schemas.openxmlformats.org/officeDocument/2006/relationships/customXml" Target="../ink/ink273.xml"/><Relationship Id="rId26" Type="http://schemas.openxmlformats.org/officeDocument/2006/relationships/image" Target="../media/image294.png"/><Relationship Id="rId47" Type="http://schemas.openxmlformats.org/officeDocument/2006/relationships/customXml" Target="../ink/ink292.xml"/><Relationship Id="rId68" Type="http://schemas.openxmlformats.org/officeDocument/2006/relationships/image" Target="../media/image315.png"/><Relationship Id="rId89" Type="http://schemas.openxmlformats.org/officeDocument/2006/relationships/customXml" Target="../ink/ink313.xml"/><Relationship Id="rId112" Type="http://schemas.openxmlformats.org/officeDocument/2006/relationships/image" Target="../media/image337.png"/><Relationship Id="rId133" Type="http://schemas.openxmlformats.org/officeDocument/2006/relationships/customXml" Target="../ink/ink335.xml"/><Relationship Id="rId154" Type="http://schemas.openxmlformats.org/officeDocument/2006/relationships/image" Target="../media/image358.png"/><Relationship Id="rId16" Type="http://schemas.openxmlformats.org/officeDocument/2006/relationships/image" Target="../media/image289.png"/><Relationship Id="rId37" Type="http://schemas.openxmlformats.org/officeDocument/2006/relationships/customXml" Target="../ink/ink287.xml"/><Relationship Id="rId58" Type="http://schemas.openxmlformats.org/officeDocument/2006/relationships/image" Target="../media/image310.png"/><Relationship Id="rId79" Type="http://schemas.openxmlformats.org/officeDocument/2006/relationships/customXml" Target="../ink/ink308.xml"/><Relationship Id="rId102" Type="http://schemas.openxmlformats.org/officeDocument/2006/relationships/image" Target="../media/image332.png"/><Relationship Id="rId123" Type="http://schemas.openxmlformats.org/officeDocument/2006/relationships/customXml" Target="../ink/ink330.xml"/><Relationship Id="rId144" Type="http://schemas.openxmlformats.org/officeDocument/2006/relationships/image" Target="../media/image353.png"/><Relationship Id="rId90" Type="http://schemas.openxmlformats.org/officeDocument/2006/relationships/image" Target="../media/image326.png"/><Relationship Id="rId165" Type="http://schemas.openxmlformats.org/officeDocument/2006/relationships/customXml" Target="../ink/ink351.xml"/><Relationship Id="rId27" Type="http://schemas.openxmlformats.org/officeDocument/2006/relationships/customXml" Target="../ink/ink282.xml"/><Relationship Id="rId48" Type="http://schemas.openxmlformats.org/officeDocument/2006/relationships/image" Target="../media/image305.png"/><Relationship Id="rId69" Type="http://schemas.openxmlformats.org/officeDocument/2006/relationships/customXml" Target="../ink/ink303.xml"/><Relationship Id="rId113" Type="http://schemas.openxmlformats.org/officeDocument/2006/relationships/customXml" Target="../ink/ink325.xml"/><Relationship Id="rId134" Type="http://schemas.openxmlformats.org/officeDocument/2006/relationships/image" Target="../media/image348.png"/><Relationship Id="rId80" Type="http://schemas.openxmlformats.org/officeDocument/2006/relationships/image" Target="../media/image321.png"/><Relationship Id="rId155" Type="http://schemas.openxmlformats.org/officeDocument/2006/relationships/customXml" Target="../ink/ink346.xml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78.png"/><Relationship Id="rId21" Type="http://schemas.openxmlformats.org/officeDocument/2006/relationships/customXml" Target="../ink/ink362.xml"/><Relationship Id="rId34" Type="http://schemas.openxmlformats.org/officeDocument/2006/relationships/image" Target="../media/image382.png"/><Relationship Id="rId42" Type="http://schemas.openxmlformats.org/officeDocument/2006/relationships/image" Target="../media/image386.png"/><Relationship Id="rId47" Type="http://schemas.openxmlformats.org/officeDocument/2006/relationships/customXml" Target="../ink/ink375.xml"/><Relationship Id="rId50" Type="http://schemas.openxmlformats.org/officeDocument/2006/relationships/image" Target="../media/image390.png"/><Relationship Id="rId55" Type="http://schemas.openxmlformats.org/officeDocument/2006/relationships/customXml" Target="../ink/ink379.xml"/><Relationship Id="rId63" Type="http://schemas.openxmlformats.org/officeDocument/2006/relationships/customXml" Target="../ink/ink383.xml"/><Relationship Id="rId68" Type="http://schemas.openxmlformats.org/officeDocument/2006/relationships/image" Target="../media/image399.png"/><Relationship Id="rId7" Type="http://schemas.openxmlformats.org/officeDocument/2006/relationships/customXml" Target="../ink/ink355.xml"/><Relationship Id="rId2" Type="http://schemas.openxmlformats.org/officeDocument/2006/relationships/image" Target="../media/image366.jpg"/><Relationship Id="rId16" Type="http://schemas.openxmlformats.org/officeDocument/2006/relationships/image" Target="../media/image373.png"/><Relationship Id="rId29" Type="http://schemas.openxmlformats.org/officeDocument/2006/relationships/customXml" Target="../ink/ink366.xml"/><Relationship Id="rId11" Type="http://schemas.openxmlformats.org/officeDocument/2006/relationships/customXml" Target="../ink/ink357.xml"/><Relationship Id="rId24" Type="http://schemas.openxmlformats.org/officeDocument/2006/relationships/image" Target="../media/image377.png"/><Relationship Id="rId32" Type="http://schemas.openxmlformats.org/officeDocument/2006/relationships/image" Target="../media/image381.png"/><Relationship Id="rId37" Type="http://schemas.openxmlformats.org/officeDocument/2006/relationships/customXml" Target="../ink/ink370.xml"/><Relationship Id="rId40" Type="http://schemas.openxmlformats.org/officeDocument/2006/relationships/image" Target="../media/image385.png"/><Relationship Id="rId45" Type="http://schemas.openxmlformats.org/officeDocument/2006/relationships/customXml" Target="../ink/ink374.xml"/><Relationship Id="rId53" Type="http://schemas.openxmlformats.org/officeDocument/2006/relationships/customXml" Target="../ink/ink378.xml"/><Relationship Id="rId58" Type="http://schemas.openxmlformats.org/officeDocument/2006/relationships/image" Target="../media/image394.png"/><Relationship Id="rId66" Type="http://schemas.openxmlformats.org/officeDocument/2006/relationships/image" Target="../media/image398.png"/><Relationship Id="rId5" Type="http://schemas.openxmlformats.org/officeDocument/2006/relationships/customXml" Target="../ink/ink354.xml"/><Relationship Id="rId61" Type="http://schemas.openxmlformats.org/officeDocument/2006/relationships/customXml" Target="../ink/ink382.xml"/><Relationship Id="rId19" Type="http://schemas.openxmlformats.org/officeDocument/2006/relationships/customXml" Target="../ink/ink361.xml"/><Relationship Id="rId14" Type="http://schemas.openxmlformats.org/officeDocument/2006/relationships/image" Target="../media/image372.png"/><Relationship Id="rId22" Type="http://schemas.openxmlformats.org/officeDocument/2006/relationships/image" Target="../media/image376.png"/><Relationship Id="rId27" Type="http://schemas.openxmlformats.org/officeDocument/2006/relationships/customXml" Target="../ink/ink365.xml"/><Relationship Id="rId30" Type="http://schemas.openxmlformats.org/officeDocument/2006/relationships/image" Target="../media/image380.png"/><Relationship Id="rId35" Type="http://schemas.openxmlformats.org/officeDocument/2006/relationships/customXml" Target="../ink/ink369.xml"/><Relationship Id="rId43" Type="http://schemas.openxmlformats.org/officeDocument/2006/relationships/customXml" Target="../ink/ink373.xml"/><Relationship Id="rId48" Type="http://schemas.openxmlformats.org/officeDocument/2006/relationships/image" Target="../media/image389.png"/><Relationship Id="rId56" Type="http://schemas.openxmlformats.org/officeDocument/2006/relationships/image" Target="../media/image393.png"/><Relationship Id="rId64" Type="http://schemas.openxmlformats.org/officeDocument/2006/relationships/image" Target="../media/image397.png"/><Relationship Id="rId8" Type="http://schemas.openxmlformats.org/officeDocument/2006/relationships/image" Target="../media/image369.png"/><Relationship Id="rId51" Type="http://schemas.openxmlformats.org/officeDocument/2006/relationships/customXml" Target="../ink/ink377.xml"/><Relationship Id="rId3" Type="http://schemas.openxmlformats.org/officeDocument/2006/relationships/customXml" Target="../ink/ink353.xml"/><Relationship Id="rId12" Type="http://schemas.openxmlformats.org/officeDocument/2006/relationships/image" Target="../media/image371.png"/><Relationship Id="rId17" Type="http://schemas.openxmlformats.org/officeDocument/2006/relationships/customXml" Target="../ink/ink360.xml"/><Relationship Id="rId25" Type="http://schemas.openxmlformats.org/officeDocument/2006/relationships/customXml" Target="../ink/ink364.xml"/><Relationship Id="rId33" Type="http://schemas.openxmlformats.org/officeDocument/2006/relationships/customXml" Target="../ink/ink368.xml"/><Relationship Id="rId38" Type="http://schemas.openxmlformats.org/officeDocument/2006/relationships/image" Target="../media/image384.png"/><Relationship Id="rId46" Type="http://schemas.openxmlformats.org/officeDocument/2006/relationships/image" Target="../media/image388.png"/><Relationship Id="rId59" Type="http://schemas.openxmlformats.org/officeDocument/2006/relationships/customXml" Target="../ink/ink381.xml"/><Relationship Id="rId67" Type="http://schemas.openxmlformats.org/officeDocument/2006/relationships/customXml" Target="../ink/ink385.xml"/><Relationship Id="rId20" Type="http://schemas.openxmlformats.org/officeDocument/2006/relationships/image" Target="../media/image375.png"/><Relationship Id="rId41" Type="http://schemas.openxmlformats.org/officeDocument/2006/relationships/customXml" Target="../ink/ink372.xml"/><Relationship Id="rId54" Type="http://schemas.openxmlformats.org/officeDocument/2006/relationships/image" Target="../media/image392.png"/><Relationship Id="rId62" Type="http://schemas.openxmlformats.org/officeDocument/2006/relationships/image" Target="../media/image3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8.png"/><Relationship Id="rId15" Type="http://schemas.openxmlformats.org/officeDocument/2006/relationships/customXml" Target="../ink/ink359.xml"/><Relationship Id="rId23" Type="http://schemas.openxmlformats.org/officeDocument/2006/relationships/customXml" Target="../ink/ink363.xml"/><Relationship Id="rId28" Type="http://schemas.openxmlformats.org/officeDocument/2006/relationships/image" Target="../media/image379.png"/><Relationship Id="rId36" Type="http://schemas.openxmlformats.org/officeDocument/2006/relationships/image" Target="../media/image383.png"/><Relationship Id="rId49" Type="http://schemas.openxmlformats.org/officeDocument/2006/relationships/customXml" Target="../ink/ink376.xml"/><Relationship Id="rId57" Type="http://schemas.openxmlformats.org/officeDocument/2006/relationships/customXml" Target="../ink/ink380.xml"/><Relationship Id="rId10" Type="http://schemas.openxmlformats.org/officeDocument/2006/relationships/image" Target="../media/image370.png"/><Relationship Id="rId31" Type="http://schemas.openxmlformats.org/officeDocument/2006/relationships/customXml" Target="../ink/ink367.xml"/><Relationship Id="rId44" Type="http://schemas.openxmlformats.org/officeDocument/2006/relationships/image" Target="../media/image387.png"/><Relationship Id="rId52" Type="http://schemas.openxmlformats.org/officeDocument/2006/relationships/image" Target="../media/image391.png"/><Relationship Id="rId60" Type="http://schemas.openxmlformats.org/officeDocument/2006/relationships/image" Target="../media/image395.png"/><Relationship Id="rId65" Type="http://schemas.openxmlformats.org/officeDocument/2006/relationships/customXml" Target="../ink/ink384.xml"/><Relationship Id="rId4" Type="http://schemas.openxmlformats.org/officeDocument/2006/relationships/image" Target="../media/image367.png"/><Relationship Id="rId9" Type="http://schemas.openxmlformats.org/officeDocument/2006/relationships/customXml" Target="../ink/ink356.xml"/><Relationship Id="rId13" Type="http://schemas.openxmlformats.org/officeDocument/2006/relationships/customXml" Target="../ink/ink358.xml"/><Relationship Id="rId18" Type="http://schemas.openxmlformats.org/officeDocument/2006/relationships/image" Target="../media/image374.png"/><Relationship Id="rId39" Type="http://schemas.openxmlformats.org/officeDocument/2006/relationships/customXml" Target="../ink/ink37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3.png"/><Relationship Id="rId3" Type="http://schemas.openxmlformats.org/officeDocument/2006/relationships/customXml" Target="../ink/ink386.xml"/><Relationship Id="rId7" Type="http://schemas.openxmlformats.org/officeDocument/2006/relationships/customXml" Target="../ink/ink388.xml"/><Relationship Id="rId2" Type="http://schemas.openxmlformats.org/officeDocument/2006/relationships/image" Target="../media/image40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2.png"/><Relationship Id="rId5" Type="http://schemas.openxmlformats.org/officeDocument/2006/relationships/customXml" Target="../ink/ink387.xml"/><Relationship Id="rId4" Type="http://schemas.openxmlformats.org/officeDocument/2006/relationships/image" Target="../media/image40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6.png"/><Relationship Id="rId13" Type="http://schemas.openxmlformats.org/officeDocument/2006/relationships/customXml" Target="../ink/ink394.xml"/><Relationship Id="rId18" Type="http://schemas.openxmlformats.org/officeDocument/2006/relationships/image" Target="../media/image411.png"/><Relationship Id="rId26" Type="http://schemas.openxmlformats.org/officeDocument/2006/relationships/image" Target="../media/image415.png"/><Relationship Id="rId3" Type="http://schemas.openxmlformats.org/officeDocument/2006/relationships/customXml" Target="../ink/ink389.xml"/><Relationship Id="rId21" Type="http://schemas.openxmlformats.org/officeDocument/2006/relationships/customXml" Target="../ink/ink398.xml"/><Relationship Id="rId7" Type="http://schemas.openxmlformats.org/officeDocument/2006/relationships/customXml" Target="../ink/ink391.xml"/><Relationship Id="rId12" Type="http://schemas.openxmlformats.org/officeDocument/2006/relationships/image" Target="../media/image408.png"/><Relationship Id="rId17" Type="http://schemas.openxmlformats.org/officeDocument/2006/relationships/customXml" Target="../ink/ink396.xml"/><Relationship Id="rId25" Type="http://schemas.openxmlformats.org/officeDocument/2006/relationships/customXml" Target="../ink/ink400.xml"/><Relationship Id="rId2" Type="http://schemas.openxmlformats.org/officeDocument/2006/relationships/image" Target="../media/image400.jpg"/><Relationship Id="rId16" Type="http://schemas.openxmlformats.org/officeDocument/2006/relationships/image" Target="../media/image410.png"/><Relationship Id="rId20" Type="http://schemas.openxmlformats.org/officeDocument/2006/relationships/image" Target="../media/image412.png"/><Relationship Id="rId29" Type="http://schemas.openxmlformats.org/officeDocument/2006/relationships/customXml" Target="../ink/ink40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5.png"/><Relationship Id="rId11" Type="http://schemas.openxmlformats.org/officeDocument/2006/relationships/customXml" Target="../ink/ink393.xml"/><Relationship Id="rId24" Type="http://schemas.openxmlformats.org/officeDocument/2006/relationships/image" Target="../media/image414.png"/><Relationship Id="rId5" Type="http://schemas.openxmlformats.org/officeDocument/2006/relationships/customXml" Target="../ink/ink390.xml"/><Relationship Id="rId15" Type="http://schemas.openxmlformats.org/officeDocument/2006/relationships/customXml" Target="../ink/ink395.xml"/><Relationship Id="rId23" Type="http://schemas.openxmlformats.org/officeDocument/2006/relationships/customXml" Target="../ink/ink399.xml"/><Relationship Id="rId28" Type="http://schemas.openxmlformats.org/officeDocument/2006/relationships/image" Target="../media/image416.png"/><Relationship Id="rId10" Type="http://schemas.openxmlformats.org/officeDocument/2006/relationships/image" Target="../media/image407.png"/><Relationship Id="rId19" Type="http://schemas.openxmlformats.org/officeDocument/2006/relationships/customXml" Target="../ink/ink397.xml"/><Relationship Id="rId4" Type="http://schemas.openxmlformats.org/officeDocument/2006/relationships/image" Target="../media/image404.png"/><Relationship Id="rId9" Type="http://schemas.openxmlformats.org/officeDocument/2006/relationships/customXml" Target="../ink/ink392.xml"/><Relationship Id="rId14" Type="http://schemas.openxmlformats.org/officeDocument/2006/relationships/image" Target="../media/image409.png"/><Relationship Id="rId22" Type="http://schemas.openxmlformats.org/officeDocument/2006/relationships/image" Target="../media/image413.png"/><Relationship Id="rId27" Type="http://schemas.openxmlformats.org/officeDocument/2006/relationships/customXml" Target="../ink/ink401.xml"/><Relationship Id="rId30" Type="http://schemas.openxmlformats.org/officeDocument/2006/relationships/image" Target="../media/image417.png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60.xml"/><Relationship Id="rId21" Type="http://schemas.openxmlformats.org/officeDocument/2006/relationships/customXml" Target="../ink/ink412.xml"/><Relationship Id="rId42" Type="http://schemas.openxmlformats.org/officeDocument/2006/relationships/image" Target="../media/image438.png"/><Relationship Id="rId63" Type="http://schemas.openxmlformats.org/officeDocument/2006/relationships/customXml" Target="../ink/ink433.xml"/><Relationship Id="rId84" Type="http://schemas.openxmlformats.org/officeDocument/2006/relationships/image" Target="../media/image459.png"/><Relationship Id="rId138" Type="http://schemas.openxmlformats.org/officeDocument/2006/relationships/image" Target="../media/image486.png"/><Relationship Id="rId159" Type="http://schemas.openxmlformats.org/officeDocument/2006/relationships/customXml" Target="../ink/ink481.xml"/><Relationship Id="rId107" Type="http://schemas.openxmlformats.org/officeDocument/2006/relationships/customXml" Target="../ink/ink455.xml"/><Relationship Id="rId11" Type="http://schemas.openxmlformats.org/officeDocument/2006/relationships/customXml" Target="../ink/ink407.xml"/><Relationship Id="rId32" Type="http://schemas.openxmlformats.org/officeDocument/2006/relationships/image" Target="../media/image433.png"/><Relationship Id="rId53" Type="http://schemas.openxmlformats.org/officeDocument/2006/relationships/customXml" Target="../ink/ink428.xml"/><Relationship Id="rId74" Type="http://schemas.openxmlformats.org/officeDocument/2006/relationships/image" Target="../media/image454.png"/><Relationship Id="rId128" Type="http://schemas.openxmlformats.org/officeDocument/2006/relationships/image" Target="../media/image481.png"/><Relationship Id="rId149" Type="http://schemas.openxmlformats.org/officeDocument/2006/relationships/customXml" Target="../ink/ink476.xml"/><Relationship Id="rId5" Type="http://schemas.openxmlformats.org/officeDocument/2006/relationships/customXml" Target="../ink/ink404.xml"/><Relationship Id="rId95" Type="http://schemas.openxmlformats.org/officeDocument/2006/relationships/customXml" Target="../ink/ink449.xml"/><Relationship Id="rId160" Type="http://schemas.openxmlformats.org/officeDocument/2006/relationships/image" Target="../media/image497.png"/><Relationship Id="rId22" Type="http://schemas.openxmlformats.org/officeDocument/2006/relationships/image" Target="../media/image428.png"/><Relationship Id="rId43" Type="http://schemas.openxmlformats.org/officeDocument/2006/relationships/customXml" Target="../ink/ink423.xml"/><Relationship Id="rId64" Type="http://schemas.openxmlformats.org/officeDocument/2006/relationships/image" Target="../media/image449.png"/><Relationship Id="rId118" Type="http://schemas.openxmlformats.org/officeDocument/2006/relationships/image" Target="../media/image476.png"/><Relationship Id="rId139" Type="http://schemas.openxmlformats.org/officeDocument/2006/relationships/customXml" Target="../ink/ink471.xml"/><Relationship Id="rId85" Type="http://schemas.openxmlformats.org/officeDocument/2006/relationships/customXml" Target="../ink/ink444.xml"/><Relationship Id="rId150" Type="http://schemas.openxmlformats.org/officeDocument/2006/relationships/image" Target="../media/image492.png"/><Relationship Id="rId12" Type="http://schemas.openxmlformats.org/officeDocument/2006/relationships/image" Target="../media/image423.png"/><Relationship Id="rId17" Type="http://schemas.openxmlformats.org/officeDocument/2006/relationships/customXml" Target="../ink/ink410.xml"/><Relationship Id="rId33" Type="http://schemas.openxmlformats.org/officeDocument/2006/relationships/customXml" Target="../ink/ink418.xml"/><Relationship Id="rId38" Type="http://schemas.openxmlformats.org/officeDocument/2006/relationships/image" Target="../media/image436.png"/><Relationship Id="rId59" Type="http://schemas.openxmlformats.org/officeDocument/2006/relationships/customXml" Target="../ink/ink431.xml"/><Relationship Id="rId103" Type="http://schemas.openxmlformats.org/officeDocument/2006/relationships/customXml" Target="../ink/ink453.xml"/><Relationship Id="rId108" Type="http://schemas.openxmlformats.org/officeDocument/2006/relationships/image" Target="../media/image471.png"/><Relationship Id="rId124" Type="http://schemas.openxmlformats.org/officeDocument/2006/relationships/image" Target="../media/image479.png"/><Relationship Id="rId129" Type="http://schemas.openxmlformats.org/officeDocument/2006/relationships/customXml" Target="../ink/ink466.xml"/><Relationship Id="rId54" Type="http://schemas.openxmlformats.org/officeDocument/2006/relationships/image" Target="../media/image444.png"/><Relationship Id="rId70" Type="http://schemas.openxmlformats.org/officeDocument/2006/relationships/image" Target="../media/image452.png"/><Relationship Id="rId75" Type="http://schemas.openxmlformats.org/officeDocument/2006/relationships/customXml" Target="../ink/ink439.xml"/><Relationship Id="rId91" Type="http://schemas.openxmlformats.org/officeDocument/2006/relationships/customXml" Target="../ink/ink447.xml"/><Relationship Id="rId96" Type="http://schemas.openxmlformats.org/officeDocument/2006/relationships/image" Target="../media/image465.png"/><Relationship Id="rId140" Type="http://schemas.openxmlformats.org/officeDocument/2006/relationships/image" Target="../media/image487.png"/><Relationship Id="rId145" Type="http://schemas.openxmlformats.org/officeDocument/2006/relationships/customXml" Target="../ink/ink474.xml"/><Relationship Id="rId161" Type="http://schemas.openxmlformats.org/officeDocument/2006/relationships/customXml" Target="../ink/ink48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0.png"/><Relationship Id="rId23" Type="http://schemas.openxmlformats.org/officeDocument/2006/relationships/customXml" Target="../ink/ink413.xml"/><Relationship Id="rId28" Type="http://schemas.openxmlformats.org/officeDocument/2006/relationships/image" Target="../media/image431.png"/><Relationship Id="rId49" Type="http://schemas.openxmlformats.org/officeDocument/2006/relationships/customXml" Target="../ink/ink426.xml"/><Relationship Id="rId114" Type="http://schemas.openxmlformats.org/officeDocument/2006/relationships/image" Target="../media/image474.png"/><Relationship Id="rId119" Type="http://schemas.openxmlformats.org/officeDocument/2006/relationships/customXml" Target="../ink/ink461.xml"/><Relationship Id="rId44" Type="http://schemas.openxmlformats.org/officeDocument/2006/relationships/image" Target="../media/image439.png"/><Relationship Id="rId60" Type="http://schemas.openxmlformats.org/officeDocument/2006/relationships/image" Target="../media/image447.png"/><Relationship Id="rId65" Type="http://schemas.openxmlformats.org/officeDocument/2006/relationships/customXml" Target="../ink/ink434.xml"/><Relationship Id="rId81" Type="http://schemas.openxmlformats.org/officeDocument/2006/relationships/customXml" Target="../ink/ink442.xml"/><Relationship Id="rId86" Type="http://schemas.openxmlformats.org/officeDocument/2006/relationships/image" Target="../media/image460.png"/><Relationship Id="rId130" Type="http://schemas.openxmlformats.org/officeDocument/2006/relationships/image" Target="../media/image482.png"/><Relationship Id="rId135" Type="http://schemas.openxmlformats.org/officeDocument/2006/relationships/customXml" Target="../ink/ink469.xml"/><Relationship Id="rId151" Type="http://schemas.openxmlformats.org/officeDocument/2006/relationships/customXml" Target="../ink/ink477.xml"/><Relationship Id="rId156" Type="http://schemas.openxmlformats.org/officeDocument/2006/relationships/image" Target="../media/image495.png"/><Relationship Id="rId13" Type="http://schemas.openxmlformats.org/officeDocument/2006/relationships/customXml" Target="../ink/ink408.xml"/><Relationship Id="rId18" Type="http://schemas.openxmlformats.org/officeDocument/2006/relationships/image" Target="../media/image426.png"/><Relationship Id="rId39" Type="http://schemas.openxmlformats.org/officeDocument/2006/relationships/customXml" Target="../ink/ink421.xml"/><Relationship Id="rId109" Type="http://schemas.openxmlformats.org/officeDocument/2006/relationships/customXml" Target="../ink/ink456.xml"/><Relationship Id="rId34" Type="http://schemas.openxmlformats.org/officeDocument/2006/relationships/image" Target="../media/image434.png"/><Relationship Id="rId50" Type="http://schemas.openxmlformats.org/officeDocument/2006/relationships/image" Target="../media/image442.png"/><Relationship Id="rId55" Type="http://schemas.openxmlformats.org/officeDocument/2006/relationships/customXml" Target="../ink/ink429.xml"/><Relationship Id="rId76" Type="http://schemas.openxmlformats.org/officeDocument/2006/relationships/image" Target="../media/image455.png"/><Relationship Id="rId97" Type="http://schemas.openxmlformats.org/officeDocument/2006/relationships/customXml" Target="../ink/ink450.xml"/><Relationship Id="rId104" Type="http://schemas.openxmlformats.org/officeDocument/2006/relationships/image" Target="../media/image469.png"/><Relationship Id="rId120" Type="http://schemas.openxmlformats.org/officeDocument/2006/relationships/image" Target="../media/image477.png"/><Relationship Id="rId125" Type="http://schemas.openxmlformats.org/officeDocument/2006/relationships/customXml" Target="../ink/ink464.xml"/><Relationship Id="rId141" Type="http://schemas.openxmlformats.org/officeDocument/2006/relationships/customXml" Target="../ink/ink472.xml"/><Relationship Id="rId146" Type="http://schemas.openxmlformats.org/officeDocument/2006/relationships/image" Target="../media/image490.png"/><Relationship Id="rId7" Type="http://schemas.openxmlformats.org/officeDocument/2006/relationships/customXml" Target="../ink/ink405.xml"/><Relationship Id="rId71" Type="http://schemas.openxmlformats.org/officeDocument/2006/relationships/customXml" Target="../ink/ink437.xml"/><Relationship Id="rId92" Type="http://schemas.openxmlformats.org/officeDocument/2006/relationships/image" Target="../media/image463.png"/><Relationship Id="rId162" Type="http://schemas.openxmlformats.org/officeDocument/2006/relationships/image" Target="../media/image498.png"/><Relationship Id="rId2" Type="http://schemas.openxmlformats.org/officeDocument/2006/relationships/image" Target="../media/image418.jpg"/><Relationship Id="rId29" Type="http://schemas.openxmlformats.org/officeDocument/2006/relationships/customXml" Target="../ink/ink416.xml"/><Relationship Id="rId24" Type="http://schemas.openxmlformats.org/officeDocument/2006/relationships/image" Target="../media/image429.png"/><Relationship Id="rId40" Type="http://schemas.openxmlformats.org/officeDocument/2006/relationships/image" Target="../media/image437.png"/><Relationship Id="rId45" Type="http://schemas.openxmlformats.org/officeDocument/2006/relationships/customXml" Target="../ink/ink424.xml"/><Relationship Id="rId66" Type="http://schemas.openxmlformats.org/officeDocument/2006/relationships/image" Target="../media/image450.png"/><Relationship Id="rId87" Type="http://schemas.openxmlformats.org/officeDocument/2006/relationships/customXml" Target="../ink/ink445.xml"/><Relationship Id="rId110" Type="http://schemas.openxmlformats.org/officeDocument/2006/relationships/image" Target="../media/image472.png"/><Relationship Id="rId115" Type="http://schemas.openxmlformats.org/officeDocument/2006/relationships/customXml" Target="../ink/ink459.xml"/><Relationship Id="rId131" Type="http://schemas.openxmlformats.org/officeDocument/2006/relationships/customXml" Target="../ink/ink467.xml"/><Relationship Id="rId136" Type="http://schemas.openxmlformats.org/officeDocument/2006/relationships/image" Target="../media/image485.png"/><Relationship Id="rId157" Type="http://schemas.openxmlformats.org/officeDocument/2006/relationships/customXml" Target="../ink/ink480.xml"/><Relationship Id="rId61" Type="http://schemas.openxmlformats.org/officeDocument/2006/relationships/customXml" Target="../ink/ink432.xml"/><Relationship Id="rId82" Type="http://schemas.openxmlformats.org/officeDocument/2006/relationships/image" Target="../media/image458.png"/><Relationship Id="rId152" Type="http://schemas.openxmlformats.org/officeDocument/2006/relationships/image" Target="../media/image493.png"/><Relationship Id="rId19" Type="http://schemas.openxmlformats.org/officeDocument/2006/relationships/customXml" Target="../ink/ink411.xml"/><Relationship Id="rId14" Type="http://schemas.openxmlformats.org/officeDocument/2006/relationships/image" Target="../media/image424.png"/><Relationship Id="rId30" Type="http://schemas.openxmlformats.org/officeDocument/2006/relationships/image" Target="../media/image432.png"/><Relationship Id="rId35" Type="http://schemas.openxmlformats.org/officeDocument/2006/relationships/customXml" Target="../ink/ink419.xml"/><Relationship Id="rId56" Type="http://schemas.openxmlformats.org/officeDocument/2006/relationships/image" Target="../media/image445.png"/><Relationship Id="rId77" Type="http://schemas.openxmlformats.org/officeDocument/2006/relationships/customXml" Target="../ink/ink440.xml"/><Relationship Id="rId100" Type="http://schemas.openxmlformats.org/officeDocument/2006/relationships/image" Target="../media/image467.png"/><Relationship Id="rId105" Type="http://schemas.openxmlformats.org/officeDocument/2006/relationships/customXml" Target="../ink/ink454.xml"/><Relationship Id="rId126" Type="http://schemas.openxmlformats.org/officeDocument/2006/relationships/image" Target="../media/image480.png"/><Relationship Id="rId147" Type="http://schemas.openxmlformats.org/officeDocument/2006/relationships/customXml" Target="../ink/ink475.xml"/><Relationship Id="rId8" Type="http://schemas.openxmlformats.org/officeDocument/2006/relationships/image" Target="../media/image421.png"/><Relationship Id="rId51" Type="http://schemas.openxmlformats.org/officeDocument/2006/relationships/customXml" Target="../ink/ink427.xml"/><Relationship Id="rId72" Type="http://schemas.openxmlformats.org/officeDocument/2006/relationships/image" Target="../media/image453.png"/><Relationship Id="rId93" Type="http://schemas.openxmlformats.org/officeDocument/2006/relationships/customXml" Target="../ink/ink448.xml"/><Relationship Id="rId98" Type="http://schemas.openxmlformats.org/officeDocument/2006/relationships/image" Target="../media/image466.png"/><Relationship Id="rId121" Type="http://schemas.openxmlformats.org/officeDocument/2006/relationships/customXml" Target="../ink/ink462.xml"/><Relationship Id="rId142" Type="http://schemas.openxmlformats.org/officeDocument/2006/relationships/image" Target="../media/image488.png"/><Relationship Id="rId3" Type="http://schemas.openxmlformats.org/officeDocument/2006/relationships/customXml" Target="../ink/ink403.xml"/><Relationship Id="rId25" Type="http://schemas.openxmlformats.org/officeDocument/2006/relationships/customXml" Target="../ink/ink414.xml"/><Relationship Id="rId46" Type="http://schemas.openxmlformats.org/officeDocument/2006/relationships/image" Target="../media/image440.png"/><Relationship Id="rId67" Type="http://schemas.openxmlformats.org/officeDocument/2006/relationships/customXml" Target="../ink/ink435.xml"/><Relationship Id="rId116" Type="http://schemas.openxmlformats.org/officeDocument/2006/relationships/image" Target="../media/image475.png"/><Relationship Id="rId137" Type="http://schemas.openxmlformats.org/officeDocument/2006/relationships/customXml" Target="../ink/ink470.xml"/><Relationship Id="rId158" Type="http://schemas.openxmlformats.org/officeDocument/2006/relationships/image" Target="../media/image496.png"/><Relationship Id="rId20" Type="http://schemas.openxmlformats.org/officeDocument/2006/relationships/image" Target="../media/image427.png"/><Relationship Id="rId41" Type="http://schemas.openxmlformats.org/officeDocument/2006/relationships/customXml" Target="../ink/ink422.xml"/><Relationship Id="rId62" Type="http://schemas.openxmlformats.org/officeDocument/2006/relationships/image" Target="../media/image448.png"/><Relationship Id="rId83" Type="http://schemas.openxmlformats.org/officeDocument/2006/relationships/customXml" Target="../ink/ink443.xml"/><Relationship Id="rId88" Type="http://schemas.openxmlformats.org/officeDocument/2006/relationships/image" Target="../media/image461.png"/><Relationship Id="rId111" Type="http://schemas.openxmlformats.org/officeDocument/2006/relationships/customXml" Target="../ink/ink457.xml"/><Relationship Id="rId132" Type="http://schemas.openxmlformats.org/officeDocument/2006/relationships/image" Target="../media/image483.png"/><Relationship Id="rId153" Type="http://schemas.openxmlformats.org/officeDocument/2006/relationships/customXml" Target="../ink/ink478.xml"/><Relationship Id="rId15" Type="http://schemas.openxmlformats.org/officeDocument/2006/relationships/customXml" Target="../ink/ink409.xml"/><Relationship Id="rId36" Type="http://schemas.openxmlformats.org/officeDocument/2006/relationships/image" Target="../media/image435.png"/><Relationship Id="rId57" Type="http://schemas.openxmlformats.org/officeDocument/2006/relationships/customXml" Target="../ink/ink430.xml"/><Relationship Id="rId106" Type="http://schemas.openxmlformats.org/officeDocument/2006/relationships/image" Target="../media/image470.png"/><Relationship Id="rId127" Type="http://schemas.openxmlformats.org/officeDocument/2006/relationships/customXml" Target="../ink/ink465.xml"/><Relationship Id="rId10" Type="http://schemas.openxmlformats.org/officeDocument/2006/relationships/image" Target="../media/image422.png"/><Relationship Id="rId31" Type="http://schemas.openxmlformats.org/officeDocument/2006/relationships/customXml" Target="../ink/ink417.xml"/><Relationship Id="rId52" Type="http://schemas.openxmlformats.org/officeDocument/2006/relationships/image" Target="../media/image443.png"/><Relationship Id="rId73" Type="http://schemas.openxmlformats.org/officeDocument/2006/relationships/customXml" Target="../ink/ink438.xml"/><Relationship Id="rId78" Type="http://schemas.openxmlformats.org/officeDocument/2006/relationships/image" Target="../media/image456.png"/><Relationship Id="rId94" Type="http://schemas.openxmlformats.org/officeDocument/2006/relationships/image" Target="../media/image464.png"/><Relationship Id="rId99" Type="http://schemas.openxmlformats.org/officeDocument/2006/relationships/customXml" Target="../ink/ink451.xml"/><Relationship Id="rId101" Type="http://schemas.openxmlformats.org/officeDocument/2006/relationships/customXml" Target="../ink/ink452.xml"/><Relationship Id="rId122" Type="http://schemas.openxmlformats.org/officeDocument/2006/relationships/image" Target="../media/image478.png"/><Relationship Id="rId143" Type="http://schemas.openxmlformats.org/officeDocument/2006/relationships/customXml" Target="../ink/ink473.xml"/><Relationship Id="rId148" Type="http://schemas.openxmlformats.org/officeDocument/2006/relationships/image" Target="../media/image491.png"/><Relationship Id="rId4" Type="http://schemas.openxmlformats.org/officeDocument/2006/relationships/image" Target="../media/image419.png"/><Relationship Id="rId9" Type="http://schemas.openxmlformats.org/officeDocument/2006/relationships/customXml" Target="../ink/ink406.xml"/><Relationship Id="rId26" Type="http://schemas.openxmlformats.org/officeDocument/2006/relationships/image" Target="../media/image430.png"/><Relationship Id="rId47" Type="http://schemas.openxmlformats.org/officeDocument/2006/relationships/customXml" Target="../ink/ink425.xml"/><Relationship Id="rId68" Type="http://schemas.openxmlformats.org/officeDocument/2006/relationships/image" Target="../media/image451.png"/><Relationship Id="rId89" Type="http://schemas.openxmlformats.org/officeDocument/2006/relationships/customXml" Target="../ink/ink446.xml"/><Relationship Id="rId112" Type="http://schemas.openxmlformats.org/officeDocument/2006/relationships/image" Target="../media/image473.png"/><Relationship Id="rId133" Type="http://schemas.openxmlformats.org/officeDocument/2006/relationships/customXml" Target="../ink/ink468.xml"/><Relationship Id="rId154" Type="http://schemas.openxmlformats.org/officeDocument/2006/relationships/image" Target="../media/image494.png"/><Relationship Id="rId16" Type="http://schemas.openxmlformats.org/officeDocument/2006/relationships/image" Target="../media/image425.png"/><Relationship Id="rId37" Type="http://schemas.openxmlformats.org/officeDocument/2006/relationships/customXml" Target="../ink/ink420.xml"/><Relationship Id="rId58" Type="http://schemas.openxmlformats.org/officeDocument/2006/relationships/image" Target="../media/image446.png"/><Relationship Id="rId79" Type="http://schemas.openxmlformats.org/officeDocument/2006/relationships/customXml" Target="../ink/ink441.xml"/><Relationship Id="rId102" Type="http://schemas.openxmlformats.org/officeDocument/2006/relationships/image" Target="../media/image468.png"/><Relationship Id="rId123" Type="http://schemas.openxmlformats.org/officeDocument/2006/relationships/customXml" Target="../ink/ink463.xml"/><Relationship Id="rId144" Type="http://schemas.openxmlformats.org/officeDocument/2006/relationships/image" Target="../media/image489.png"/><Relationship Id="rId90" Type="http://schemas.openxmlformats.org/officeDocument/2006/relationships/image" Target="../media/image462.png"/><Relationship Id="rId27" Type="http://schemas.openxmlformats.org/officeDocument/2006/relationships/customXml" Target="../ink/ink415.xml"/><Relationship Id="rId48" Type="http://schemas.openxmlformats.org/officeDocument/2006/relationships/image" Target="../media/image441.png"/><Relationship Id="rId69" Type="http://schemas.openxmlformats.org/officeDocument/2006/relationships/customXml" Target="../ink/ink436.xml"/><Relationship Id="rId113" Type="http://schemas.openxmlformats.org/officeDocument/2006/relationships/customXml" Target="../ink/ink458.xml"/><Relationship Id="rId134" Type="http://schemas.openxmlformats.org/officeDocument/2006/relationships/image" Target="../media/image484.png"/><Relationship Id="rId80" Type="http://schemas.openxmlformats.org/officeDocument/2006/relationships/image" Target="../media/image457.png"/><Relationship Id="rId155" Type="http://schemas.openxmlformats.org/officeDocument/2006/relationships/customXml" Target="../ink/ink47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9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12.png"/><Relationship Id="rId21" Type="http://schemas.openxmlformats.org/officeDocument/2006/relationships/customXml" Target="../ink/ink492.xml"/><Relationship Id="rId42" Type="http://schemas.openxmlformats.org/officeDocument/2006/relationships/image" Target="../media/image520.png"/><Relationship Id="rId47" Type="http://schemas.openxmlformats.org/officeDocument/2006/relationships/customXml" Target="../ink/ink505.xml"/><Relationship Id="rId63" Type="http://schemas.openxmlformats.org/officeDocument/2006/relationships/customXml" Target="../ink/ink513.xml"/><Relationship Id="rId68" Type="http://schemas.openxmlformats.org/officeDocument/2006/relationships/image" Target="../media/image533.png"/><Relationship Id="rId84" Type="http://schemas.openxmlformats.org/officeDocument/2006/relationships/image" Target="../media/image541.png"/><Relationship Id="rId89" Type="http://schemas.openxmlformats.org/officeDocument/2006/relationships/customXml" Target="../ink/ink526.xml"/><Relationship Id="rId16" Type="http://schemas.openxmlformats.org/officeDocument/2006/relationships/image" Target="../media/image507.png"/><Relationship Id="rId11" Type="http://schemas.openxmlformats.org/officeDocument/2006/relationships/customXml" Target="../ink/ink487.xml"/><Relationship Id="rId32" Type="http://schemas.openxmlformats.org/officeDocument/2006/relationships/image" Target="../media/image515.png"/><Relationship Id="rId37" Type="http://schemas.openxmlformats.org/officeDocument/2006/relationships/customXml" Target="../ink/ink500.xml"/><Relationship Id="rId53" Type="http://schemas.openxmlformats.org/officeDocument/2006/relationships/customXml" Target="../ink/ink508.xml"/><Relationship Id="rId58" Type="http://schemas.openxmlformats.org/officeDocument/2006/relationships/image" Target="../media/image528.png"/><Relationship Id="rId74" Type="http://schemas.openxmlformats.org/officeDocument/2006/relationships/image" Target="../media/image536.png"/><Relationship Id="rId79" Type="http://schemas.openxmlformats.org/officeDocument/2006/relationships/customXml" Target="../ink/ink521.xml"/><Relationship Id="rId102" Type="http://schemas.openxmlformats.org/officeDocument/2006/relationships/image" Target="../media/image550.png"/><Relationship Id="rId5" Type="http://schemas.openxmlformats.org/officeDocument/2006/relationships/customXml" Target="../ink/ink484.xml"/><Relationship Id="rId90" Type="http://schemas.openxmlformats.org/officeDocument/2006/relationships/image" Target="../media/image544.png"/><Relationship Id="rId95" Type="http://schemas.openxmlformats.org/officeDocument/2006/relationships/customXml" Target="../ink/ink529.xml"/><Relationship Id="rId22" Type="http://schemas.openxmlformats.org/officeDocument/2006/relationships/image" Target="../media/image510.png"/><Relationship Id="rId27" Type="http://schemas.openxmlformats.org/officeDocument/2006/relationships/customXml" Target="../ink/ink495.xml"/><Relationship Id="rId43" Type="http://schemas.openxmlformats.org/officeDocument/2006/relationships/customXml" Target="../ink/ink503.xml"/><Relationship Id="rId48" Type="http://schemas.openxmlformats.org/officeDocument/2006/relationships/image" Target="../media/image523.png"/><Relationship Id="rId64" Type="http://schemas.openxmlformats.org/officeDocument/2006/relationships/image" Target="../media/image531.png"/><Relationship Id="rId69" Type="http://schemas.openxmlformats.org/officeDocument/2006/relationships/customXml" Target="../ink/ink516.xml"/><Relationship Id="rId80" Type="http://schemas.openxmlformats.org/officeDocument/2006/relationships/image" Target="../media/image539.png"/><Relationship Id="rId85" Type="http://schemas.openxmlformats.org/officeDocument/2006/relationships/customXml" Target="../ink/ink524.xml"/><Relationship Id="rId12" Type="http://schemas.openxmlformats.org/officeDocument/2006/relationships/image" Target="../media/image505.png"/><Relationship Id="rId17" Type="http://schemas.openxmlformats.org/officeDocument/2006/relationships/customXml" Target="../ink/ink490.xml"/><Relationship Id="rId33" Type="http://schemas.openxmlformats.org/officeDocument/2006/relationships/customXml" Target="../ink/ink498.xml"/><Relationship Id="rId38" Type="http://schemas.openxmlformats.org/officeDocument/2006/relationships/image" Target="../media/image518.png"/><Relationship Id="rId59" Type="http://schemas.openxmlformats.org/officeDocument/2006/relationships/customXml" Target="../ink/ink511.xml"/><Relationship Id="rId103" Type="http://schemas.openxmlformats.org/officeDocument/2006/relationships/customXml" Target="../ink/ink533.xml"/><Relationship Id="rId20" Type="http://schemas.openxmlformats.org/officeDocument/2006/relationships/image" Target="../media/image509.png"/><Relationship Id="rId41" Type="http://schemas.openxmlformats.org/officeDocument/2006/relationships/customXml" Target="../ink/ink502.xml"/><Relationship Id="rId54" Type="http://schemas.openxmlformats.org/officeDocument/2006/relationships/image" Target="../media/image526.png"/><Relationship Id="rId62" Type="http://schemas.openxmlformats.org/officeDocument/2006/relationships/image" Target="../media/image530.png"/><Relationship Id="rId70" Type="http://schemas.openxmlformats.org/officeDocument/2006/relationships/image" Target="../media/image534.png"/><Relationship Id="rId75" Type="http://schemas.openxmlformats.org/officeDocument/2006/relationships/customXml" Target="../ink/ink519.xml"/><Relationship Id="rId83" Type="http://schemas.openxmlformats.org/officeDocument/2006/relationships/customXml" Target="../ink/ink523.xml"/><Relationship Id="rId88" Type="http://schemas.openxmlformats.org/officeDocument/2006/relationships/image" Target="../media/image543.png"/><Relationship Id="rId91" Type="http://schemas.openxmlformats.org/officeDocument/2006/relationships/customXml" Target="../ink/ink527.xml"/><Relationship Id="rId96" Type="http://schemas.openxmlformats.org/officeDocument/2006/relationships/image" Target="../media/image5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2.png"/><Relationship Id="rId15" Type="http://schemas.openxmlformats.org/officeDocument/2006/relationships/customXml" Target="../ink/ink489.xml"/><Relationship Id="rId23" Type="http://schemas.openxmlformats.org/officeDocument/2006/relationships/customXml" Target="../ink/ink493.xml"/><Relationship Id="rId28" Type="http://schemas.openxmlformats.org/officeDocument/2006/relationships/image" Target="../media/image513.png"/><Relationship Id="rId36" Type="http://schemas.openxmlformats.org/officeDocument/2006/relationships/image" Target="../media/image517.png"/><Relationship Id="rId49" Type="http://schemas.openxmlformats.org/officeDocument/2006/relationships/customXml" Target="../ink/ink506.xml"/><Relationship Id="rId57" Type="http://schemas.openxmlformats.org/officeDocument/2006/relationships/customXml" Target="../ink/ink510.xml"/><Relationship Id="rId106" Type="http://schemas.openxmlformats.org/officeDocument/2006/relationships/image" Target="../media/image552.png"/><Relationship Id="rId10" Type="http://schemas.openxmlformats.org/officeDocument/2006/relationships/image" Target="../media/image504.png"/><Relationship Id="rId31" Type="http://schemas.openxmlformats.org/officeDocument/2006/relationships/customXml" Target="../ink/ink497.xml"/><Relationship Id="rId44" Type="http://schemas.openxmlformats.org/officeDocument/2006/relationships/image" Target="../media/image521.png"/><Relationship Id="rId52" Type="http://schemas.openxmlformats.org/officeDocument/2006/relationships/image" Target="../media/image525.png"/><Relationship Id="rId60" Type="http://schemas.openxmlformats.org/officeDocument/2006/relationships/image" Target="../media/image529.png"/><Relationship Id="rId65" Type="http://schemas.openxmlformats.org/officeDocument/2006/relationships/customXml" Target="../ink/ink514.xml"/><Relationship Id="rId73" Type="http://schemas.openxmlformats.org/officeDocument/2006/relationships/customXml" Target="../ink/ink518.xml"/><Relationship Id="rId78" Type="http://schemas.openxmlformats.org/officeDocument/2006/relationships/image" Target="../media/image538.png"/><Relationship Id="rId81" Type="http://schemas.openxmlformats.org/officeDocument/2006/relationships/customXml" Target="../ink/ink522.xml"/><Relationship Id="rId86" Type="http://schemas.openxmlformats.org/officeDocument/2006/relationships/image" Target="../media/image542.png"/><Relationship Id="rId94" Type="http://schemas.openxmlformats.org/officeDocument/2006/relationships/image" Target="../media/image546.png"/><Relationship Id="rId99" Type="http://schemas.openxmlformats.org/officeDocument/2006/relationships/customXml" Target="../ink/ink531.xml"/><Relationship Id="rId101" Type="http://schemas.openxmlformats.org/officeDocument/2006/relationships/customXml" Target="../ink/ink532.xml"/><Relationship Id="rId4" Type="http://schemas.openxmlformats.org/officeDocument/2006/relationships/image" Target="../media/image501.png"/><Relationship Id="rId9" Type="http://schemas.openxmlformats.org/officeDocument/2006/relationships/customXml" Target="../ink/ink486.xml"/><Relationship Id="rId13" Type="http://schemas.openxmlformats.org/officeDocument/2006/relationships/customXml" Target="../ink/ink488.xml"/><Relationship Id="rId18" Type="http://schemas.openxmlformats.org/officeDocument/2006/relationships/image" Target="../media/image508.png"/><Relationship Id="rId39" Type="http://schemas.openxmlformats.org/officeDocument/2006/relationships/customXml" Target="../ink/ink501.xml"/><Relationship Id="rId34" Type="http://schemas.openxmlformats.org/officeDocument/2006/relationships/image" Target="../media/image516.png"/><Relationship Id="rId50" Type="http://schemas.openxmlformats.org/officeDocument/2006/relationships/image" Target="../media/image524.png"/><Relationship Id="rId55" Type="http://schemas.openxmlformats.org/officeDocument/2006/relationships/customXml" Target="../ink/ink509.xml"/><Relationship Id="rId76" Type="http://schemas.openxmlformats.org/officeDocument/2006/relationships/image" Target="../media/image537.png"/><Relationship Id="rId97" Type="http://schemas.openxmlformats.org/officeDocument/2006/relationships/customXml" Target="../ink/ink530.xml"/><Relationship Id="rId104" Type="http://schemas.openxmlformats.org/officeDocument/2006/relationships/image" Target="../media/image551.png"/><Relationship Id="rId7" Type="http://schemas.openxmlformats.org/officeDocument/2006/relationships/customXml" Target="../ink/ink485.xml"/><Relationship Id="rId71" Type="http://schemas.openxmlformats.org/officeDocument/2006/relationships/customXml" Target="../ink/ink517.xml"/><Relationship Id="rId92" Type="http://schemas.openxmlformats.org/officeDocument/2006/relationships/image" Target="../media/image545.png"/><Relationship Id="rId2" Type="http://schemas.openxmlformats.org/officeDocument/2006/relationships/image" Target="../media/image500.jpg"/><Relationship Id="rId29" Type="http://schemas.openxmlformats.org/officeDocument/2006/relationships/customXml" Target="../ink/ink496.xml"/><Relationship Id="rId24" Type="http://schemas.openxmlformats.org/officeDocument/2006/relationships/image" Target="../media/image511.png"/><Relationship Id="rId40" Type="http://schemas.openxmlformats.org/officeDocument/2006/relationships/image" Target="../media/image519.png"/><Relationship Id="rId45" Type="http://schemas.openxmlformats.org/officeDocument/2006/relationships/customXml" Target="../ink/ink504.xml"/><Relationship Id="rId66" Type="http://schemas.openxmlformats.org/officeDocument/2006/relationships/image" Target="../media/image532.png"/><Relationship Id="rId87" Type="http://schemas.openxmlformats.org/officeDocument/2006/relationships/customXml" Target="../ink/ink525.xml"/><Relationship Id="rId61" Type="http://schemas.openxmlformats.org/officeDocument/2006/relationships/customXml" Target="../ink/ink512.xml"/><Relationship Id="rId82" Type="http://schemas.openxmlformats.org/officeDocument/2006/relationships/image" Target="../media/image540.png"/><Relationship Id="rId19" Type="http://schemas.openxmlformats.org/officeDocument/2006/relationships/customXml" Target="../ink/ink491.xml"/><Relationship Id="rId14" Type="http://schemas.openxmlformats.org/officeDocument/2006/relationships/image" Target="../media/image506.png"/><Relationship Id="rId30" Type="http://schemas.openxmlformats.org/officeDocument/2006/relationships/image" Target="../media/image514.png"/><Relationship Id="rId35" Type="http://schemas.openxmlformats.org/officeDocument/2006/relationships/customXml" Target="../ink/ink499.xml"/><Relationship Id="rId56" Type="http://schemas.openxmlformats.org/officeDocument/2006/relationships/image" Target="../media/image527.png"/><Relationship Id="rId77" Type="http://schemas.openxmlformats.org/officeDocument/2006/relationships/customXml" Target="../ink/ink520.xml"/><Relationship Id="rId100" Type="http://schemas.openxmlformats.org/officeDocument/2006/relationships/image" Target="../media/image549.png"/><Relationship Id="rId105" Type="http://schemas.openxmlformats.org/officeDocument/2006/relationships/customXml" Target="../ink/ink534.xml"/><Relationship Id="rId8" Type="http://schemas.openxmlformats.org/officeDocument/2006/relationships/image" Target="../media/image503.png"/><Relationship Id="rId51" Type="http://schemas.openxmlformats.org/officeDocument/2006/relationships/customXml" Target="../ink/ink507.xml"/><Relationship Id="rId72" Type="http://schemas.openxmlformats.org/officeDocument/2006/relationships/image" Target="../media/image535.png"/><Relationship Id="rId93" Type="http://schemas.openxmlformats.org/officeDocument/2006/relationships/customXml" Target="../ink/ink528.xml"/><Relationship Id="rId98" Type="http://schemas.openxmlformats.org/officeDocument/2006/relationships/image" Target="../media/image548.png"/><Relationship Id="rId3" Type="http://schemas.openxmlformats.org/officeDocument/2006/relationships/customXml" Target="../ink/ink483.xml"/><Relationship Id="rId25" Type="http://schemas.openxmlformats.org/officeDocument/2006/relationships/customXml" Target="../ink/ink494.xml"/><Relationship Id="rId46" Type="http://schemas.openxmlformats.org/officeDocument/2006/relationships/image" Target="../media/image522.png"/><Relationship Id="rId67" Type="http://schemas.openxmlformats.org/officeDocument/2006/relationships/customXml" Target="../ink/ink5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CCB29F-2382-48DF-7954-56A7E34D5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2F71952-C079-089F-FEE9-6C2A51A6370D}"/>
                  </a:ext>
                </a:extLst>
              </p14:cNvPr>
              <p14:cNvContentPartPr/>
              <p14:nvPr/>
            </p14:nvContentPartPr>
            <p14:xfrm>
              <a:off x="2266537" y="1030188"/>
              <a:ext cx="3833280" cy="5143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2F71952-C079-089F-FEE9-6C2A51A637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60417" y="1024068"/>
                <a:ext cx="3845520" cy="515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E58F108-8B1A-43B4-DC45-D127812D7820}"/>
                  </a:ext>
                </a:extLst>
              </p14:cNvPr>
              <p14:cNvContentPartPr/>
              <p14:nvPr/>
            </p14:nvContentPartPr>
            <p14:xfrm>
              <a:off x="6082897" y="1040268"/>
              <a:ext cx="3198960" cy="2852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E58F108-8B1A-43B4-DC45-D127812D782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76777" y="1034148"/>
                <a:ext cx="3211200" cy="28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8F43009-2C63-C2B8-5064-71A8BCD7E49E}"/>
                  </a:ext>
                </a:extLst>
              </p14:cNvPr>
              <p14:cNvContentPartPr/>
              <p14:nvPr/>
            </p14:nvContentPartPr>
            <p14:xfrm>
              <a:off x="2998417" y="4076868"/>
              <a:ext cx="6231240" cy="2741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8F43009-2C63-C2B8-5064-71A8BCD7E49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92297" y="4070748"/>
                <a:ext cx="6243480" cy="27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D733A3D-3887-F69E-7C10-A02167FCB842}"/>
                  </a:ext>
                </a:extLst>
              </p14:cNvPr>
              <p14:cNvContentPartPr/>
              <p14:nvPr/>
            </p14:nvContentPartPr>
            <p14:xfrm>
              <a:off x="2444017" y="5278908"/>
              <a:ext cx="1666080" cy="12510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D733A3D-3887-F69E-7C10-A02167FCB84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37897" y="5272788"/>
                <a:ext cx="1678320" cy="12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8C96E74-09EA-D338-AADC-C5AB0B830187}"/>
                  </a:ext>
                </a:extLst>
              </p14:cNvPr>
              <p14:cNvContentPartPr/>
              <p14:nvPr/>
            </p14:nvContentPartPr>
            <p14:xfrm>
              <a:off x="6505897" y="3848988"/>
              <a:ext cx="2032920" cy="568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8C96E74-09EA-D338-AADC-C5AB0B83018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99777" y="3842868"/>
                <a:ext cx="2045160" cy="58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071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92B43C-289B-340F-5BEC-8E8DC24DF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E34B7A9-5B45-5F0D-B6F7-B40E4560989B}"/>
                  </a:ext>
                </a:extLst>
              </p14:cNvPr>
              <p14:cNvContentPartPr/>
              <p14:nvPr/>
            </p14:nvContentPartPr>
            <p14:xfrm>
              <a:off x="2282377" y="853788"/>
              <a:ext cx="3875040" cy="5409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E34B7A9-5B45-5F0D-B6F7-B40E456098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76257" y="847668"/>
                <a:ext cx="3887280" cy="54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45D8848-BFE8-8C56-7DBA-19E3CBB0BA15}"/>
                  </a:ext>
                </a:extLst>
              </p14:cNvPr>
              <p14:cNvContentPartPr/>
              <p14:nvPr/>
            </p14:nvContentPartPr>
            <p14:xfrm>
              <a:off x="5336257" y="4124028"/>
              <a:ext cx="308160" cy="1454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45D8848-BFE8-8C56-7DBA-19E3CBB0BA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30137" y="4117908"/>
                <a:ext cx="320400" cy="15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90E9CCB3-0F5E-34DD-3204-6206EF1F8ABA}"/>
              </a:ext>
            </a:extLst>
          </p:cNvPr>
          <p:cNvGrpSpPr/>
          <p:nvPr/>
        </p:nvGrpSpPr>
        <p:grpSpPr>
          <a:xfrm>
            <a:off x="3135937" y="892308"/>
            <a:ext cx="6280200" cy="5734800"/>
            <a:chOff x="3135937" y="892308"/>
            <a:chExt cx="6280200" cy="57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7556FD2-911C-6552-7DF5-584B63C5F6CA}"/>
                    </a:ext>
                  </a:extLst>
                </p14:cNvPr>
                <p14:cNvContentPartPr/>
                <p14:nvPr/>
              </p14:nvContentPartPr>
              <p14:xfrm>
                <a:off x="6298537" y="892308"/>
                <a:ext cx="3014640" cy="2792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7556FD2-911C-6552-7DF5-584B63C5F6C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92417" y="886188"/>
                  <a:ext cx="3026880" cy="28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E5CA65E-13B5-14D6-96B7-1B6506B543F5}"/>
                    </a:ext>
                  </a:extLst>
                </p14:cNvPr>
                <p14:cNvContentPartPr/>
                <p14:nvPr/>
              </p14:nvContentPartPr>
              <p14:xfrm>
                <a:off x="3135937" y="4067508"/>
                <a:ext cx="6280200" cy="2559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E5CA65E-13B5-14D6-96B7-1B6506B543F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129817" y="4061388"/>
                  <a:ext cx="6292440" cy="25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BC4BE10-146B-6317-20C0-9F1F4C35683D}"/>
                    </a:ext>
                  </a:extLst>
                </p14:cNvPr>
                <p14:cNvContentPartPr/>
                <p14:nvPr/>
              </p14:nvContentPartPr>
              <p14:xfrm>
                <a:off x="7363777" y="3674388"/>
                <a:ext cx="1979280" cy="511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BC4BE10-146B-6317-20C0-9F1F4C35683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357657" y="3668268"/>
                  <a:ext cx="1991520" cy="52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998AB93-9034-9D47-C73A-E2F26A81A22D}"/>
                  </a:ext>
                </a:extLst>
              </p14:cNvPr>
              <p14:cNvContentPartPr/>
              <p14:nvPr/>
            </p14:nvContentPartPr>
            <p14:xfrm>
              <a:off x="2330617" y="5128428"/>
              <a:ext cx="2245320" cy="14839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998AB93-9034-9D47-C73A-E2F26A81A22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24497" y="5122308"/>
                <a:ext cx="2257560" cy="14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39D41A7-B901-1FD2-AAEF-83DA1A1B0048}"/>
                  </a:ext>
                </a:extLst>
              </p14:cNvPr>
              <p14:cNvContentPartPr/>
              <p14:nvPr/>
            </p14:nvContentPartPr>
            <p14:xfrm>
              <a:off x="2005537" y="6251268"/>
              <a:ext cx="287280" cy="226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39D41A7-B901-1FD2-AAEF-83DA1A1B004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99417" y="6245148"/>
                <a:ext cx="299520" cy="23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9786BB85-97CD-A5FC-B3CF-5FAF0608F88B}"/>
              </a:ext>
            </a:extLst>
          </p:cNvPr>
          <p:cNvGrpSpPr/>
          <p:nvPr/>
        </p:nvGrpSpPr>
        <p:grpSpPr>
          <a:xfrm>
            <a:off x="6837097" y="4158588"/>
            <a:ext cx="560520" cy="57240"/>
            <a:chOff x="6837097" y="4158588"/>
            <a:chExt cx="560520" cy="5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30D04EE-0308-AAA8-400E-05CF80DF6F0F}"/>
                    </a:ext>
                  </a:extLst>
                </p14:cNvPr>
                <p14:cNvContentPartPr/>
                <p14:nvPr/>
              </p14:nvContentPartPr>
              <p14:xfrm>
                <a:off x="7380697" y="4158588"/>
                <a:ext cx="3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30D04EE-0308-AAA8-400E-05CF80DF6F0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374577" y="41524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85E4AB7-5DC7-3A34-0476-99BB429FF700}"/>
                    </a:ext>
                  </a:extLst>
                </p14:cNvPr>
                <p14:cNvContentPartPr/>
                <p14:nvPr/>
              </p14:nvContentPartPr>
              <p14:xfrm>
                <a:off x="6837097" y="4180548"/>
                <a:ext cx="560520" cy="35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85E4AB7-5DC7-3A34-0476-99BB429FF70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830977" y="4174428"/>
                  <a:ext cx="572760" cy="47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A062757E-CBD4-4361-9AB6-53BBED23B2AD}"/>
              </a:ext>
            </a:extLst>
          </p:cNvPr>
          <p:cNvSpPr/>
          <p:nvPr/>
        </p:nvSpPr>
        <p:spPr>
          <a:xfrm>
            <a:off x="5490337" y="3792288"/>
            <a:ext cx="560520" cy="5306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AAB987F-C5F6-5D9D-033D-87F38E951C1E}"/>
                  </a:ext>
                </a:extLst>
              </p14:cNvPr>
              <p14:cNvContentPartPr/>
              <p14:nvPr/>
            </p14:nvContentPartPr>
            <p14:xfrm>
              <a:off x="5826577" y="3347868"/>
              <a:ext cx="6120" cy="219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AAB987F-C5F6-5D9D-033D-87F38E951C1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820457" y="3341748"/>
                <a:ext cx="1836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51CCB4C-6B76-C6A4-DD28-DA2FACC60BD7}"/>
                  </a:ext>
                </a:extLst>
              </p14:cNvPr>
              <p14:cNvContentPartPr/>
              <p14:nvPr/>
            </p14:nvContentPartPr>
            <p14:xfrm>
              <a:off x="5807857" y="2463348"/>
              <a:ext cx="198000" cy="7567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51CCB4C-6B76-C6A4-DD28-DA2FACC60BD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801737" y="2457228"/>
                <a:ext cx="210240" cy="76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2640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63E21D-C4C6-9100-65D4-FA82958C1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C44D5C-D987-D4A2-65E9-A1A240B22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9C065C7-90CD-E91A-A80A-3389401EAFCE}"/>
              </a:ext>
            </a:extLst>
          </p:cNvPr>
          <p:cNvSpPr/>
          <p:nvPr/>
        </p:nvSpPr>
        <p:spPr>
          <a:xfrm>
            <a:off x="1848465" y="3785419"/>
            <a:ext cx="1641987" cy="1769807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7CDA11C-87A0-26BC-CB4D-A71C3235B913}"/>
                  </a:ext>
                </a:extLst>
              </p14:cNvPr>
              <p14:cNvContentPartPr/>
              <p14:nvPr/>
            </p14:nvContentPartPr>
            <p14:xfrm>
              <a:off x="7810537" y="2941541"/>
              <a:ext cx="970200" cy="955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7CDA11C-87A0-26BC-CB4D-A71C3235B9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04417" y="2935421"/>
                <a:ext cx="982440" cy="96804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201B1F8-F766-2D94-2310-563FF0208CBD}"/>
              </a:ext>
            </a:extLst>
          </p:cNvPr>
          <p:cNvSpPr txBox="1"/>
          <p:nvPr/>
        </p:nvSpPr>
        <p:spPr>
          <a:xfrm>
            <a:off x="7656806" y="3839744"/>
            <a:ext cx="224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Road </a:t>
            </a:r>
            <a:r>
              <a:rPr lang="en-US" dirty="0">
                <a:highlight>
                  <a:srgbClr val="FFFF00"/>
                </a:highlight>
              </a:rPr>
              <a:t>median should not </a:t>
            </a:r>
            <a:r>
              <a:rPr lang="en-US" dirty="0">
                <a:highlight>
                  <a:srgbClr val="FFFF00"/>
                </a:highlight>
              </a:rPr>
              <a:t>be sharp at start</a:t>
            </a:r>
            <a:endParaRPr lang="bn-IN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4C647D-8B3C-9B71-F907-57F591224766}"/>
              </a:ext>
            </a:extLst>
          </p:cNvPr>
          <p:cNvSpPr txBox="1"/>
          <p:nvPr/>
        </p:nvSpPr>
        <p:spPr>
          <a:xfrm>
            <a:off x="1848465" y="6021947"/>
            <a:ext cx="5709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road side are being used as parking, increasing side friction</a:t>
            </a:r>
            <a:endParaRPr lang="bn-IN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1F98FB1-EFDE-3C00-7CFE-DCBBD0D66B6B}"/>
                  </a:ext>
                </a:extLst>
              </p14:cNvPr>
              <p14:cNvContentPartPr/>
              <p14:nvPr/>
            </p14:nvContentPartPr>
            <p14:xfrm>
              <a:off x="2501617" y="5560068"/>
              <a:ext cx="350640" cy="529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1F98FB1-EFDE-3C00-7CFE-DCBBD0D66B6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95497" y="5553948"/>
                <a:ext cx="36288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F71B6C9-FED1-0C23-933A-1D4D5EA93948}"/>
                  </a:ext>
                </a:extLst>
              </p14:cNvPr>
              <p14:cNvContentPartPr/>
              <p14:nvPr/>
            </p14:nvContentPartPr>
            <p14:xfrm>
              <a:off x="4769257" y="3855468"/>
              <a:ext cx="994320" cy="1071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F71B6C9-FED1-0C23-933A-1D4D5EA9394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63137" y="3849348"/>
                <a:ext cx="1006560" cy="108324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CBA57EC-D750-B227-B756-D9B3FC9BC5AD}"/>
              </a:ext>
            </a:extLst>
          </p:cNvPr>
          <p:cNvSpPr txBox="1"/>
          <p:nvPr/>
        </p:nvSpPr>
        <p:spPr>
          <a:xfrm>
            <a:off x="5822257" y="5240594"/>
            <a:ext cx="3730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semi motorized vehicle use this spot for pickup and dropping passenger.</a:t>
            </a:r>
            <a:endParaRPr lang="bn-IN" dirty="0">
              <a:highlight>
                <a:srgbClr val="FFFF00"/>
              </a:highlight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0B8F9EA-BCE1-930E-5A10-A1C316DE9D62}"/>
              </a:ext>
            </a:extLst>
          </p:cNvPr>
          <p:cNvGrpSpPr/>
          <p:nvPr/>
        </p:nvGrpSpPr>
        <p:grpSpPr>
          <a:xfrm>
            <a:off x="5420497" y="4833701"/>
            <a:ext cx="564120" cy="582480"/>
            <a:chOff x="5420497" y="4833701"/>
            <a:chExt cx="564120" cy="58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173C78F-7C41-F3DB-E502-C38A2F98622C}"/>
                    </a:ext>
                  </a:extLst>
                </p14:cNvPr>
                <p14:cNvContentPartPr/>
                <p14:nvPr/>
              </p14:nvContentPartPr>
              <p14:xfrm>
                <a:off x="5807857" y="4948068"/>
                <a:ext cx="14400" cy="12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173C78F-7C41-F3DB-E502-C38A2F9862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01737" y="4941948"/>
                  <a:ext cx="26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0C31125-073C-D9D5-7A08-E8C9EBD9B5B0}"/>
                    </a:ext>
                  </a:extLst>
                </p14:cNvPr>
                <p14:cNvContentPartPr/>
                <p14:nvPr/>
              </p14:nvContentPartPr>
              <p14:xfrm>
                <a:off x="5807137" y="4882548"/>
                <a:ext cx="11520" cy="23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0C31125-073C-D9D5-7A08-E8C9EBD9B5B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01017" y="4876428"/>
                  <a:ext cx="23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D9FE239-AD44-61D9-F1F8-516D30609B80}"/>
                    </a:ext>
                  </a:extLst>
                </p14:cNvPr>
                <p14:cNvContentPartPr/>
                <p14:nvPr/>
              </p14:nvContentPartPr>
              <p14:xfrm>
                <a:off x="5981377" y="4893461"/>
                <a:ext cx="3240" cy="2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D9FE239-AD44-61D9-F1F8-516D30609B8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75257" y="4887341"/>
                  <a:ext cx="1548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97E4A3B-BE32-39A8-78CA-A54F7F5F427D}"/>
                    </a:ext>
                  </a:extLst>
                </p14:cNvPr>
                <p14:cNvContentPartPr/>
                <p14:nvPr/>
              </p14:nvContentPartPr>
              <p14:xfrm>
                <a:off x="5420497" y="4833701"/>
                <a:ext cx="451080" cy="582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97E4A3B-BE32-39A8-78CA-A54F7F5F427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14377" y="4827581"/>
                  <a:ext cx="463320" cy="59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626E144-870A-B5ED-EF64-A58FA4ABF780}"/>
                  </a:ext>
                </a:extLst>
              </p14:cNvPr>
              <p14:cNvContentPartPr/>
              <p14:nvPr/>
            </p14:nvContentPartPr>
            <p14:xfrm>
              <a:off x="2063137" y="3040181"/>
              <a:ext cx="1734120" cy="28328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626E144-870A-B5ED-EF64-A58FA4ABF78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57017" y="3034061"/>
                <a:ext cx="1746360" cy="284508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19144DA-E9BE-235A-61E4-8C394BC5FB9A}"/>
              </a:ext>
            </a:extLst>
          </p:cNvPr>
          <p:cNvSpPr txBox="1"/>
          <p:nvPr/>
        </p:nvSpPr>
        <p:spPr>
          <a:xfrm>
            <a:off x="3713205" y="2803041"/>
            <a:ext cx="1791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road marker  is  faded</a:t>
            </a:r>
            <a:endParaRPr lang="bn-IN" sz="1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86383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913062-9E7E-A9EB-9C3A-2523DC02F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7F775E-35C5-A584-D1EC-470AD7F79EFB}"/>
              </a:ext>
            </a:extLst>
          </p:cNvPr>
          <p:cNvSpPr txBox="1"/>
          <p:nvPr/>
        </p:nvSpPr>
        <p:spPr>
          <a:xfrm>
            <a:off x="7089058" y="5594555"/>
            <a:ext cx="35264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footpath is occupied for illegal parking and as a result pedestrian are using road</a:t>
            </a:r>
            <a:endParaRPr lang="bn-IN" dirty="0">
              <a:highlight>
                <a:srgbClr val="FFFF00"/>
              </a:highlight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22A62DD-753A-D909-CBAA-745FEAF83D7D}"/>
              </a:ext>
            </a:extLst>
          </p:cNvPr>
          <p:cNvGrpSpPr/>
          <p:nvPr/>
        </p:nvGrpSpPr>
        <p:grpSpPr>
          <a:xfrm>
            <a:off x="2138377" y="3173628"/>
            <a:ext cx="8037720" cy="2242800"/>
            <a:chOff x="2138377" y="3173628"/>
            <a:chExt cx="8037720" cy="22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2469642-B481-87FB-8EBA-E5219BF9B4D3}"/>
                    </a:ext>
                  </a:extLst>
                </p14:cNvPr>
                <p14:cNvContentPartPr/>
                <p14:nvPr/>
              </p14:nvContentPartPr>
              <p14:xfrm>
                <a:off x="8831497" y="3598901"/>
                <a:ext cx="1344600" cy="1398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2469642-B481-87FB-8EBA-E5219BF9B4D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25377" y="3592781"/>
                  <a:ext cx="1356840" cy="14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29A3E39-AF33-631D-D35C-388B5846F9EE}"/>
                    </a:ext>
                  </a:extLst>
                </p14:cNvPr>
                <p14:cNvContentPartPr/>
                <p14:nvPr/>
              </p14:nvContentPartPr>
              <p14:xfrm>
                <a:off x="8029057" y="4749461"/>
                <a:ext cx="957240" cy="555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29A3E39-AF33-631D-D35C-388B5846F9E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22937" y="4743341"/>
                  <a:ext cx="96948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E99B9A1-B173-83C8-8143-254D708F2D1E}"/>
                    </a:ext>
                  </a:extLst>
                </p14:cNvPr>
                <p14:cNvContentPartPr/>
                <p14:nvPr/>
              </p14:nvContentPartPr>
              <p14:xfrm>
                <a:off x="7960657" y="5168501"/>
                <a:ext cx="330840" cy="198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E99B9A1-B173-83C8-8143-254D708F2D1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54537" y="5162381"/>
                  <a:ext cx="3430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9A9A627-B796-E5CF-2A45-626B502DF357}"/>
                    </a:ext>
                  </a:extLst>
                </p14:cNvPr>
                <p14:cNvContentPartPr/>
                <p14:nvPr/>
              </p14:nvContentPartPr>
              <p14:xfrm>
                <a:off x="6670777" y="3231228"/>
                <a:ext cx="1021680" cy="1616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9A9A627-B796-E5CF-2A45-626B502DF35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64657" y="3225108"/>
                  <a:ext cx="1033920" cy="162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8077872-7604-8ADA-AA50-8FC0E33E8590}"/>
                    </a:ext>
                  </a:extLst>
                </p14:cNvPr>
                <p14:cNvContentPartPr/>
                <p14:nvPr/>
              </p14:nvContentPartPr>
              <p14:xfrm>
                <a:off x="6170377" y="4285308"/>
                <a:ext cx="547560" cy="546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8077872-7604-8ADA-AA50-8FC0E33E859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164257" y="4279188"/>
                  <a:ext cx="55980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BD78E36-75C5-883E-A3AF-59CDB3BA0D37}"/>
                    </a:ext>
                  </a:extLst>
                </p14:cNvPr>
                <p14:cNvContentPartPr/>
                <p14:nvPr/>
              </p14:nvContentPartPr>
              <p14:xfrm>
                <a:off x="6136537" y="4645308"/>
                <a:ext cx="205920" cy="263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BD78E36-75C5-883E-A3AF-59CDB3BA0D3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30417" y="4639188"/>
                  <a:ext cx="2181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994765A-EC65-CE8F-9F36-8589DF5D635B}"/>
                    </a:ext>
                  </a:extLst>
                </p14:cNvPr>
                <p14:cNvContentPartPr/>
                <p14:nvPr/>
              </p14:nvContentPartPr>
              <p14:xfrm>
                <a:off x="5500057" y="5010348"/>
                <a:ext cx="212400" cy="39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994765A-EC65-CE8F-9F36-8589DF5D635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493937" y="5004228"/>
                  <a:ext cx="2246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0BD2A4A-8DEE-75DA-FE44-51AD945E2CFE}"/>
                    </a:ext>
                  </a:extLst>
                </p14:cNvPr>
                <p14:cNvContentPartPr/>
                <p14:nvPr/>
              </p14:nvContentPartPr>
              <p14:xfrm>
                <a:off x="5755657" y="4943028"/>
                <a:ext cx="75600" cy="175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0BD2A4A-8DEE-75DA-FE44-51AD945E2CF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749537" y="4936908"/>
                  <a:ext cx="878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9EE99B0-CCC0-C9DC-7994-8B0079EC8357}"/>
                    </a:ext>
                  </a:extLst>
                </p14:cNvPr>
                <p14:cNvContentPartPr/>
                <p14:nvPr/>
              </p14:nvContentPartPr>
              <p14:xfrm>
                <a:off x="5905417" y="4906308"/>
                <a:ext cx="18000" cy="203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9EE99B0-CCC0-C9DC-7994-8B0079EC835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899297" y="4900188"/>
                  <a:ext cx="302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401B7AE-36C8-20BA-0FE7-1729492B1944}"/>
                    </a:ext>
                  </a:extLst>
                </p14:cNvPr>
                <p14:cNvContentPartPr/>
                <p14:nvPr/>
              </p14:nvContentPartPr>
              <p14:xfrm>
                <a:off x="5777257" y="5015028"/>
                <a:ext cx="310680" cy="91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401B7AE-36C8-20BA-0FE7-1729492B194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771137" y="5008908"/>
                  <a:ext cx="322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C445CA4-31D0-29A9-9A1C-C7B566751612}"/>
                    </a:ext>
                  </a:extLst>
                </p14:cNvPr>
                <p14:cNvContentPartPr/>
                <p14:nvPr/>
              </p14:nvContentPartPr>
              <p14:xfrm>
                <a:off x="6107737" y="5007468"/>
                <a:ext cx="124920" cy="71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C445CA4-31D0-29A9-9A1C-C7B56675161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01617" y="5001348"/>
                  <a:ext cx="1371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08A692D-2649-98AD-533C-1605BB182F54}"/>
                    </a:ext>
                  </a:extLst>
                </p14:cNvPr>
                <p14:cNvContentPartPr/>
                <p14:nvPr/>
              </p14:nvContentPartPr>
              <p14:xfrm>
                <a:off x="6249577" y="4863828"/>
                <a:ext cx="76320" cy="184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08A692D-2649-98AD-533C-1605BB182F5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243457" y="4857708"/>
                  <a:ext cx="88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3D5DD67-46A1-2CB1-C243-8F48B588F116}"/>
                    </a:ext>
                  </a:extLst>
                </p14:cNvPr>
                <p14:cNvContentPartPr/>
                <p14:nvPr/>
              </p14:nvContentPartPr>
              <p14:xfrm>
                <a:off x="6344977" y="4871748"/>
                <a:ext cx="15840" cy="194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3D5DD67-46A1-2CB1-C243-8F48B588F11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338857" y="4865628"/>
                  <a:ext cx="280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0A2632E-91B1-D783-564B-212E3F03B8A9}"/>
                    </a:ext>
                  </a:extLst>
                </p14:cNvPr>
                <p14:cNvContentPartPr/>
                <p14:nvPr/>
              </p14:nvContentPartPr>
              <p14:xfrm>
                <a:off x="6369097" y="4976868"/>
                <a:ext cx="110880" cy="104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0A2632E-91B1-D783-564B-212E3F03B8A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62977" y="4970748"/>
                  <a:ext cx="123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B6E6110-BFD7-C8F5-3ABF-5BAED887E1A8}"/>
                    </a:ext>
                  </a:extLst>
                </p14:cNvPr>
                <p14:cNvContentPartPr/>
                <p14:nvPr/>
              </p14:nvContentPartPr>
              <p14:xfrm>
                <a:off x="6456937" y="4944828"/>
                <a:ext cx="115920" cy="231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B6E6110-BFD7-C8F5-3ABF-5BAED887E1A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50817" y="4938708"/>
                  <a:ext cx="1281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3CFC9C8-2FB4-F57F-4B86-221602BACDAA}"/>
                    </a:ext>
                  </a:extLst>
                </p14:cNvPr>
                <p14:cNvContentPartPr/>
                <p14:nvPr/>
              </p14:nvContentPartPr>
              <p14:xfrm>
                <a:off x="6657457" y="4936548"/>
                <a:ext cx="106920" cy="163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3CFC9C8-2FB4-F57F-4B86-221602BACDA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51337" y="4930428"/>
                  <a:ext cx="1191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B327301-DC6F-2881-F83A-25987A8895BD}"/>
                    </a:ext>
                  </a:extLst>
                </p14:cNvPr>
                <p14:cNvContentPartPr/>
                <p14:nvPr/>
              </p14:nvContentPartPr>
              <p14:xfrm>
                <a:off x="6762937" y="4994148"/>
                <a:ext cx="101880" cy="120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B327301-DC6F-2881-F83A-25987A8895B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756817" y="4988028"/>
                  <a:ext cx="114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3FBAE1C-68D3-6FE2-BE28-5572FECD5A1F}"/>
                    </a:ext>
                  </a:extLst>
                </p14:cNvPr>
                <p14:cNvContentPartPr/>
                <p14:nvPr/>
              </p14:nvContentPartPr>
              <p14:xfrm>
                <a:off x="6888937" y="4890108"/>
                <a:ext cx="90720" cy="183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3FBAE1C-68D3-6FE2-BE28-5572FECD5A1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882817" y="4883988"/>
                  <a:ext cx="1029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7A0B924-A1B4-29C0-3A46-BB508B9917E1}"/>
                    </a:ext>
                  </a:extLst>
                </p14:cNvPr>
                <p14:cNvContentPartPr/>
                <p14:nvPr/>
              </p14:nvContentPartPr>
              <p14:xfrm>
                <a:off x="7009897" y="4924668"/>
                <a:ext cx="10440" cy="128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7A0B924-A1B4-29C0-3A46-BB508B9917E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03777" y="4918548"/>
                  <a:ext cx="226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1A7A80E-AA61-8667-FDE8-B9ED92C88F27}"/>
                    </a:ext>
                  </a:extLst>
                </p14:cNvPr>
                <p14:cNvContentPartPr/>
                <p14:nvPr/>
              </p14:nvContentPartPr>
              <p14:xfrm>
                <a:off x="7061017" y="4924308"/>
                <a:ext cx="211320" cy="185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1A7A80E-AA61-8667-FDE8-B9ED92C88F2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054897" y="4918188"/>
                  <a:ext cx="2235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E5DEA9A-756D-FA00-B2C8-23906DA2B933}"/>
                    </a:ext>
                  </a:extLst>
                </p14:cNvPr>
                <p14:cNvContentPartPr/>
                <p14:nvPr/>
              </p14:nvContentPartPr>
              <p14:xfrm>
                <a:off x="7283137" y="4963548"/>
                <a:ext cx="102240" cy="142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E5DEA9A-756D-FA00-B2C8-23906DA2B93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277017" y="4957428"/>
                  <a:ext cx="1144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DD170DB-7F98-8B9D-0DA7-43B18A8D4777}"/>
                    </a:ext>
                  </a:extLst>
                </p14:cNvPr>
                <p14:cNvContentPartPr/>
                <p14:nvPr/>
              </p14:nvContentPartPr>
              <p14:xfrm>
                <a:off x="5528137" y="5355588"/>
                <a:ext cx="212040" cy="19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D170DB-7F98-8B9D-0DA7-43B18A8D477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522017" y="5349468"/>
                  <a:ext cx="2242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61740E8-86D5-F5EB-8C84-A91F543D471B}"/>
                    </a:ext>
                  </a:extLst>
                </p14:cNvPr>
                <p14:cNvContentPartPr/>
                <p14:nvPr/>
              </p14:nvContentPartPr>
              <p14:xfrm>
                <a:off x="5844217" y="5192508"/>
                <a:ext cx="212040" cy="223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61740E8-86D5-F5EB-8C84-A91F543D471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838097" y="5186388"/>
                  <a:ext cx="2242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4855E73-2FD6-943E-152B-078CFAEB1F4D}"/>
                    </a:ext>
                  </a:extLst>
                </p14:cNvPr>
                <p14:cNvContentPartPr/>
                <p14:nvPr/>
              </p14:nvContentPartPr>
              <p14:xfrm>
                <a:off x="6040057" y="5312388"/>
                <a:ext cx="86760" cy="97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4855E73-2FD6-943E-152B-078CFAEB1F4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033937" y="5306268"/>
                  <a:ext cx="990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54012E2-0999-F548-3C43-15A6C5FE9A9E}"/>
                    </a:ext>
                  </a:extLst>
                </p14:cNvPr>
                <p14:cNvContentPartPr/>
                <p14:nvPr/>
              </p14:nvContentPartPr>
              <p14:xfrm>
                <a:off x="6161737" y="5307348"/>
                <a:ext cx="126000" cy="68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54012E2-0999-F548-3C43-15A6C5FE9A9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155617" y="5301228"/>
                  <a:ext cx="1382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774A0D2-42BE-8D5C-37DD-85184FF0A931}"/>
                    </a:ext>
                  </a:extLst>
                </p14:cNvPr>
                <p14:cNvContentPartPr/>
                <p14:nvPr/>
              </p14:nvContentPartPr>
              <p14:xfrm>
                <a:off x="6307177" y="5226708"/>
                <a:ext cx="104760" cy="145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774A0D2-42BE-8D5C-37DD-85184FF0A93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301057" y="5220588"/>
                  <a:ext cx="1170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CE50E37-6340-0F0E-74BF-3FB52284C403}"/>
                    </a:ext>
                  </a:extLst>
                </p14:cNvPr>
                <p14:cNvContentPartPr/>
                <p14:nvPr/>
              </p14:nvContentPartPr>
              <p14:xfrm>
                <a:off x="6450457" y="5256228"/>
                <a:ext cx="97920" cy="105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CE50E37-6340-0F0E-74BF-3FB52284C40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444337" y="5250108"/>
                  <a:ext cx="110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3B0A48E-D2B4-E373-0F19-030B8E790AB6}"/>
                    </a:ext>
                  </a:extLst>
                </p14:cNvPr>
                <p14:cNvContentPartPr/>
                <p14:nvPr/>
              </p14:nvContentPartPr>
              <p14:xfrm>
                <a:off x="6570697" y="5213028"/>
                <a:ext cx="23760" cy="144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3B0A48E-D2B4-E373-0F19-030B8E790AB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564577" y="5206908"/>
                  <a:ext cx="36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75F5776-5F8D-2475-0270-D3B69A488750}"/>
                    </a:ext>
                  </a:extLst>
                </p14:cNvPr>
                <p14:cNvContentPartPr/>
                <p14:nvPr/>
              </p14:nvContentPartPr>
              <p14:xfrm>
                <a:off x="6681577" y="5189988"/>
                <a:ext cx="226800" cy="156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75F5776-5F8D-2475-0270-D3B69A48875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675457" y="5183868"/>
                  <a:ext cx="2390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CE520C7-A708-38ED-3586-B2C8150B829F}"/>
                    </a:ext>
                  </a:extLst>
                </p14:cNvPr>
                <p14:cNvContentPartPr/>
                <p14:nvPr/>
              </p14:nvContentPartPr>
              <p14:xfrm>
                <a:off x="7018537" y="5155788"/>
                <a:ext cx="117720" cy="195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CE520C7-A708-38ED-3586-B2C8150B829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012417" y="5149668"/>
                  <a:ext cx="1299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786C2D9-9DBB-EB48-03B2-BCF673245DBF}"/>
                    </a:ext>
                  </a:extLst>
                </p14:cNvPr>
                <p14:cNvContentPartPr/>
                <p14:nvPr/>
              </p14:nvContentPartPr>
              <p14:xfrm>
                <a:off x="7181617" y="5203668"/>
                <a:ext cx="211680" cy="86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786C2D9-9DBB-EB48-03B2-BCF673245DB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175497" y="5197548"/>
                  <a:ext cx="2239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7F4FECE-C3EE-4A5F-9658-49F03C98E622}"/>
                    </a:ext>
                  </a:extLst>
                </p14:cNvPr>
                <p14:cNvContentPartPr/>
                <p14:nvPr/>
              </p14:nvContentPartPr>
              <p14:xfrm>
                <a:off x="7391857" y="5142108"/>
                <a:ext cx="143280" cy="96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7F4FECE-C3EE-4A5F-9658-49F03C98E62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385737" y="5135988"/>
                  <a:ext cx="1555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9709418-22A1-B820-2B3B-91528FA67127}"/>
                    </a:ext>
                  </a:extLst>
                </p14:cNvPr>
                <p14:cNvContentPartPr/>
                <p14:nvPr/>
              </p14:nvContentPartPr>
              <p14:xfrm>
                <a:off x="7545217" y="5104668"/>
                <a:ext cx="26280" cy="169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9709418-22A1-B820-2B3B-91528FA6712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539097" y="5098548"/>
                  <a:ext cx="38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F3CB384-19A6-BD82-BD08-24934C6279FC}"/>
                    </a:ext>
                  </a:extLst>
                </p14:cNvPr>
                <p14:cNvContentPartPr/>
                <p14:nvPr/>
              </p14:nvContentPartPr>
              <p14:xfrm>
                <a:off x="7601017" y="5176668"/>
                <a:ext cx="87480" cy="72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F3CB384-19A6-BD82-BD08-24934C6279F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594897" y="5170548"/>
                  <a:ext cx="997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5EA0EB1-3675-02AC-6139-33901C29AA80}"/>
                    </a:ext>
                  </a:extLst>
                </p14:cNvPr>
                <p14:cNvContentPartPr/>
                <p14:nvPr/>
              </p14:nvContentPartPr>
              <p14:xfrm>
                <a:off x="7631257" y="5159388"/>
                <a:ext cx="150840" cy="236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5EA0EB1-3675-02AC-6139-33901C29AA8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625137" y="5153268"/>
                  <a:ext cx="1630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7702CD1-6C4B-2396-A09B-4A30B5A52A04}"/>
                    </a:ext>
                  </a:extLst>
                </p14:cNvPr>
                <p14:cNvContentPartPr/>
                <p14:nvPr/>
              </p14:nvContentPartPr>
              <p14:xfrm>
                <a:off x="2138377" y="3565668"/>
                <a:ext cx="1585080" cy="1190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7702CD1-6C4B-2396-A09B-4A30B5A52A0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132257" y="3559548"/>
                  <a:ext cx="1597320" cy="12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BDA2515-E26F-9DB6-BF97-CB7B2368FBC5}"/>
                    </a:ext>
                  </a:extLst>
                </p14:cNvPr>
                <p14:cNvContentPartPr/>
                <p14:nvPr/>
              </p14:nvContentPartPr>
              <p14:xfrm>
                <a:off x="3759097" y="3393228"/>
                <a:ext cx="915120" cy="754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BDA2515-E26F-9DB6-BF97-CB7B2368FBC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752977" y="3387108"/>
                  <a:ext cx="92736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00FF8BB-9673-6E2B-236B-77D3759DBC85}"/>
                    </a:ext>
                  </a:extLst>
                </p14:cNvPr>
                <p14:cNvContentPartPr/>
                <p14:nvPr/>
              </p14:nvContentPartPr>
              <p14:xfrm>
                <a:off x="4456417" y="4049148"/>
                <a:ext cx="1038960" cy="785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00FF8BB-9673-6E2B-236B-77D3759DBC8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450297" y="4043028"/>
                  <a:ext cx="1051200" cy="7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51BBA42-38F4-EF71-4DDE-0EC2FA309E08}"/>
                    </a:ext>
                  </a:extLst>
                </p14:cNvPr>
                <p14:cNvContentPartPr/>
                <p14:nvPr/>
              </p14:nvContentPartPr>
              <p14:xfrm>
                <a:off x="3405577" y="4499148"/>
                <a:ext cx="1640880" cy="482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51BBA42-38F4-EF71-4DDE-0EC2FA309E0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399457" y="4493028"/>
                  <a:ext cx="165312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4DA1BCC-C3E3-A1F9-8405-18F9F04C798C}"/>
                    </a:ext>
                  </a:extLst>
                </p14:cNvPr>
                <p14:cNvContentPartPr/>
                <p14:nvPr/>
              </p14:nvContentPartPr>
              <p14:xfrm>
                <a:off x="4919377" y="3206388"/>
                <a:ext cx="553320" cy="575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4DA1BCC-C3E3-A1F9-8405-18F9F04C798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913257" y="3200268"/>
                  <a:ext cx="56556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20CA1F3-7C55-5C29-D73B-9C6459D0940E}"/>
                    </a:ext>
                  </a:extLst>
                </p14:cNvPr>
                <p14:cNvContentPartPr/>
                <p14:nvPr/>
              </p14:nvContentPartPr>
              <p14:xfrm>
                <a:off x="6132937" y="3173628"/>
                <a:ext cx="452160" cy="457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20CA1F3-7C55-5C29-D73B-9C6459D0940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126817" y="3167508"/>
                  <a:ext cx="46440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0768788-1C26-E1C5-7E7E-F3DE34498C39}"/>
                    </a:ext>
                  </a:extLst>
                </p14:cNvPr>
                <p14:cNvContentPartPr/>
                <p14:nvPr/>
              </p14:nvContentPartPr>
              <p14:xfrm>
                <a:off x="5280097" y="3789948"/>
                <a:ext cx="468720" cy="850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0768788-1C26-E1C5-7E7E-F3DE34498C3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273977" y="3783828"/>
                  <a:ext cx="480960" cy="86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9200828-49A2-175B-F770-539712BE7CB9}"/>
                    </a:ext>
                  </a:extLst>
                </p14:cNvPr>
                <p14:cNvContentPartPr/>
                <p14:nvPr/>
              </p14:nvContentPartPr>
              <p14:xfrm>
                <a:off x="6016657" y="3626868"/>
                <a:ext cx="416880" cy="917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9200828-49A2-175B-F770-539712BE7CB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010537" y="3620748"/>
                  <a:ext cx="429120" cy="929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42352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E94CC-A8B3-8EF7-EB5C-B8E576A1F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5C6278-D164-1CAA-ABDF-97EACA1DC3EF}"/>
                  </a:ext>
                </a:extLst>
              </p14:cNvPr>
              <p14:cNvContentPartPr/>
              <p14:nvPr/>
            </p14:nvContentPartPr>
            <p14:xfrm>
              <a:off x="2835337" y="1066908"/>
              <a:ext cx="1277280" cy="3582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5C6278-D164-1CAA-ABDF-97EACA1DC3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9217" y="1060788"/>
                <a:ext cx="1289520" cy="3594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9CF3C2C-84DC-5E82-CC07-3DDA48B6C647}"/>
              </a:ext>
            </a:extLst>
          </p:cNvPr>
          <p:cNvSpPr txBox="1"/>
          <p:nvPr/>
        </p:nvSpPr>
        <p:spPr>
          <a:xfrm>
            <a:off x="4031226" y="4778476"/>
            <a:ext cx="21630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electric poll on the top of  road may cause fatal crash</a:t>
            </a:r>
            <a:endParaRPr lang="bn-IN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686CA5B-7086-2067-57C3-28C840DB520A}"/>
                  </a:ext>
                </a:extLst>
              </p14:cNvPr>
              <p14:cNvContentPartPr/>
              <p14:nvPr/>
            </p14:nvContentPartPr>
            <p14:xfrm>
              <a:off x="6028897" y="3178781"/>
              <a:ext cx="16200" cy="34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86CA5B-7086-2067-57C3-28C840DB52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22777" y="3172661"/>
                <a:ext cx="28440" cy="4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D798F125-D131-92A5-BD4A-69CB47C4C2DE}"/>
              </a:ext>
            </a:extLst>
          </p:cNvPr>
          <p:cNvGrpSpPr/>
          <p:nvPr/>
        </p:nvGrpSpPr>
        <p:grpSpPr>
          <a:xfrm>
            <a:off x="3882937" y="3992381"/>
            <a:ext cx="546480" cy="814680"/>
            <a:chOff x="3882937" y="3992381"/>
            <a:chExt cx="546480" cy="81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A7EA3CC-FC3D-D254-AA1E-CA11D568DAE5}"/>
                    </a:ext>
                  </a:extLst>
                </p14:cNvPr>
                <p14:cNvContentPartPr/>
                <p14:nvPr/>
              </p14:nvContentPartPr>
              <p14:xfrm>
                <a:off x="3916417" y="4070141"/>
                <a:ext cx="513000" cy="736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A7EA3CC-FC3D-D254-AA1E-CA11D568DAE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10297" y="4064021"/>
                  <a:ext cx="525240" cy="7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8E632CD-4E3F-27D2-1699-6E9B3F408180}"/>
                    </a:ext>
                  </a:extLst>
                </p14:cNvPr>
                <p14:cNvContentPartPr/>
                <p14:nvPr/>
              </p14:nvContentPartPr>
              <p14:xfrm>
                <a:off x="3882937" y="3992381"/>
                <a:ext cx="239040" cy="308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8E632CD-4E3F-27D2-1699-6E9B3F40818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876817" y="3986261"/>
                  <a:ext cx="251280" cy="321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34878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47CBFA-7CC4-9CEA-C072-C052F89AE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832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F8EF23-B124-64EC-F7D5-CF11294E0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2743AE8-D012-742C-3DE8-3328343308B8}"/>
                  </a:ext>
                </a:extLst>
              </p14:cNvPr>
              <p14:cNvContentPartPr/>
              <p14:nvPr/>
            </p14:nvContentPartPr>
            <p14:xfrm>
              <a:off x="8709097" y="3249701"/>
              <a:ext cx="1553040" cy="928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2743AE8-D012-742C-3DE8-3328343308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02977" y="3243581"/>
                <a:ext cx="1565280" cy="9410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99945ED-4D79-11DA-9725-915091A1F321}"/>
              </a:ext>
            </a:extLst>
          </p:cNvPr>
          <p:cNvSpPr txBox="1"/>
          <p:nvPr/>
        </p:nvSpPr>
        <p:spPr>
          <a:xfrm>
            <a:off x="7521677" y="4336026"/>
            <a:ext cx="3093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footpath are occupied  by homeless people</a:t>
            </a:r>
            <a:endParaRPr lang="bn-IN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02240D4-FD9A-1C9C-FDC8-579F0F851B44}"/>
                  </a:ext>
                </a:extLst>
              </p14:cNvPr>
              <p14:cNvContentPartPr/>
              <p14:nvPr/>
            </p14:nvContentPartPr>
            <p14:xfrm>
              <a:off x="1721857" y="3306828"/>
              <a:ext cx="3026880" cy="1229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02240D4-FD9A-1C9C-FDC8-579F0F851B4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5737" y="3300708"/>
                <a:ext cx="3039120" cy="12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456797A-1B81-A529-C913-B4E495E75A7B}"/>
                  </a:ext>
                </a:extLst>
              </p14:cNvPr>
              <p14:cNvContentPartPr/>
              <p14:nvPr/>
            </p14:nvContentPartPr>
            <p14:xfrm>
              <a:off x="4886257" y="3136188"/>
              <a:ext cx="349200" cy="472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456797A-1B81-A529-C913-B4E495E75A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80137" y="3130068"/>
                <a:ext cx="361440" cy="48456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F569735-3230-54A9-7AB6-322839E2A7FF}"/>
              </a:ext>
            </a:extLst>
          </p:cNvPr>
          <p:cNvSpPr txBox="1"/>
          <p:nvPr/>
        </p:nvSpPr>
        <p:spPr>
          <a:xfrm>
            <a:off x="1841515" y="5142936"/>
            <a:ext cx="3393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Not a pedestrian friendly footpath</a:t>
            </a:r>
            <a:endParaRPr lang="bn-IN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87FA6-24D4-F9F6-CEA9-E54FB6D1735E}"/>
              </a:ext>
            </a:extLst>
          </p:cNvPr>
          <p:cNvSpPr txBox="1"/>
          <p:nvPr/>
        </p:nvSpPr>
        <p:spPr>
          <a:xfrm>
            <a:off x="5060857" y="3736682"/>
            <a:ext cx="304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electric poll on the top of road</a:t>
            </a:r>
            <a:endParaRPr lang="bn-IN" dirty="0">
              <a:highlight>
                <a:srgbClr val="FFFF00"/>
              </a:highlight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C6F6C1E-CEA1-C382-BDFE-7D4E0EBF1BF1}"/>
              </a:ext>
            </a:extLst>
          </p:cNvPr>
          <p:cNvGrpSpPr/>
          <p:nvPr/>
        </p:nvGrpSpPr>
        <p:grpSpPr>
          <a:xfrm>
            <a:off x="5222497" y="3361908"/>
            <a:ext cx="435240" cy="453240"/>
            <a:chOff x="5222497" y="3361908"/>
            <a:chExt cx="435240" cy="45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E35FECE-506E-B061-BAD8-FE3C92B434B7}"/>
                    </a:ext>
                  </a:extLst>
                </p14:cNvPr>
                <p14:cNvContentPartPr/>
                <p14:nvPr/>
              </p14:nvContentPartPr>
              <p14:xfrm>
                <a:off x="5222497" y="3361908"/>
                <a:ext cx="404280" cy="374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E35FECE-506E-B061-BAD8-FE3C92B434B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16377" y="3355788"/>
                  <a:ext cx="4165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0B37553-E13A-F5BB-ED86-B3F37A6BECD8}"/>
                    </a:ext>
                  </a:extLst>
                </p14:cNvPr>
                <p14:cNvContentPartPr/>
                <p14:nvPr/>
              </p14:nvContentPartPr>
              <p14:xfrm>
                <a:off x="5479177" y="3693828"/>
                <a:ext cx="178560" cy="121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0B37553-E13A-F5BB-ED86-B3F37A6BECD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73057" y="3687708"/>
                  <a:ext cx="19080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DA6DAF2-5B7B-5C1D-86EB-384478CF814A}"/>
              </a:ext>
            </a:extLst>
          </p:cNvPr>
          <p:cNvGrpSpPr/>
          <p:nvPr/>
        </p:nvGrpSpPr>
        <p:grpSpPr>
          <a:xfrm>
            <a:off x="7466737" y="3271908"/>
            <a:ext cx="1118520" cy="550440"/>
            <a:chOff x="7466737" y="3271908"/>
            <a:chExt cx="1118520" cy="55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DCB7F79-DEB0-5820-3615-794A65DB5192}"/>
                    </a:ext>
                  </a:extLst>
                </p14:cNvPr>
                <p14:cNvContentPartPr/>
                <p14:nvPr/>
              </p14:nvContentPartPr>
              <p14:xfrm>
                <a:off x="8143177" y="3271908"/>
                <a:ext cx="442080" cy="443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DCB7F79-DEB0-5820-3615-794A65DB519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37057" y="3265788"/>
                  <a:ext cx="45432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0B88A48-588F-6CC8-9392-CD22EA74152B}"/>
                    </a:ext>
                  </a:extLst>
                </p14:cNvPr>
                <p14:cNvContentPartPr/>
                <p14:nvPr/>
              </p14:nvContentPartPr>
              <p14:xfrm>
                <a:off x="7515697" y="3606348"/>
                <a:ext cx="651240" cy="177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0B88A48-588F-6CC8-9392-CD22EA74152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509577" y="3600228"/>
                  <a:ext cx="663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0B7C92A-48FA-745D-9E59-BC08A959A955}"/>
                    </a:ext>
                  </a:extLst>
                </p14:cNvPr>
                <p14:cNvContentPartPr/>
                <p14:nvPr/>
              </p14:nvContentPartPr>
              <p14:xfrm>
                <a:off x="7466737" y="3698148"/>
                <a:ext cx="208800" cy="124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0B7C92A-48FA-745D-9E59-BC08A959A95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460617" y="3692028"/>
                  <a:ext cx="22104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D4F221-EF0C-AFEE-D92E-2D0E5B0EF7E0}"/>
              </a:ext>
            </a:extLst>
          </p:cNvPr>
          <p:cNvGrpSpPr/>
          <p:nvPr/>
        </p:nvGrpSpPr>
        <p:grpSpPr>
          <a:xfrm>
            <a:off x="3014617" y="4373868"/>
            <a:ext cx="343800" cy="892800"/>
            <a:chOff x="3014617" y="4373868"/>
            <a:chExt cx="343800" cy="89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A12B3ED-9CB8-D30E-2AA7-68CF369545D0}"/>
                    </a:ext>
                  </a:extLst>
                </p14:cNvPr>
                <p14:cNvContentPartPr/>
                <p14:nvPr/>
              </p14:nvContentPartPr>
              <p14:xfrm>
                <a:off x="3014617" y="4373868"/>
                <a:ext cx="251280" cy="892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A12B3ED-9CB8-D30E-2AA7-68CF369545D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008497" y="4367748"/>
                  <a:ext cx="263520" cy="90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7D32CCD-BBD2-62DA-3041-CDD7A069C0A1}"/>
                    </a:ext>
                  </a:extLst>
                </p14:cNvPr>
                <p14:cNvContentPartPr/>
                <p14:nvPr/>
              </p14:nvContentPartPr>
              <p14:xfrm>
                <a:off x="3098857" y="5099268"/>
                <a:ext cx="259560" cy="146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7D32CCD-BBD2-62DA-3041-CDD7A069C0A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92737" y="5093148"/>
                  <a:ext cx="27180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B9A6D0-BCA0-BA8E-154D-A9F547E6AA28}"/>
              </a:ext>
            </a:extLst>
          </p:cNvPr>
          <p:cNvGrpSpPr/>
          <p:nvPr/>
        </p:nvGrpSpPr>
        <p:grpSpPr>
          <a:xfrm>
            <a:off x="8898817" y="4111788"/>
            <a:ext cx="317160" cy="325080"/>
            <a:chOff x="8898817" y="4111788"/>
            <a:chExt cx="31716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B30767F-1B91-538F-D60D-D8FAF8C816EA}"/>
                    </a:ext>
                  </a:extLst>
                </p14:cNvPr>
                <p14:cNvContentPartPr/>
                <p14:nvPr/>
              </p14:nvContentPartPr>
              <p14:xfrm>
                <a:off x="8967577" y="4111788"/>
                <a:ext cx="248400" cy="298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B30767F-1B91-538F-D60D-D8FAF8C816E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961457" y="4105668"/>
                  <a:ext cx="2606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79B1CAF-D470-FE96-A6BB-BA0AE34107C1}"/>
                    </a:ext>
                  </a:extLst>
                </p14:cNvPr>
                <p14:cNvContentPartPr/>
                <p14:nvPr/>
              </p14:nvContentPartPr>
              <p14:xfrm>
                <a:off x="8898817" y="4323828"/>
                <a:ext cx="249840" cy="113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79B1CAF-D470-FE96-A6BB-BA0AE34107C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892697" y="4317708"/>
                  <a:ext cx="262080" cy="12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67668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8F3FF-E5E0-4315-80B6-242B4258C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130" y="-80081"/>
            <a:ext cx="903906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04C3010-0997-9659-B18A-2B9FF5425C72}"/>
                  </a:ext>
                </a:extLst>
              </p14:cNvPr>
              <p14:cNvContentPartPr/>
              <p14:nvPr/>
            </p14:nvContentPartPr>
            <p14:xfrm>
              <a:off x="2761402" y="2828587"/>
              <a:ext cx="1204200" cy="1398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04C3010-0997-9659-B18A-2B9FF5425C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55282" y="2822467"/>
                <a:ext cx="1216440" cy="14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AE80F9D-4682-7EBA-834E-0FFB0726575D}"/>
                  </a:ext>
                </a:extLst>
              </p14:cNvPr>
              <p14:cNvContentPartPr/>
              <p14:nvPr/>
            </p14:nvContentPartPr>
            <p14:xfrm>
              <a:off x="3971362" y="2652187"/>
              <a:ext cx="954000" cy="1036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AE80F9D-4682-7EBA-834E-0FFB072657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65242" y="2646067"/>
                <a:ext cx="966240" cy="104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C96BA97A-7020-32F6-8D49-3B1C9EDD0962}"/>
              </a:ext>
            </a:extLst>
          </p:cNvPr>
          <p:cNvGrpSpPr/>
          <p:nvPr/>
        </p:nvGrpSpPr>
        <p:grpSpPr>
          <a:xfrm>
            <a:off x="3551602" y="4204867"/>
            <a:ext cx="194400" cy="405000"/>
            <a:chOff x="3531937" y="4284948"/>
            <a:chExt cx="194400" cy="40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253BC85-C6FB-872D-D435-5A530A8BE5F0}"/>
                    </a:ext>
                  </a:extLst>
                </p14:cNvPr>
                <p14:cNvContentPartPr/>
                <p14:nvPr/>
              </p14:nvContentPartPr>
              <p14:xfrm>
                <a:off x="3566137" y="4284948"/>
                <a:ext cx="83160" cy="329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253BC85-C6FB-872D-D435-5A530A8BE5F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60017" y="4278828"/>
                  <a:ext cx="954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0578268-9A83-CA20-CA5F-03BD92E32F5F}"/>
                    </a:ext>
                  </a:extLst>
                </p14:cNvPr>
                <p14:cNvContentPartPr/>
                <p14:nvPr/>
              </p14:nvContentPartPr>
              <p14:xfrm>
                <a:off x="3531937" y="4504908"/>
                <a:ext cx="194400" cy="185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0578268-9A83-CA20-CA5F-03BD92E32F5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25817" y="4498788"/>
                  <a:ext cx="206640" cy="197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7355B90-AE5A-3E93-6F96-ECA59444CCDB}"/>
              </a:ext>
            </a:extLst>
          </p:cNvPr>
          <p:cNvSpPr txBox="1"/>
          <p:nvPr/>
        </p:nvSpPr>
        <p:spPr>
          <a:xfrm>
            <a:off x="2856548" y="4779507"/>
            <a:ext cx="20152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FFFF00"/>
                </a:highlight>
              </a:rPr>
              <a:t>illegal shops, create side friction</a:t>
            </a:r>
            <a:endParaRPr lang="bn-IN" sz="1100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000259E-82DF-B433-BE33-27D5CC5CCE0D}"/>
                  </a:ext>
                </a:extLst>
              </p14:cNvPr>
              <p14:cNvContentPartPr/>
              <p14:nvPr/>
            </p14:nvContentPartPr>
            <p14:xfrm>
              <a:off x="7146922" y="4010940"/>
              <a:ext cx="5760" cy="136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000259E-82DF-B433-BE33-27D5CC5CCE0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40802" y="4004820"/>
                <a:ext cx="1800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DDADE7B-4409-B48A-F3DD-AD26E38AF531}"/>
                  </a:ext>
                </a:extLst>
              </p14:cNvPr>
              <p14:cNvContentPartPr/>
              <p14:nvPr/>
            </p14:nvContentPartPr>
            <p14:xfrm>
              <a:off x="6189682" y="2882340"/>
              <a:ext cx="1145880" cy="10933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DDADE7B-4409-B48A-F3DD-AD26E38AF53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83562" y="2876220"/>
                <a:ext cx="1158120" cy="110556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438A4DB-F00E-73EA-C8F1-DE9B22659639}"/>
              </a:ext>
            </a:extLst>
          </p:cNvPr>
          <p:cNvSpPr txBox="1"/>
          <p:nvPr/>
        </p:nvSpPr>
        <p:spPr>
          <a:xfrm>
            <a:off x="6002319" y="2451453"/>
            <a:ext cx="17501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highlight>
                  <a:srgbClr val="FFFF00"/>
                </a:highlight>
              </a:rPr>
              <a:t>high volume of pedestrian , but no zebra crossing</a:t>
            </a:r>
            <a:endParaRPr lang="bn-IN" sz="1100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1C17412-B8DB-0689-4220-565C16573861}"/>
                  </a:ext>
                </a:extLst>
              </p14:cNvPr>
              <p14:cNvContentPartPr/>
              <p14:nvPr/>
            </p14:nvContentPartPr>
            <p14:xfrm>
              <a:off x="343777" y="1128604"/>
              <a:ext cx="7920" cy="136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1C17412-B8DB-0689-4220-565C1657386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37657" y="1122484"/>
                <a:ext cx="20160" cy="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EC54F8AD-0620-D693-CF7B-D90B4D2772DB}"/>
              </a:ext>
            </a:extLst>
          </p:cNvPr>
          <p:cNvGrpSpPr/>
          <p:nvPr/>
        </p:nvGrpSpPr>
        <p:grpSpPr>
          <a:xfrm>
            <a:off x="4250002" y="3328452"/>
            <a:ext cx="3480615" cy="1549800"/>
            <a:chOff x="4250002" y="3328452"/>
            <a:chExt cx="3480615" cy="154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711DDC5-510A-CAE1-CA10-B8578F29F890}"/>
                    </a:ext>
                  </a:extLst>
                </p14:cNvPr>
                <p14:cNvContentPartPr/>
                <p14:nvPr/>
              </p14:nvContentPartPr>
              <p14:xfrm>
                <a:off x="4316242" y="3707347"/>
                <a:ext cx="37440" cy="498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711DDC5-510A-CAE1-CA10-B8578F29F89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10122" y="3701227"/>
                  <a:ext cx="4968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A05DE3A-9E6A-BB95-1138-160F2E0035BD}"/>
                    </a:ext>
                  </a:extLst>
                </p14:cNvPr>
                <p14:cNvContentPartPr/>
                <p14:nvPr/>
              </p14:nvContentPartPr>
              <p14:xfrm>
                <a:off x="4250002" y="4073467"/>
                <a:ext cx="165240" cy="127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A05DE3A-9E6A-BB95-1138-160F2E0035B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243882" y="4067347"/>
                  <a:ext cx="1774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4C2A9BD-BF9C-2B36-9E7E-E25D8A4535D7}"/>
                    </a:ext>
                  </a:extLst>
                </p14:cNvPr>
                <p14:cNvContentPartPr/>
                <p14:nvPr/>
              </p14:nvContentPartPr>
              <p14:xfrm>
                <a:off x="4407817" y="3348252"/>
                <a:ext cx="2865240" cy="145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4C2A9BD-BF9C-2B36-9E7E-E25D8A4535D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01697" y="3342132"/>
                  <a:ext cx="28774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9153653-3587-E27D-D6FE-7B07E6AED5D3}"/>
                    </a:ext>
                  </a:extLst>
                </p14:cNvPr>
                <p14:cNvContentPartPr/>
                <p14:nvPr/>
              </p14:nvContentPartPr>
              <p14:xfrm>
                <a:off x="4254817" y="3635892"/>
                <a:ext cx="3176640" cy="81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9153653-3587-E27D-D6FE-7B07E6AED5D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248697" y="3629772"/>
                  <a:ext cx="31888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5BB35F-E96E-3004-D53F-B88001113A84}"/>
                    </a:ext>
                  </a:extLst>
                </p14:cNvPr>
                <p14:cNvContentPartPr/>
                <p14:nvPr/>
              </p14:nvContentPartPr>
              <p14:xfrm>
                <a:off x="4709857" y="3404412"/>
                <a:ext cx="321480" cy="348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5BB35F-E96E-3004-D53F-B88001113A8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703737" y="3398292"/>
                  <a:ext cx="33372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0AE8322-7E0F-4E29-4ABE-EADA1664B318}"/>
                    </a:ext>
                  </a:extLst>
                </p14:cNvPr>
                <p14:cNvContentPartPr/>
                <p14:nvPr/>
              </p14:nvContentPartPr>
              <p14:xfrm>
                <a:off x="5160577" y="3362652"/>
                <a:ext cx="232920" cy="315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0AE8322-7E0F-4E29-4ABE-EADA1664B31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154457" y="3356532"/>
                  <a:ext cx="2451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BD30911-4205-0D9F-E8BB-1BC1F519793F}"/>
                    </a:ext>
                  </a:extLst>
                </p14:cNvPr>
                <p14:cNvContentPartPr/>
                <p14:nvPr/>
              </p14:nvContentPartPr>
              <p14:xfrm>
                <a:off x="5577457" y="3328452"/>
                <a:ext cx="246600" cy="348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BD30911-4205-0D9F-E8BB-1BC1F519793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71337" y="3322332"/>
                  <a:ext cx="25884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8982841-3AEF-2271-1238-8795E7441C97}"/>
                    </a:ext>
                  </a:extLst>
                </p14:cNvPr>
                <p14:cNvContentPartPr/>
                <p14:nvPr/>
              </p14:nvContentPartPr>
              <p14:xfrm>
                <a:off x="5985337" y="3334212"/>
                <a:ext cx="308520" cy="353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8982841-3AEF-2271-1238-8795E7441C9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979217" y="3328092"/>
                  <a:ext cx="3207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9E8B609-E255-0AF8-37D1-658E9D23DE23}"/>
                    </a:ext>
                  </a:extLst>
                </p14:cNvPr>
                <p14:cNvContentPartPr/>
                <p14:nvPr/>
              </p14:nvContentPartPr>
              <p14:xfrm>
                <a:off x="6455497" y="3348252"/>
                <a:ext cx="296640" cy="318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9E8B609-E255-0AF8-37D1-658E9D23DE2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449377" y="3342132"/>
                  <a:ext cx="3088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DD1A186-B855-2530-DC67-748DECAD9C17}"/>
                    </a:ext>
                  </a:extLst>
                </p14:cNvPr>
                <p14:cNvContentPartPr/>
                <p14:nvPr/>
              </p14:nvContentPartPr>
              <p14:xfrm>
                <a:off x="6909097" y="3345012"/>
                <a:ext cx="269280" cy="302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DD1A186-B855-2530-DC67-748DECAD9C1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902977" y="3338892"/>
                  <a:ext cx="28152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40B523D-4983-A814-D52B-735C6011E293}"/>
                    </a:ext>
                  </a:extLst>
                </p14:cNvPr>
                <p14:cNvContentPartPr/>
                <p14:nvPr/>
              </p14:nvContentPartPr>
              <p14:xfrm>
                <a:off x="7296817" y="3386052"/>
                <a:ext cx="213840" cy="255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40B523D-4983-A814-D52B-735C6011E29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90697" y="3379932"/>
                  <a:ext cx="2260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2A0B446-9A45-BF57-6A3C-31797F3733B1}"/>
                    </a:ext>
                  </a:extLst>
                </p14:cNvPr>
                <p14:cNvContentPartPr/>
                <p14:nvPr/>
              </p14:nvContentPartPr>
              <p14:xfrm>
                <a:off x="7296817" y="3411972"/>
                <a:ext cx="316440" cy="23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2A0B446-9A45-BF57-6A3C-31797F3733B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290697" y="3405852"/>
                  <a:ext cx="3286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A54F733-F7D2-6348-FF8E-9A4C63BF7FF7}"/>
                    </a:ext>
                  </a:extLst>
                </p14:cNvPr>
                <p14:cNvContentPartPr/>
                <p14:nvPr/>
              </p14:nvContentPartPr>
              <p14:xfrm>
                <a:off x="7364137" y="3659292"/>
                <a:ext cx="366480" cy="32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A54F733-F7D2-6348-FF8E-9A4C63BF7FF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358017" y="3653172"/>
                  <a:ext cx="378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5E8189F-B03C-8CB9-5E2F-9600A5E567CC}"/>
                    </a:ext>
                  </a:extLst>
                </p14:cNvPr>
                <p14:cNvContentPartPr/>
                <p14:nvPr/>
              </p14:nvContentPartPr>
              <p14:xfrm>
                <a:off x="5376937" y="3743892"/>
                <a:ext cx="28080" cy="433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5E8189F-B03C-8CB9-5E2F-9600A5E567C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370817" y="3737772"/>
                  <a:ext cx="4032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C3BFD4A-9972-D275-3674-7B41D2AB43D2}"/>
                    </a:ext>
                  </a:extLst>
                </p14:cNvPr>
                <p14:cNvContentPartPr/>
                <p14:nvPr/>
              </p14:nvContentPartPr>
              <p14:xfrm>
                <a:off x="5322577" y="3718332"/>
                <a:ext cx="142920" cy="150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C3BFD4A-9972-D275-3674-7B41D2AB43D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316457" y="3712212"/>
                  <a:ext cx="1551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3E2D3BC-9C6D-BFD3-568A-3682BA99DB87}"/>
                    </a:ext>
                  </a:extLst>
                </p14:cNvPr>
                <p14:cNvContentPartPr/>
                <p14:nvPr/>
              </p14:nvContentPartPr>
              <p14:xfrm>
                <a:off x="5174257" y="4431852"/>
                <a:ext cx="24120" cy="133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3E2D3BC-9C6D-BFD3-568A-3682BA99DB8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168137" y="4425732"/>
                  <a:ext cx="363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EE8D145-F0CD-18FB-743F-2DE5542FE05A}"/>
                    </a:ext>
                  </a:extLst>
                </p14:cNvPr>
                <p14:cNvContentPartPr/>
                <p14:nvPr/>
              </p14:nvContentPartPr>
              <p14:xfrm>
                <a:off x="5138257" y="4353372"/>
                <a:ext cx="45720" cy="50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EE8D145-F0CD-18FB-743F-2DE5542FE05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32137" y="4347252"/>
                  <a:ext cx="579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64F1702-F0C3-361C-FDD7-48E523F81A71}"/>
                    </a:ext>
                  </a:extLst>
                </p14:cNvPr>
                <p14:cNvContentPartPr/>
                <p14:nvPr/>
              </p14:nvContentPartPr>
              <p14:xfrm>
                <a:off x="5254177" y="4420692"/>
                <a:ext cx="152640" cy="145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64F1702-F0C3-361C-FDD7-48E523F81A7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248057" y="4414572"/>
                  <a:ext cx="164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A47EC8F-D5EF-A3D8-2476-AFCF21D35990}"/>
                    </a:ext>
                  </a:extLst>
                </p14:cNvPr>
                <p14:cNvContentPartPr/>
                <p14:nvPr/>
              </p14:nvContentPartPr>
              <p14:xfrm>
                <a:off x="5396737" y="4355892"/>
                <a:ext cx="57600" cy="120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A47EC8F-D5EF-A3D8-2476-AFCF21D3599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390617" y="4349772"/>
                  <a:ext cx="698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B5AB39D-5021-8ACA-49AB-21A3141B29AF}"/>
                    </a:ext>
                  </a:extLst>
                </p14:cNvPr>
                <p14:cNvContentPartPr/>
                <p14:nvPr/>
              </p14:nvContentPartPr>
              <p14:xfrm>
                <a:off x="5527777" y="4309452"/>
                <a:ext cx="77040" cy="258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B5AB39D-5021-8ACA-49AB-21A3141B29A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521657" y="4303332"/>
                  <a:ext cx="89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C00693B-1512-E912-C79E-3B4702B99E82}"/>
                    </a:ext>
                  </a:extLst>
                </p14:cNvPr>
                <p14:cNvContentPartPr/>
                <p14:nvPr/>
              </p14:nvContentPartPr>
              <p14:xfrm>
                <a:off x="5595817" y="4208652"/>
                <a:ext cx="54360" cy="204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C00693B-1512-E912-C79E-3B4702B99E8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589697" y="4202532"/>
                  <a:ext cx="666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BF41AEC-5416-624D-72BE-7E475C6A2919}"/>
                    </a:ext>
                  </a:extLst>
                </p14:cNvPr>
                <p14:cNvContentPartPr/>
                <p14:nvPr/>
              </p14:nvContentPartPr>
              <p14:xfrm>
                <a:off x="5652697" y="4324932"/>
                <a:ext cx="100800" cy="84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BF41AEC-5416-624D-72BE-7E475C6A291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646577" y="4318812"/>
                  <a:ext cx="1130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A3098F4-C2AE-86A3-F70F-B6B5215390A3}"/>
                    </a:ext>
                  </a:extLst>
                </p14:cNvPr>
                <p14:cNvContentPartPr/>
                <p14:nvPr/>
              </p14:nvContentPartPr>
              <p14:xfrm>
                <a:off x="5765737" y="4151772"/>
                <a:ext cx="251640" cy="219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A3098F4-C2AE-86A3-F70F-B6B5215390A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759617" y="4145652"/>
                  <a:ext cx="263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3CAA76B-A7AD-9878-2B40-3225D9EADA16}"/>
                    </a:ext>
                  </a:extLst>
                </p14:cNvPr>
                <p14:cNvContentPartPr/>
                <p14:nvPr/>
              </p14:nvContentPartPr>
              <p14:xfrm>
                <a:off x="5993977" y="4084092"/>
                <a:ext cx="114480" cy="274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3CAA76B-A7AD-9878-2B40-3225D9EADA1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987857" y="4077972"/>
                  <a:ext cx="1267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3252AA8-C8E2-27A4-F179-689713FDD0BE}"/>
                    </a:ext>
                  </a:extLst>
                </p14:cNvPr>
                <p14:cNvContentPartPr/>
                <p14:nvPr/>
              </p14:nvContentPartPr>
              <p14:xfrm>
                <a:off x="5358217" y="4694292"/>
                <a:ext cx="193680" cy="183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3252AA8-C8E2-27A4-F179-689713FDD0B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352097" y="4688172"/>
                  <a:ext cx="2059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5539EDF-BA94-9333-05DE-0735986F3110}"/>
                    </a:ext>
                  </a:extLst>
                </p14:cNvPr>
                <p14:cNvContentPartPr/>
                <p14:nvPr/>
              </p14:nvContentPartPr>
              <p14:xfrm>
                <a:off x="5415817" y="4696812"/>
                <a:ext cx="279000" cy="133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5539EDF-BA94-9333-05DE-0735986F311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409697" y="4690692"/>
                  <a:ext cx="2912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AE28BD3-DA4C-CF9A-D248-AB9D8EBB7B5D}"/>
                    </a:ext>
                  </a:extLst>
                </p14:cNvPr>
                <p14:cNvContentPartPr/>
                <p14:nvPr/>
              </p14:nvContentPartPr>
              <p14:xfrm>
                <a:off x="5691577" y="4601052"/>
                <a:ext cx="114120" cy="144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AE28BD3-DA4C-CF9A-D248-AB9D8EBB7B5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685457" y="4594932"/>
                  <a:ext cx="1263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F048246-A13A-9FED-84C6-65383554B6E8}"/>
                    </a:ext>
                  </a:extLst>
                </p14:cNvPr>
                <p14:cNvContentPartPr/>
                <p14:nvPr/>
              </p14:nvContentPartPr>
              <p14:xfrm>
                <a:off x="5773657" y="4611492"/>
                <a:ext cx="99000" cy="109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F048246-A13A-9FED-84C6-65383554B6E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767537" y="4605372"/>
                  <a:ext cx="111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B6DD227-DB57-187D-70DB-4B30750DF036}"/>
                    </a:ext>
                  </a:extLst>
                </p14:cNvPr>
                <p14:cNvContentPartPr/>
                <p14:nvPr/>
              </p14:nvContentPartPr>
              <p14:xfrm>
                <a:off x="5897137" y="4553172"/>
                <a:ext cx="156600" cy="104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B6DD227-DB57-187D-70DB-4B30750DF03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891017" y="4547052"/>
                  <a:ext cx="168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3B17A8D-DC7D-A61E-FF24-E06F817E32E1}"/>
                    </a:ext>
                  </a:extLst>
                </p14:cNvPr>
                <p14:cNvContentPartPr/>
                <p14:nvPr/>
              </p14:nvContentPartPr>
              <p14:xfrm>
                <a:off x="6069937" y="4484052"/>
                <a:ext cx="137880" cy="99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3B17A8D-DC7D-A61E-FF24-E06F817E32E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063817" y="4477932"/>
                  <a:ext cx="150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8ADA340-AFA4-47DF-67FE-AA341DE19917}"/>
                    </a:ext>
                  </a:extLst>
                </p14:cNvPr>
                <p14:cNvContentPartPr/>
                <p14:nvPr/>
              </p14:nvContentPartPr>
              <p14:xfrm>
                <a:off x="6173257" y="4439412"/>
                <a:ext cx="109080" cy="91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8ADA340-AFA4-47DF-67FE-AA341DE1991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167137" y="4433292"/>
                  <a:ext cx="121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5216CC0-7352-7EF9-38AD-033B1EBEC07C}"/>
                    </a:ext>
                  </a:extLst>
                </p14:cNvPr>
                <p14:cNvContentPartPr/>
                <p14:nvPr/>
              </p14:nvContentPartPr>
              <p14:xfrm>
                <a:off x="6310057" y="4365972"/>
                <a:ext cx="57600" cy="100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5216CC0-7352-7EF9-38AD-033B1EBEC07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303937" y="4359852"/>
                  <a:ext cx="69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CE5A07E-231B-1473-8BDA-007822529B84}"/>
                    </a:ext>
                  </a:extLst>
                </p14:cNvPr>
                <p14:cNvContentPartPr/>
                <p14:nvPr/>
              </p14:nvContentPartPr>
              <p14:xfrm>
                <a:off x="6384937" y="4288932"/>
                <a:ext cx="55440" cy="127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CE5A07E-231B-1473-8BDA-007822529B8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378817" y="4282812"/>
                  <a:ext cx="676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658A5A0-9569-13C8-0A4E-3C0EFF7E52EE}"/>
                    </a:ext>
                  </a:extLst>
                </p14:cNvPr>
                <p14:cNvContentPartPr/>
                <p14:nvPr/>
              </p14:nvContentPartPr>
              <p14:xfrm>
                <a:off x="6469537" y="4232052"/>
                <a:ext cx="133920" cy="162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658A5A0-9569-13C8-0A4E-3C0EFF7E52E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463417" y="4225932"/>
                  <a:ext cx="1461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B2E854F-4ABC-5E0D-6146-196E158EF71F}"/>
                    </a:ext>
                  </a:extLst>
                </p14:cNvPr>
                <p14:cNvContentPartPr/>
                <p14:nvPr/>
              </p14:nvContentPartPr>
              <p14:xfrm>
                <a:off x="6519577" y="4122612"/>
                <a:ext cx="21960" cy="43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B2E854F-4ABC-5E0D-6146-196E158EF71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513457" y="4116492"/>
                  <a:ext cx="342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036A4D8-4DC7-C731-134A-68A7A10550E7}"/>
                    </a:ext>
                  </a:extLst>
                </p14:cNvPr>
                <p14:cNvContentPartPr/>
                <p14:nvPr/>
              </p14:nvContentPartPr>
              <p14:xfrm>
                <a:off x="6631897" y="4168332"/>
                <a:ext cx="99000" cy="118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036A4D8-4DC7-C731-134A-68A7A10550E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625777" y="4162212"/>
                  <a:ext cx="1112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00BF340-519C-2C0E-E79F-FF5A0FA779E6}"/>
                    </a:ext>
                  </a:extLst>
                </p14:cNvPr>
                <p14:cNvContentPartPr/>
                <p14:nvPr/>
              </p14:nvContentPartPr>
              <p14:xfrm>
                <a:off x="6735937" y="4063212"/>
                <a:ext cx="186120" cy="347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00BF340-519C-2C0E-E79F-FF5A0FA779E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729817" y="4057092"/>
                  <a:ext cx="198360" cy="35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3269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D534A1-865A-DCCE-A8C4-9D380A43C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20E1623-8271-9E82-BA69-79CDC2806992}"/>
              </a:ext>
            </a:extLst>
          </p:cNvPr>
          <p:cNvCxnSpPr/>
          <p:nvPr/>
        </p:nvCxnSpPr>
        <p:spPr>
          <a:xfrm flipV="1">
            <a:off x="1576465" y="3323303"/>
            <a:ext cx="4322890" cy="171081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C6270C6-5719-05B8-B232-5349FE89E7B3}"/>
              </a:ext>
            </a:extLst>
          </p:cNvPr>
          <p:cNvSpPr txBox="1"/>
          <p:nvPr/>
        </p:nvSpPr>
        <p:spPr>
          <a:xfrm>
            <a:off x="1526812" y="4467964"/>
            <a:ext cx="43097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road marking is not visible , so imaginary road marking is provided</a:t>
            </a:r>
            <a:endParaRPr lang="bn-IN" sz="1200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613E9F1-2D56-5FFB-662A-B671D29F5FE3}"/>
                  </a:ext>
                </a:extLst>
              </p14:cNvPr>
              <p14:cNvContentPartPr/>
              <p14:nvPr/>
            </p14:nvContentPartPr>
            <p14:xfrm>
              <a:off x="4025137" y="4062221"/>
              <a:ext cx="272520" cy="5097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613E9F1-2D56-5FFB-662A-B671D29F5F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19017" y="4056101"/>
                <a:ext cx="284760" cy="522000"/>
              </a:xfrm>
              <a:prstGeom prst="rect">
                <a:avLst/>
              </a:prstGeom>
            </p:spPr>
          </p:pic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BE2B89E-FFFE-0BC5-E93D-6FEA50320276}"/>
              </a:ext>
            </a:extLst>
          </p:cNvPr>
          <p:cNvCxnSpPr/>
          <p:nvPr/>
        </p:nvCxnSpPr>
        <p:spPr>
          <a:xfrm flipH="1" flipV="1">
            <a:off x="6912077" y="3186228"/>
            <a:ext cx="3703457" cy="22706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7D26634-803D-EB9E-6684-CB0E819E188F}"/>
                  </a:ext>
                </a:extLst>
              </p14:cNvPr>
              <p14:cNvContentPartPr/>
              <p14:nvPr/>
            </p14:nvContentPartPr>
            <p14:xfrm>
              <a:off x="1070977" y="5024141"/>
              <a:ext cx="37440" cy="18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7D26634-803D-EB9E-6684-CB0E819E18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4857" y="5018021"/>
                <a:ext cx="49680" cy="1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7C4A0556-F893-BFE3-3B2E-E41BD6C9C50A}"/>
              </a:ext>
            </a:extLst>
          </p:cNvPr>
          <p:cNvGrpSpPr/>
          <p:nvPr/>
        </p:nvGrpSpPr>
        <p:grpSpPr>
          <a:xfrm>
            <a:off x="5255977" y="2107308"/>
            <a:ext cx="5069520" cy="2437200"/>
            <a:chOff x="5255977" y="2107308"/>
            <a:chExt cx="5069520" cy="243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251E0BE-6DC4-49DE-A19D-2977CD4B9AF9}"/>
                    </a:ext>
                  </a:extLst>
                </p14:cNvPr>
                <p14:cNvContentPartPr/>
                <p14:nvPr/>
              </p14:nvContentPartPr>
              <p14:xfrm>
                <a:off x="8030137" y="2107308"/>
                <a:ext cx="2295360" cy="2077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251E0BE-6DC4-49DE-A19D-2977CD4B9AF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24017" y="2101188"/>
                  <a:ext cx="2307600" cy="20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31CC0F6-DE98-7C88-9AF8-C114DAD1E18B}"/>
                    </a:ext>
                  </a:extLst>
                </p14:cNvPr>
                <p14:cNvContentPartPr/>
                <p14:nvPr/>
              </p14:nvContentPartPr>
              <p14:xfrm>
                <a:off x="8324977" y="4291788"/>
                <a:ext cx="107640" cy="251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31CC0F6-DE98-7C88-9AF8-C114DAD1E18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18857" y="4285668"/>
                  <a:ext cx="1198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FCB80E8-61B6-0DAA-3453-F1212165CD5C}"/>
                    </a:ext>
                  </a:extLst>
                </p14:cNvPr>
                <p14:cNvContentPartPr/>
                <p14:nvPr/>
              </p14:nvContentPartPr>
              <p14:xfrm>
                <a:off x="8465737" y="4284948"/>
                <a:ext cx="49680" cy="259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FCB80E8-61B6-0DAA-3453-F1212165CD5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459617" y="4278828"/>
                  <a:ext cx="619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7B34986-D9F9-335C-ADB1-EA353F6F4972}"/>
                    </a:ext>
                  </a:extLst>
                </p14:cNvPr>
                <p14:cNvContentPartPr/>
                <p14:nvPr/>
              </p14:nvContentPartPr>
              <p14:xfrm>
                <a:off x="8538097" y="4413468"/>
                <a:ext cx="30960" cy="91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7B34986-D9F9-335C-ADB1-EA353F6F497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31977" y="4407348"/>
                  <a:ext cx="43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4CC5089-E8E8-69FC-CED8-6E449594AF6F}"/>
                    </a:ext>
                  </a:extLst>
                </p14:cNvPr>
                <p14:cNvContentPartPr/>
                <p14:nvPr/>
              </p14:nvContentPartPr>
              <p14:xfrm>
                <a:off x="8562217" y="4283148"/>
                <a:ext cx="19080" cy="35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4CC5089-E8E8-69FC-CED8-6E449594AF6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56097" y="4277028"/>
                  <a:ext cx="313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29DB5F9-08E3-87D3-1D00-728221DA9A2B}"/>
                    </a:ext>
                  </a:extLst>
                </p14:cNvPr>
                <p14:cNvContentPartPr/>
                <p14:nvPr/>
              </p14:nvContentPartPr>
              <p14:xfrm>
                <a:off x="8593897" y="4405548"/>
                <a:ext cx="142560" cy="72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29DB5F9-08E3-87D3-1D00-728221DA9A2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587777" y="4399428"/>
                  <a:ext cx="154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F3873E0-03A2-F838-8AF5-94EA928094BE}"/>
                    </a:ext>
                  </a:extLst>
                </p14:cNvPr>
                <p14:cNvContentPartPr/>
                <p14:nvPr/>
              </p14:nvContentPartPr>
              <p14:xfrm>
                <a:off x="8736817" y="4282068"/>
                <a:ext cx="147240" cy="239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F3873E0-03A2-F838-8AF5-94EA928094B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730697" y="4275948"/>
                  <a:ext cx="1594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05BBBF7-FBED-D066-E75E-E2228DF1FEED}"/>
                    </a:ext>
                  </a:extLst>
                </p14:cNvPr>
                <p14:cNvContentPartPr/>
                <p14:nvPr/>
              </p14:nvContentPartPr>
              <p14:xfrm>
                <a:off x="8955337" y="4342188"/>
                <a:ext cx="235440" cy="145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05BBBF7-FBED-D066-E75E-E2228DF1FEE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49217" y="4336068"/>
                  <a:ext cx="247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92AA807-F1FF-42D7-275E-E262524ED1EA}"/>
                    </a:ext>
                  </a:extLst>
                </p14:cNvPr>
                <p14:cNvContentPartPr/>
                <p14:nvPr/>
              </p14:nvContentPartPr>
              <p14:xfrm>
                <a:off x="9221017" y="4315188"/>
                <a:ext cx="131760" cy="158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92AA807-F1FF-42D7-275E-E262524ED1E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214897" y="4309068"/>
                  <a:ext cx="144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E0A5607-D8AD-0328-DE91-BE94526EDA8A}"/>
                    </a:ext>
                  </a:extLst>
                </p14:cNvPr>
                <p14:cNvContentPartPr/>
                <p14:nvPr/>
              </p14:nvContentPartPr>
              <p14:xfrm>
                <a:off x="9364297" y="4312308"/>
                <a:ext cx="192600" cy="160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E0A5607-D8AD-0328-DE91-BE94526EDA8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358177" y="4306188"/>
                  <a:ext cx="2048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CB81F85-6EF7-A777-CF30-912BC8A60AE8}"/>
                    </a:ext>
                  </a:extLst>
                </p14:cNvPr>
                <p14:cNvContentPartPr/>
                <p14:nvPr/>
              </p14:nvContentPartPr>
              <p14:xfrm>
                <a:off x="9581377" y="4300788"/>
                <a:ext cx="276120" cy="130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CB81F85-6EF7-A777-CF30-912BC8A60AE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575257" y="4294668"/>
                  <a:ext cx="2883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9461E3F-86C6-1091-2AC1-6EE3899D2833}"/>
                    </a:ext>
                  </a:extLst>
                </p14:cNvPr>
                <p14:cNvContentPartPr/>
                <p14:nvPr/>
              </p14:nvContentPartPr>
              <p14:xfrm>
                <a:off x="5255977" y="4027301"/>
                <a:ext cx="2862720" cy="483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9461E3F-86C6-1091-2AC1-6EE3899D283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249857" y="4021181"/>
                  <a:ext cx="2874960" cy="49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38B02D7-358F-89B3-EDAA-41581583CC36}"/>
              </a:ext>
            </a:extLst>
          </p:cNvPr>
          <p:cNvGrpSpPr/>
          <p:nvPr/>
        </p:nvGrpSpPr>
        <p:grpSpPr>
          <a:xfrm>
            <a:off x="5508697" y="5170188"/>
            <a:ext cx="426960" cy="853200"/>
            <a:chOff x="5508697" y="5170188"/>
            <a:chExt cx="426960" cy="85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043F076-3857-D522-6D7B-9BB16472315F}"/>
                    </a:ext>
                  </a:extLst>
                </p14:cNvPr>
                <p14:cNvContentPartPr/>
                <p14:nvPr/>
              </p14:nvContentPartPr>
              <p14:xfrm>
                <a:off x="5934217" y="5820821"/>
                <a:ext cx="1440" cy="1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043F076-3857-D522-6D7B-9BB16472315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928097" y="5814701"/>
                  <a:ext cx="1368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8607436-4629-B142-CFF8-F64C778A11F3}"/>
                    </a:ext>
                  </a:extLst>
                </p14:cNvPr>
                <p14:cNvContentPartPr/>
                <p14:nvPr/>
              </p14:nvContentPartPr>
              <p14:xfrm>
                <a:off x="5732617" y="5183621"/>
                <a:ext cx="10440" cy="20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8607436-4629-B142-CFF8-F64C778A11F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726497" y="5177501"/>
                  <a:ext cx="22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C9F16D3-3433-3792-AC1E-F5A1EA4B663F}"/>
                    </a:ext>
                  </a:extLst>
                </p14:cNvPr>
                <p14:cNvContentPartPr/>
                <p14:nvPr/>
              </p14:nvContentPartPr>
              <p14:xfrm>
                <a:off x="5508697" y="5170188"/>
                <a:ext cx="260640" cy="853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C9F16D3-3433-3792-AC1E-F5A1EA4B663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502577" y="5164068"/>
                  <a:ext cx="272880" cy="86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B592168-35BF-1C72-31E7-F8390B54A71B}"/>
              </a:ext>
            </a:extLst>
          </p:cNvPr>
          <p:cNvGrpSpPr/>
          <p:nvPr/>
        </p:nvGrpSpPr>
        <p:grpSpPr>
          <a:xfrm>
            <a:off x="6025297" y="3268308"/>
            <a:ext cx="352440" cy="1004040"/>
            <a:chOff x="6025297" y="3268308"/>
            <a:chExt cx="352440" cy="100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EA6F1E1-CF77-5023-7438-7859E0A27FBA}"/>
                    </a:ext>
                  </a:extLst>
                </p14:cNvPr>
                <p14:cNvContentPartPr/>
                <p14:nvPr/>
              </p14:nvContentPartPr>
              <p14:xfrm>
                <a:off x="6025297" y="3816588"/>
                <a:ext cx="163800" cy="455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EA6F1E1-CF77-5023-7438-7859E0A27FB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019177" y="3810468"/>
                  <a:ext cx="17604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0865CFE-5BAD-2A2B-0AD8-6DF0A9618798}"/>
                    </a:ext>
                  </a:extLst>
                </p14:cNvPr>
                <p14:cNvContentPartPr/>
                <p14:nvPr/>
              </p14:nvContentPartPr>
              <p14:xfrm>
                <a:off x="6217537" y="3507708"/>
                <a:ext cx="94320" cy="238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0865CFE-5BAD-2A2B-0AD8-6DF0A961879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211417" y="3501588"/>
                  <a:ext cx="1065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C19A281-4557-D249-ADE4-AFBCCA5E8A4E}"/>
                    </a:ext>
                  </a:extLst>
                </p14:cNvPr>
                <p14:cNvContentPartPr/>
                <p14:nvPr/>
              </p14:nvContentPartPr>
              <p14:xfrm>
                <a:off x="6308257" y="3268308"/>
                <a:ext cx="69480" cy="172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C19A281-4557-D249-ADE4-AFBCCA5E8A4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302137" y="3262188"/>
                  <a:ext cx="81720" cy="184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03186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CFF129-B7EF-5853-C2B0-A0E5FE37C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6709E10-5BC7-B47E-9EBB-00F6D66F4917}"/>
                  </a:ext>
                </a:extLst>
              </p14:cNvPr>
              <p14:cNvContentPartPr/>
              <p14:nvPr/>
            </p14:nvContentPartPr>
            <p14:xfrm>
              <a:off x="7768417" y="1704828"/>
              <a:ext cx="1268640" cy="1387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6709E10-5BC7-B47E-9EBB-00F6D66F49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62297" y="1698708"/>
                <a:ext cx="1280880" cy="139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C86779E0-2E8C-8497-E2AC-50CDEAC816E9}"/>
              </a:ext>
            </a:extLst>
          </p:cNvPr>
          <p:cNvGrpSpPr/>
          <p:nvPr/>
        </p:nvGrpSpPr>
        <p:grpSpPr>
          <a:xfrm>
            <a:off x="8210137" y="3082548"/>
            <a:ext cx="1642680" cy="1480680"/>
            <a:chOff x="8210137" y="3082548"/>
            <a:chExt cx="1642680" cy="148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5AADE9A-49CD-0CD2-8624-052E9FC65AC9}"/>
                    </a:ext>
                  </a:extLst>
                </p14:cNvPr>
                <p14:cNvContentPartPr/>
                <p14:nvPr/>
              </p14:nvContentPartPr>
              <p14:xfrm>
                <a:off x="8406337" y="3082548"/>
                <a:ext cx="198720" cy="830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5AADE9A-49CD-0CD2-8624-052E9FC65AC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00217" y="3076428"/>
                  <a:ext cx="210960" cy="84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B988A21-1272-0863-AB8C-0600658999F2}"/>
                    </a:ext>
                  </a:extLst>
                </p14:cNvPr>
                <p14:cNvContentPartPr/>
                <p14:nvPr/>
              </p14:nvContentPartPr>
              <p14:xfrm>
                <a:off x="8451337" y="3797508"/>
                <a:ext cx="139320" cy="162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B988A21-1272-0863-AB8C-0600658999F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45217" y="3791388"/>
                  <a:ext cx="1515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D05E198-B60C-8FAA-2DC9-0928EDEDE40B}"/>
                    </a:ext>
                  </a:extLst>
                </p14:cNvPr>
                <p14:cNvContentPartPr/>
                <p14:nvPr/>
              </p14:nvContentPartPr>
              <p14:xfrm>
                <a:off x="8229937" y="4130148"/>
                <a:ext cx="61200" cy="309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D05E198-B60C-8FAA-2DC9-0928EDEDE40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223817" y="4124028"/>
                  <a:ext cx="734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19BC7FE-BDEA-AC41-EF0B-960B49D10821}"/>
                    </a:ext>
                  </a:extLst>
                </p14:cNvPr>
                <p14:cNvContentPartPr/>
                <p14:nvPr/>
              </p14:nvContentPartPr>
              <p14:xfrm>
                <a:off x="8210137" y="4171188"/>
                <a:ext cx="308880" cy="203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19BC7FE-BDEA-AC41-EF0B-960B49D1082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04017" y="4165068"/>
                  <a:ext cx="3211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96E4B19-9EFF-C446-AAD9-A1CFAF7E4403}"/>
                    </a:ext>
                  </a:extLst>
                </p14:cNvPr>
                <p14:cNvContentPartPr/>
                <p14:nvPr/>
              </p14:nvContentPartPr>
              <p14:xfrm>
                <a:off x="8539897" y="4072188"/>
                <a:ext cx="30240" cy="214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96E4B19-9EFF-C446-AAD9-A1CFAF7E440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33777" y="4066068"/>
                  <a:ext cx="42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BFFC411-41CB-FF9B-349E-8A0E5E28A242}"/>
                    </a:ext>
                  </a:extLst>
                </p14:cNvPr>
                <p14:cNvContentPartPr/>
                <p14:nvPr/>
              </p14:nvContentPartPr>
              <p14:xfrm>
                <a:off x="8488057" y="4110708"/>
                <a:ext cx="217440" cy="237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BFFC411-41CB-FF9B-349E-8A0E5E28A24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481937" y="4104588"/>
                  <a:ext cx="2296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6FA59B-AEBD-CF52-D42B-BA70FD805DCF}"/>
                    </a:ext>
                  </a:extLst>
                </p14:cNvPr>
                <p14:cNvContentPartPr/>
                <p14:nvPr/>
              </p14:nvContentPartPr>
              <p14:xfrm>
                <a:off x="8740777" y="4116828"/>
                <a:ext cx="129600" cy="125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6FA59B-AEBD-CF52-D42B-BA70FD805DC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734657" y="4110708"/>
                  <a:ext cx="1418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785AFD8-0729-067C-608F-1DDB23F72FB7}"/>
                    </a:ext>
                  </a:extLst>
                </p14:cNvPr>
                <p14:cNvContentPartPr/>
                <p14:nvPr/>
              </p14:nvContentPartPr>
              <p14:xfrm>
                <a:off x="8874337" y="4008108"/>
                <a:ext cx="56880" cy="199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785AFD8-0729-067C-608F-1DDB23F72FB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868217" y="4001988"/>
                  <a:ext cx="691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50801CB-8770-CEBE-E430-C999F7998646}"/>
                    </a:ext>
                  </a:extLst>
                </p14:cNvPr>
                <p14:cNvContentPartPr/>
                <p14:nvPr/>
              </p14:nvContentPartPr>
              <p14:xfrm>
                <a:off x="8860657" y="4021788"/>
                <a:ext cx="281880" cy="138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50801CB-8770-CEBE-E430-C999F799864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54537" y="4015668"/>
                  <a:ext cx="294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01E2A56-E4B4-DC11-A240-5335242AF3D8}"/>
                    </a:ext>
                  </a:extLst>
                </p14:cNvPr>
                <p14:cNvContentPartPr/>
                <p14:nvPr/>
              </p14:nvContentPartPr>
              <p14:xfrm>
                <a:off x="9235777" y="3909468"/>
                <a:ext cx="32040" cy="174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01E2A56-E4B4-DC11-A240-5335242AF3D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229657" y="3903348"/>
                  <a:ext cx="442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B3C9440-520E-0534-682F-B6B80D7C5CA2}"/>
                    </a:ext>
                  </a:extLst>
                </p14:cNvPr>
                <p14:cNvContentPartPr/>
                <p14:nvPr/>
              </p14:nvContentPartPr>
              <p14:xfrm>
                <a:off x="9289777" y="3998028"/>
                <a:ext cx="68760" cy="114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B3C9440-520E-0534-682F-B6B80D7C5CA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283657" y="3991908"/>
                  <a:ext cx="810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80686FD-8B00-8FA7-AF00-D114AA8EEC90}"/>
                    </a:ext>
                  </a:extLst>
                </p14:cNvPr>
                <p14:cNvContentPartPr/>
                <p14:nvPr/>
              </p14:nvContentPartPr>
              <p14:xfrm>
                <a:off x="8606137" y="4419228"/>
                <a:ext cx="200160" cy="144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80686FD-8B00-8FA7-AF00-D114AA8EEC9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600017" y="4413108"/>
                  <a:ext cx="2124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BFF6F84-D8D5-B9CF-5CC6-12C0F54FB4C8}"/>
                    </a:ext>
                  </a:extLst>
                </p14:cNvPr>
                <p14:cNvContentPartPr/>
                <p14:nvPr/>
              </p14:nvContentPartPr>
              <p14:xfrm>
                <a:off x="8808457" y="4405548"/>
                <a:ext cx="135000" cy="109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BFF6F84-D8D5-B9CF-5CC6-12C0F54FB4C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802337" y="4399428"/>
                  <a:ext cx="147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40C8413-9294-187F-807B-16C82491EFB8}"/>
                    </a:ext>
                  </a:extLst>
                </p14:cNvPr>
                <p14:cNvContentPartPr/>
                <p14:nvPr/>
              </p14:nvContentPartPr>
              <p14:xfrm>
                <a:off x="8906737" y="4363068"/>
                <a:ext cx="93600" cy="119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40C8413-9294-187F-807B-16C82491EFB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900617" y="4356948"/>
                  <a:ext cx="105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29757F2-C71F-649A-9F96-EFCCC1559E20}"/>
                    </a:ext>
                  </a:extLst>
                </p14:cNvPr>
                <p14:cNvContentPartPr/>
                <p14:nvPr/>
              </p14:nvContentPartPr>
              <p14:xfrm>
                <a:off x="9041737" y="4246068"/>
                <a:ext cx="99720" cy="209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29757F2-C71F-649A-9F96-EFCCC1559E2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035617" y="4239948"/>
                  <a:ext cx="1119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AB5EBD3-BD8F-7AD0-CF76-B351DA5FAF0E}"/>
                    </a:ext>
                  </a:extLst>
                </p14:cNvPr>
                <p14:cNvContentPartPr/>
                <p14:nvPr/>
              </p14:nvContentPartPr>
              <p14:xfrm>
                <a:off x="9035617" y="4317708"/>
                <a:ext cx="279720" cy="123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AB5EBD3-BD8F-7AD0-CF76-B351DA5FAF0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029497" y="4311588"/>
                  <a:ext cx="291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95415A2-24A3-53FB-9939-22A3BD587B84}"/>
                    </a:ext>
                  </a:extLst>
                </p14:cNvPr>
                <p14:cNvContentPartPr/>
                <p14:nvPr/>
              </p14:nvContentPartPr>
              <p14:xfrm>
                <a:off x="9299857" y="4238148"/>
                <a:ext cx="5760" cy="12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95415A2-24A3-53FB-9939-22A3BD587B8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293737" y="4232028"/>
                  <a:ext cx="18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DCD0FDD-8A17-6164-80EE-DF4BF82F7811}"/>
                    </a:ext>
                  </a:extLst>
                </p14:cNvPr>
                <p14:cNvContentPartPr/>
                <p14:nvPr/>
              </p14:nvContentPartPr>
              <p14:xfrm>
                <a:off x="9368977" y="4121868"/>
                <a:ext cx="178560" cy="254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DCD0FDD-8A17-6164-80EE-DF4BF82F781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362857" y="4115748"/>
                  <a:ext cx="1908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956D225-CD5C-F47C-F24B-83AA7B47D8AD}"/>
                    </a:ext>
                  </a:extLst>
                </p14:cNvPr>
                <p14:cNvContentPartPr/>
                <p14:nvPr/>
              </p14:nvContentPartPr>
              <p14:xfrm>
                <a:off x="9501817" y="4173708"/>
                <a:ext cx="183240" cy="118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956D225-CD5C-F47C-F24B-83AA7B47D8A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495697" y="4167588"/>
                  <a:ext cx="195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870E7FE-38BE-F82E-C75D-89FE3898B9F6}"/>
                    </a:ext>
                  </a:extLst>
                </p14:cNvPr>
                <p14:cNvContentPartPr/>
                <p14:nvPr/>
              </p14:nvContentPartPr>
              <p14:xfrm>
                <a:off x="9691897" y="4025748"/>
                <a:ext cx="160920" cy="244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870E7FE-38BE-F82E-C75D-89FE3898B9F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685777" y="4019628"/>
                  <a:ext cx="173160" cy="256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7596F7-E847-EA40-4FE1-F20CEDDA44D9}"/>
              </a:ext>
            </a:extLst>
          </p:cNvPr>
          <p:cNvSpPr txBox="1"/>
          <p:nvPr/>
        </p:nvSpPr>
        <p:spPr>
          <a:xfrm>
            <a:off x="2841522" y="4892764"/>
            <a:ext cx="372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No sign for driver About this T section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70636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13C22A-C1D8-F71D-0D83-FCEF0FF88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52A9634F-F4DF-05EB-CE12-F9DEED3E1A19}"/>
              </a:ext>
            </a:extLst>
          </p:cNvPr>
          <p:cNvGrpSpPr/>
          <p:nvPr/>
        </p:nvGrpSpPr>
        <p:grpSpPr>
          <a:xfrm>
            <a:off x="5800297" y="3315221"/>
            <a:ext cx="3896280" cy="2362680"/>
            <a:chOff x="5800297" y="3315221"/>
            <a:chExt cx="3896280" cy="236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694A117-3EC6-C333-41CB-6631DF9712BD}"/>
                    </a:ext>
                  </a:extLst>
                </p14:cNvPr>
                <p14:cNvContentPartPr/>
                <p14:nvPr/>
              </p14:nvContentPartPr>
              <p14:xfrm>
                <a:off x="6432817" y="3315221"/>
                <a:ext cx="3263760" cy="1942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694A117-3EC6-C333-41CB-6631DF9712B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426697" y="3309101"/>
                  <a:ext cx="3276000" cy="19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33F70A1-F304-299C-8761-855AFB9AE332}"/>
                    </a:ext>
                  </a:extLst>
                </p14:cNvPr>
                <p14:cNvContentPartPr/>
                <p14:nvPr/>
              </p14:nvContentPartPr>
              <p14:xfrm>
                <a:off x="6665377" y="4804181"/>
                <a:ext cx="345960" cy="253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33F70A1-F304-299C-8761-855AFB9AE33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59257" y="4798061"/>
                  <a:ext cx="3582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5B5F0B0-7349-98D7-17D4-6CEA2B5C80B4}"/>
                    </a:ext>
                  </a:extLst>
                </p14:cNvPr>
                <p14:cNvContentPartPr/>
                <p14:nvPr/>
              </p14:nvContentPartPr>
              <p14:xfrm>
                <a:off x="6573937" y="4925501"/>
                <a:ext cx="155160" cy="301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5B5F0B0-7349-98D7-17D4-6CEA2B5C80B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67817" y="4919381"/>
                  <a:ext cx="1674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EAA1D1B-A797-5D3C-94CF-5434F1B83A59}"/>
                    </a:ext>
                  </a:extLst>
                </p14:cNvPr>
                <p14:cNvContentPartPr/>
                <p14:nvPr/>
              </p14:nvContentPartPr>
              <p14:xfrm>
                <a:off x="5800297" y="5383781"/>
                <a:ext cx="207000" cy="294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EAA1D1B-A797-5D3C-94CF-5434F1B83A5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94177" y="5377661"/>
                  <a:ext cx="2192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D3FA850-2587-79B5-D1A8-557A365CECA5}"/>
                    </a:ext>
                  </a:extLst>
                </p14:cNvPr>
                <p14:cNvContentPartPr/>
                <p14:nvPr/>
              </p14:nvContentPartPr>
              <p14:xfrm>
                <a:off x="5989657" y="5504021"/>
                <a:ext cx="88920" cy="126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D3FA850-2587-79B5-D1A8-557A365CECA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83537" y="5497901"/>
                  <a:ext cx="1011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A96F700-E1A4-9A0D-E93C-09CDD6C1E298}"/>
                    </a:ext>
                  </a:extLst>
                </p14:cNvPr>
                <p14:cNvContentPartPr/>
                <p14:nvPr/>
              </p14:nvContentPartPr>
              <p14:xfrm>
                <a:off x="6112417" y="5471261"/>
                <a:ext cx="113040" cy="132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A96F700-E1A4-9A0D-E93C-09CDD6C1E29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06297" y="5465141"/>
                  <a:ext cx="125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90D74AC-DFF2-0FE2-DE1A-567F2BF6244D}"/>
                    </a:ext>
                  </a:extLst>
                </p14:cNvPr>
                <p14:cNvContentPartPr/>
                <p14:nvPr/>
              </p14:nvContentPartPr>
              <p14:xfrm>
                <a:off x="6264697" y="5320421"/>
                <a:ext cx="132480" cy="291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90D74AC-DFF2-0FE2-DE1A-567F2BF6244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58577" y="5314301"/>
                  <a:ext cx="1447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26BB2E9-EF95-028C-17AE-B2AF5F988131}"/>
                    </a:ext>
                  </a:extLst>
                </p14:cNvPr>
                <p14:cNvContentPartPr/>
                <p14:nvPr/>
              </p14:nvContentPartPr>
              <p14:xfrm>
                <a:off x="6412657" y="5458301"/>
                <a:ext cx="110160" cy="155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26BB2E9-EF95-028C-17AE-B2AF5F98813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406537" y="5452181"/>
                  <a:ext cx="1224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70F2FC1-16E2-B077-76C0-2169B0263173}"/>
                    </a:ext>
                  </a:extLst>
                </p14:cNvPr>
                <p14:cNvContentPartPr/>
                <p14:nvPr/>
              </p14:nvContentPartPr>
              <p14:xfrm>
                <a:off x="6540817" y="5341661"/>
                <a:ext cx="56880" cy="267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70F2FC1-16E2-B077-76C0-2169B026317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34697" y="5335541"/>
                  <a:ext cx="691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3027488-4FE2-EF35-C249-4BF978D5DF54}"/>
                    </a:ext>
                  </a:extLst>
                </p14:cNvPr>
                <p14:cNvContentPartPr/>
                <p14:nvPr/>
              </p14:nvContentPartPr>
              <p14:xfrm>
                <a:off x="6660337" y="5363621"/>
                <a:ext cx="273240" cy="249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3027488-4FE2-EF35-C249-4BF978D5DF5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654217" y="5357501"/>
                  <a:ext cx="2854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8078788-A781-00E4-862A-F3B83D5A6889}"/>
                    </a:ext>
                  </a:extLst>
                </p14:cNvPr>
                <p14:cNvContentPartPr/>
                <p14:nvPr/>
              </p14:nvContentPartPr>
              <p14:xfrm>
                <a:off x="7043017" y="5450741"/>
                <a:ext cx="23760" cy="117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8078788-A781-00E4-862A-F3B83D5A688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36897" y="5444621"/>
                  <a:ext cx="360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C96C57F-F5AE-1D53-A5FA-DA57F29F48D6}"/>
                    </a:ext>
                  </a:extLst>
                </p14:cNvPr>
                <p14:cNvContentPartPr/>
                <p14:nvPr/>
              </p14:nvContentPartPr>
              <p14:xfrm>
                <a:off x="7061737" y="5330861"/>
                <a:ext cx="29520" cy="45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C96C57F-F5AE-1D53-A5FA-DA57F29F48D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055617" y="5324741"/>
                  <a:ext cx="417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BBF91D8-EFD4-0A00-2576-92E36DFCF4E2}"/>
                    </a:ext>
                  </a:extLst>
                </p14:cNvPr>
                <p14:cNvContentPartPr/>
                <p14:nvPr/>
              </p14:nvContentPartPr>
              <p14:xfrm>
                <a:off x="7123657" y="5415101"/>
                <a:ext cx="81720" cy="184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BBF91D8-EFD4-0A00-2576-92E36DFCF4E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117537" y="5408981"/>
                  <a:ext cx="93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13ECA3F-BAF7-7B6F-E726-11F21E08843E}"/>
                    </a:ext>
                  </a:extLst>
                </p14:cNvPr>
                <p14:cNvContentPartPr/>
                <p14:nvPr/>
              </p14:nvContentPartPr>
              <p14:xfrm>
                <a:off x="7384297" y="5393861"/>
                <a:ext cx="118800" cy="181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13ECA3F-BAF7-7B6F-E726-11F21E08843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378177" y="5387741"/>
                  <a:ext cx="131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C93F946-0179-6921-0F8A-7D621A0A6C27}"/>
                    </a:ext>
                  </a:extLst>
                </p14:cNvPr>
                <p14:cNvContentPartPr/>
                <p14:nvPr/>
              </p14:nvContentPartPr>
              <p14:xfrm>
                <a:off x="7570417" y="5383061"/>
                <a:ext cx="87840" cy="213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C93F946-0179-6921-0F8A-7D621A0A6C2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564297" y="5376941"/>
                  <a:ext cx="1000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94D6FC4-9080-A377-54A9-2C66700D3F40}"/>
                    </a:ext>
                  </a:extLst>
                </p14:cNvPr>
                <p14:cNvContentPartPr/>
                <p14:nvPr/>
              </p14:nvContentPartPr>
              <p14:xfrm>
                <a:off x="7697497" y="5428421"/>
                <a:ext cx="157320" cy="150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94D6FC4-9080-A377-54A9-2C66700D3F4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691377" y="5422301"/>
                  <a:ext cx="1695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302CE5E-9256-57E5-B307-03CB776665F2}"/>
                    </a:ext>
                  </a:extLst>
                </p14:cNvPr>
                <p14:cNvContentPartPr/>
                <p14:nvPr/>
              </p14:nvContentPartPr>
              <p14:xfrm>
                <a:off x="7885777" y="5299181"/>
                <a:ext cx="150120" cy="284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302CE5E-9256-57E5-B307-03CB776665F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879657" y="5293061"/>
                  <a:ext cx="1623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58E7DBC-007F-B5D0-7A64-65DE9F211F73}"/>
                    </a:ext>
                  </a:extLst>
                </p14:cNvPr>
                <p14:cNvContentPartPr/>
                <p14:nvPr/>
              </p14:nvContentPartPr>
              <p14:xfrm>
                <a:off x="8104657" y="5403581"/>
                <a:ext cx="217440" cy="129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58E7DBC-007F-B5D0-7A64-65DE9F211F7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098537" y="5397461"/>
                  <a:ext cx="2296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48919AF-C002-DF13-E889-F6E9E0A6DDC4}"/>
                    </a:ext>
                  </a:extLst>
                </p14:cNvPr>
                <p14:cNvContentPartPr/>
                <p14:nvPr/>
              </p14:nvContentPartPr>
              <p14:xfrm>
                <a:off x="8311657" y="5389901"/>
                <a:ext cx="94320" cy="201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48919AF-C002-DF13-E889-F6E9E0A6DDC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05537" y="5383781"/>
                  <a:ext cx="1065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5255F2B-6F72-766D-9B93-B4A67C46272D}"/>
                    </a:ext>
                  </a:extLst>
                </p14:cNvPr>
                <p14:cNvContentPartPr/>
                <p14:nvPr/>
              </p14:nvContentPartPr>
              <p14:xfrm>
                <a:off x="8553937" y="5277221"/>
                <a:ext cx="186120" cy="313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5255F2B-6F72-766D-9B93-B4A67C46272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547817" y="5271101"/>
                  <a:ext cx="1983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082929B-62C7-96CF-A862-77E35EC2DF77}"/>
                    </a:ext>
                  </a:extLst>
                </p14:cNvPr>
                <p14:cNvContentPartPr/>
                <p14:nvPr/>
              </p14:nvContentPartPr>
              <p14:xfrm>
                <a:off x="8755897" y="5421581"/>
                <a:ext cx="198000" cy="130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082929B-62C7-96CF-A862-77E35EC2DF7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749777" y="5415461"/>
                  <a:ext cx="2102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24444B8-1A16-EFC3-9C4B-405D239D7D30}"/>
                    </a:ext>
                  </a:extLst>
                </p14:cNvPr>
                <p14:cNvContentPartPr/>
                <p14:nvPr/>
              </p14:nvContentPartPr>
              <p14:xfrm>
                <a:off x="8975857" y="5381981"/>
                <a:ext cx="104400" cy="189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24444B8-1A16-EFC3-9C4B-405D239D7D3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969737" y="5375861"/>
                  <a:ext cx="1166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EC8E66B-A730-F7BC-E233-4BE387C1CF10}"/>
                    </a:ext>
                  </a:extLst>
                </p14:cNvPr>
                <p14:cNvContentPartPr/>
                <p14:nvPr/>
              </p14:nvContentPartPr>
              <p14:xfrm>
                <a:off x="9126337" y="5272901"/>
                <a:ext cx="68040" cy="247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EC8E66B-A730-F7BC-E233-4BE387C1CF1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120217" y="5266781"/>
                  <a:ext cx="802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84FA64D-8701-9AFA-3A62-B8A9F352CF45}"/>
                    </a:ext>
                  </a:extLst>
                </p14:cNvPr>
                <p14:cNvContentPartPr/>
                <p14:nvPr/>
              </p14:nvContentPartPr>
              <p14:xfrm>
                <a:off x="9067297" y="5400341"/>
                <a:ext cx="184680" cy="37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84FA64D-8701-9AFA-3A62-B8A9F352CF4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061177" y="5394221"/>
                  <a:ext cx="1969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13FB68F-8AAD-A6CC-4C82-7E73D9DC9A77}"/>
                    </a:ext>
                  </a:extLst>
                </p14:cNvPr>
                <p14:cNvContentPartPr/>
                <p14:nvPr/>
              </p14:nvContentPartPr>
              <p14:xfrm>
                <a:off x="9251617" y="5344181"/>
                <a:ext cx="107280" cy="200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13FB68F-8AAD-A6CC-4C82-7E73D9DC9A7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245497" y="5338061"/>
                  <a:ext cx="1195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553B27A-2BA9-C224-D251-1CF8A9DADA70}"/>
                    </a:ext>
                  </a:extLst>
                </p14:cNvPr>
                <p14:cNvContentPartPr/>
                <p14:nvPr/>
              </p14:nvContentPartPr>
              <p14:xfrm>
                <a:off x="9374377" y="5276501"/>
                <a:ext cx="43200" cy="239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553B27A-2BA9-C224-D251-1CF8A9DADA7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368257" y="5270381"/>
                  <a:ext cx="554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6E99522-CB95-CCBA-FD61-E7E1EC0FA810}"/>
                    </a:ext>
                  </a:extLst>
                </p14:cNvPr>
                <p14:cNvContentPartPr/>
                <p14:nvPr/>
              </p14:nvContentPartPr>
              <p14:xfrm>
                <a:off x="9436657" y="5412221"/>
                <a:ext cx="172800" cy="100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6E99522-CB95-CCBA-FD61-E7E1EC0FA81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30537" y="5406101"/>
                  <a:ext cx="185040" cy="11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99087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5A2FFC-8504-69D2-7C39-2F2B67920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60B91F5B-C17D-3785-1AA2-FFB95DD44058}"/>
              </a:ext>
            </a:extLst>
          </p:cNvPr>
          <p:cNvGrpSpPr/>
          <p:nvPr/>
        </p:nvGrpSpPr>
        <p:grpSpPr>
          <a:xfrm>
            <a:off x="2651377" y="2792141"/>
            <a:ext cx="7017120" cy="1693800"/>
            <a:chOff x="2651377" y="2792141"/>
            <a:chExt cx="7017120" cy="169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BD5A624-1518-BACC-B1A2-E10B3609C930}"/>
                    </a:ext>
                  </a:extLst>
                </p14:cNvPr>
                <p14:cNvContentPartPr/>
                <p14:nvPr/>
              </p14:nvContentPartPr>
              <p14:xfrm>
                <a:off x="4358497" y="2866301"/>
                <a:ext cx="827640" cy="1071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BD5A624-1518-BACC-B1A2-E10B3609C93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352377" y="2860181"/>
                  <a:ext cx="839880" cy="10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67FDAAD-452E-9543-047B-9A87B5270069}"/>
                    </a:ext>
                  </a:extLst>
                </p14:cNvPr>
                <p14:cNvContentPartPr/>
                <p14:nvPr/>
              </p14:nvContentPartPr>
              <p14:xfrm>
                <a:off x="5240137" y="3575141"/>
                <a:ext cx="899640" cy="69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67FDAAD-452E-9543-047B-9A87B527006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34017" y="3569021"/>
                  <a:ext cx="9118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D04FDB5-1B9C-1F95-289F-0879F4B764F4}"/>
                    </a:ext>
                  </a:extLst>
                </p14:cNvPr>
                <p14:cNvContentPartPr/>
                <p14:nvPr/>
              </p14:nvContentPartPr>
              <p14:xfrm>
                <a:off x="6026377" y="3518621"/>
                <a:ext cx="115200" cy="190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D04FDB5-1B9C-1F95-289F-0879F4B764F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20257" y="3512501"/>
                  <a:ext cx="127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68AF904-6D0A-0E57-F99D-AE23AD750046}"/>
                    </a:ext>
                  </a:extLst>
                </p14:cNvPr>
                <p14:cNvContentPartPr/>
                <p14:nvPr/>
              </p14:nvContentPartPr>
              <p14:xfrm>
                <a:off x="6215737" y="3479021"/>
                <a:ext cx="32760" cy="218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68AF904-6D0A-0E57-F99D-AE23AD75004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09617" y="3472901"/>
                  <a:ext cx="450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3512A3C-E2A4-990C-31DC-BFA5156447B4}"/>
                    </a:ext>
                  </a:extLst>
                </p14:cNvPr>
                <p14:cNvContentPartPr/>
                <p14:nvPr/>
              </p14:nvContentPartPr>
              <p14:xfrm>
                <a:off x="6318697" y="3475781"/>
                <a:ext cx="5040" cy="209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3512A3C-E2A4-990C-31DC-BFA5156447B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12577" y="3469661"/>
                  <a:ext cx="172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DC78131-132C-0733-D880-7B3691A9E4ED}"/>
                    </a:ext>
                  </a:extLst>
                </p14:cNvPr>
                <p14:cNvContentPartPr/>
                <p14:nvPr/>
              </p14:nvContentPartPr>
              <p14:xfrm>
                <a:off x="6410497" y="3478301"/>
                <a:ext cx="33120" cy="200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DC78131-132C-0733-D880-7B3691A9E4E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04377" y="3472181"/>
                  <a:ext cx="453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89530D8-9D82-B0CC-DA35-8F0DA0EA25BC}"/>
                    </a:ext>
                  </a:extLst>
                </p14:cNvPr>
                <p14:cNvContentPartPr/>
                <p14:nvPr/>
              </p14:nvContentPartPr>
              <p14:xfrm>
                <a:off x="6476377" y="3529781"/>
                <a:ext cx="104760" cy="127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89530D8-9D82-B0CC-DA35-8F0DA0EA25B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470257" y="3523661"/>
                  <a:ext cx="1170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9C4E3F7-653C-5E38-2E25-0E738DD85A4F}"/>
                    </a:ext>
                  </a:extLst>
                </p14:cNvPr>
                <p14:cNvContentPartPr/>
                <p14:nvPr/>
              </p14:nvContentPartPr>
              <p14:xfrm>
                <a:off x="6571777" y="3518981"/>
                <a:ext cx="146880" cy="285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9C4E3F7-653C-5E38-2E25-0E738DD85A4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65657" y="3512861"/>
                  <a:ext cx="1591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09FB167-1465-7521-0F65-79212B073EA2}"/>
                    </a:ext>
                  </a:extLst>
                </p14:cNvPr>
                <p14:cNvContentPartPr/>
                <p14:nvPr/>
              </p14:nvContentPartPr>
              <p14:xfrm>
                <a:off x="6774457" y="3468941"/>
                <a:ext cx="265680" cy="172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09FB167-1465-7521-0F65-79212B073EA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68337" y="3462821"/>
                  <a:ext cx="2779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CA90D6C-FC06-0B84-F1EF-128A36E0D29C}"/>
                    </a:ext>
                  </a:extLst>
                </p14:cNvPr>
                <p14:cNvContentPartPr/>
                <p14:nvPr/>
              </p14:nvContentPartPr>
              <p14:xfrm>
                <a:off x="7139137" y="3497381"/>
                <a:ext cx="84600" cy="193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CA90D6C-FC06-0B84-F1EF-128A36E0D29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133017" y="3491261"/>
                  <a:ext cx="968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7452FC9-1106-9F22-FE77-754F232D2E81}"/>
                    </a:ext>
                  </a:extLst>
                </p14:cNvPr>
                <p14:cNvContentPartPr/>
                <p14:nvPr/>
              </p14:nvContentPartPr>
              <p14:xfrm>
                <a:off x="7268377" y="3423941"/>
                <a:ext cx="135000" cy="213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7452FC9-1106-9F22-FE77-754F232D2E8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262257" y="3417821"/>
                  <a:ext cx="1472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8FB799C-477F-5500-5190-BA2F671D6AF0}"/>
                    </a:ext>
                  </a:extLst>
                </p14:cNvPr>
                <p14:cNvContentPartPr/>
                <p14:nvPr/>
              </p14:nvContentPartPr>
              <p14:xfrm>
                <a:off x="7422097" y="3503501"/>
                <a:ext cx="85320" cy="95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8FB799C-477F-5500-5190-BA2F671D6AF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415977" y="3497381"/>
                  <a:ext cx="975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073D7FE-9A5A-901C-5657-632A1EF5422C}"/>
                    </a:ext>
                  </a:extLst>
                </p14:cNvPr>
                <p14:cNvContentPartPr/>
                <p14:nvPr/>
              </p14:nvContentPartPr>
              <p14:xfrm>
                <a:off x="7512457" y="3403421"/>
                <a:ext cx="184320" cy="249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073D7FE-9A5A-901C-5657-632A1EF5422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506337" y="3397301"/>
                  <a:ext cx="1965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B8B2298-42AE-4F84-ABDF-E565D3BF5761}"/>
                    </a:ext>
                  </a:extLst>
                </p14:cNvPr>
                <p14:cNvContentPartPr/>
                <p14:nvPr/>
              </p14:nvContentPartPr>
              <p14:xfrm>
                <a:off x="2651377" y="2792141"/>
                <a:ext cx="1373400" cy="1498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B8B2298-42AE-4F84-ABDF-E565D3BF576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645257" y="2786021"/>
                  <a:ext cx="1385640" cy="15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09D9242-8610-78A2-4123-E160194AE217}"/>
                    </a:ext>
                  </a:extLst>
                </p14:cNvPr>
                <p14:cNvContentPartPr/>
                <p14:nvPr/>
              </p14:nvContentPartPr>
              <p14:xfrm>
                <a:off x="3900577" y="4104341"/>
                <a:ext cx="334800" cy="244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09D9242-8610-78A2-4123-E160194AE21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894457" y="4098221"/>
                  <a:ext cx="3470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C8698A0-197A-18AF-F484-44E76E747909}"/>
                    </a:ext>
                  </a:extLst>
                </p14:cNvPr>
                <p14:cNvContentPartPr/>
                <p14:nvPr/>
              </p14:nvContentPartPr>
              <p14:xfrm>
                <a:off x="4187857" y="4246541"/>
                <a:ext cx="116280" cy="159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C8698A0-197A-18AF-F484-44E76E74790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181737" y="4240421"/>
                  <a:ext cx="1285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933AD21-5340-AED1-E8FB-98CCB45F07A0}"/>
                    </a:ext>
                  </a:extLst>
                </p14:cNvPr>
                <p14:cNvContentPartPr/>
                <p14:nvPr/>
              </p14:nvContentPartPr>
              <p14:xfrm>
                <a:off x="4349497" y="4254101"/>
                <a:ext cx="121680" cy="231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933AD21-5340-AED1-E8FB-98CCB45F07A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43377" y="4247981"/>
                  <a:ext cx="1339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2B490D9-A441-902A-FB30-065230D0517E}"/>
                    </a:ext>
                  </a:extLst>
                </p14:cNvPr>
                <p14:cNvContentPartPr/>
                <p14:nvPr/>
              </p14:nvContentPartPr>
              <p14:xfrm>
                <a:off x="4491337" y="4278941"/>
                <a:ext cx="38520" cy="177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2B490D9-A441-902A-FB30-065230D0517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485217" y="4272821"/>
                  <a:ext cx="507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7872F5B-CFA0-2AD5-98E4-B13ED243B9F3}"/>
                    </a:ext>
                  </a:extLst>
                </p14:cNvPr>
                <p14:cNvContentPartPr/>
                <p14:nvPr/>
              </p14:nvContentPartPr>
              <p14:xfrm>
                <a:off x="4557217" y="4198661"/>
                <a:ext cx="23760" cy="212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7872F5B-CFA0-2AD5-98E4-B13ED243B9F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551097" y="4192541"/>
                  <a:ext cx="360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046F772-8B1F-8268-4BF8-E55655E622B3}"/>
                    </a:ext>
                  </a:extLst>
                </p14:cNvPr>
                <p14:cNvContentPartPr/>
                <p14:nvPr/>
              </p14:nvContentPartPr>
              <p14:xfrm>
                <a:off x="4644697" y="4342661"/>
                <a:ext cx="146160" cy="95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046F772-8B1F-8268-4BF8-E55655E622B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38577" y="4336541"/>
                  <a:ext cx="1584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843501F-326C-0754-3196-822ED8F0A980}"/>
                    </a:ext>
                  </a:extLst>
                </p14:cNvPr>
                <p14:cNvContentPartPr/>
                <p14:nvPr/>
              </p14:nvContentPartPr>
              <p14:xfrm>
                <a:off x="4815697" y="4210181"/>
                <a:ext cx="129600" cy="200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843501F-326C-0754-3196-822ED8F0A98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809577" y="4204061"/>
                  <a:ext cx="1418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4B02692-D8B1-2CDA-1AB9-E9875F13B229}"/>
                    </a:ext>
                  </a:extLst>
                </p14:cNvPr>
                <p14:cNvContentPartPr/>
                <p14:nvPr/>
              </p14:nvContentPartPr>
              <p14:xfrm>
                <a:off x="5040697" y="4208381"/>
                <a:ext cx="120960" cy="220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4B02692-D8B1-2CDA-1AB9-E9875F13B22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034577" y="4202261"/>
                  <a:ext cx="1332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AF56735-6EDA-3CD6-FB81-00509A5A74F2}"/>
                    </a:ext>
                  </a:extLst>
                </p14:cNvPr>
                <p14:cNvContentPartPr/>
                <p14:nvPr/>
              </p14:nvContentPartPr>
              <p14:xfrm>
                <a:off x="4980937" y="4275701"/>
                <a:ext cx="275760" cy="123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AF56735-6EDA-3CD6-FB81-00509A5A74F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74817" y="4269581"/>
                  <a:ext cx="288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66840A2-18FF-4D58-F976-ED6485432BB7}"/>
                    </a:ext>
                  </a:extLst>
                </p14:cNvPr>
                <p14:cNvContentPartPr/>
                <p14:nvPr/>
              </p14:nvContentPartPr>
              <p14:xfrm>
                <a:off x="5312857" y="4283261"/>
                <a:ext cx="143280" cy="109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66840A2-18FF-4D58-F976-ED6485432BB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306737" y="4277141"/>
                  <a:ext cx="1555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A2D96AC-FC6D-5972-A3E7-088DAAEE613A}"/>
                    </a:ext>
                  </a:extLst>
                </p14:cNvPr>
                <p14:cNvContentPartPr/>
                <p14:nvPr/>
              </p14:nvContentPartPr>
              <p14:xfrm>
                <a:off x="5486377" y="4245101"/>
                <a:ext cx="136800" cy="110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A2D96AC-FC6D-5972-A3E7-088DAAEE613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480257" y="4238981"/>
                  <a:ext cx="149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1C066C-42E8-E797-9764-F64452CFDD41}"/>
                    </a:ext>
                  </a:extLst>
                </p14:cNvPr>
                <p14:cNvContentPartPr/>
                <p14:nvPr/>
              </p14:nvContentPartPr>
              <p14:xfrm>
                <a:off x="5680777" y="4325021"/>
                <a:ext cx="110160" cy="104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1C066C-42E8-E797-9764-F64452CFDD4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674657" y="4318901"/>
                  <a:ext cx="122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5CF534A-CCB9-82AB-F7D1-E9B1744A1233}"/>
                    </a:ext>
                  </a:extLst>
                </p14:cNvPr>
                <p14:cNvContentPartPr/>
                <p14:nvPr/>
              </p14:nvContentPartPr>
              <p14:xfrm>
                <a:off x="5827297" y="4217021"/>
                <a:ext cx="266040" cy="146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5CF534A-CCB9-82AB-F7D1-E9B1744A123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821177" y="4210901"/>
                  <a:ext cx="2782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411C570-93CC-7696-392D-FF739AE405F3}"/>
                    </a:ext>
                  </a:extLst>
                </p14:cNvPr>
                <p14:cNvContentPartPr/>
                <p14:nvPr/>
              </p14:nvContentPartPr>
              <p14:xfrm>
                <a:off x="6157417" y="4220621"/>
                <a:ext cx="194400" cy="103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411C570-93CC-7696-392D-FF739AE405F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151297" y="4214501"/>
                  <a:ext cx="2066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583EEB4-2BB2-CDA7-76D9-4B20CA72F64E}"/>
                    </a:ext>
                  </a:extLst>
                </p14:cNvPr>
                <p14:cNvContentPartPr/>
                <p14:nvPr/>
              </p14:nvContentPartPr>
              <p14:xfrm>
                <a:off x="6312937" y="4216661"/>
                <a:ext cx="155880" cy="222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583EEB4-2BB2-CDA7-76D9-4B20CA72F64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306817" y="4210541"/>
                  <a:ext cx="1681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1A6FBED-9A5C-3195-7990-DEF6B1AA09FF}"/>
                    </a:ext>
                  </a:extLst>
                </p14:cNvPr>
                <p14:cNvContentPartPr/>
                <p14:nvPr/>
              </p14:nvContentPartPr>
              <p14:xfrm>
                <a:off x="6422017" y="4178861"/>
                <a:ext cx="42120" cy="144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1A6FBED-9A5C-3195-7990-DEF6B1AA09F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415897" y="4172741"/>
                  <a:ext cx="543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EC141AE-6A9D-C3BB-84AB-543F3CFADFD3}"/>
                    </a:ext>
                  </a:extLst>
                </p14:cNvPr>
                <p14:cNvContentPartPr/>
                <p14:nvPr/>
              </p14:nvContentPartPr>
              <p14:xfrm>
                <a:off x="6370177" y="4175621"/>
                <a:ext cx="95040" cy="84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EC141AE-6A9D-C3BB-84AB-543F3CFADFD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364057" y="4169501"/>
                  <a:ext cx="107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250898D-4865-70BE-638C-3B2776130B10}"/>
                    </a:ext>
                  </a:extLst>
                </p14:cNvPr>
                <p14:cNvContentPartPr/>
                <p14:nvPr/>
              </p14:nvContentPartPr>
              <p14:xfrm>
                <a:off x="6442537" y="4168781"/>
                <a:ext cx="68040" cy="176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250898D-4865-70BE-638C-3B2776130B1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436417" y="4162661"/>
                  <a:ext cx="80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E2C401D-2155-9D74-5679-7AC464C06E9F}"/>
                    </a:ext>
                  </a:extLst>
                </p14:cNvPr>
                <p14:cNvContentPartPr/>
                <p14:nvPr/>
              </p14:nvContentPartPr>
              <p14:xfrm>
                <a:off x="6611017" y="4231781"/>
                <a:ext cx="121320" cy="136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E2C401D-2155-9D74-5679-7AC464C06E9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604897" y="4225661"/>
                  <a:ext cx="1335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12DCED2-C297-4B8F-E24E-6BD924EA1671}"/>
                    </a:ext>
                  </a:extLst>
                </p14:cNvPr>
                <p14:cNvContentPartPr/>
                <p14:nvPr/>
              </p14:nvContentPartPr>
              <p14:xfrm>
                <a:off x="6767257" y="4231061"/>
                <a:ext cx="131040" cy="162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12DCED2-C297-4B8F-E24E-6BD924EA167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761137" y="4224941"/>
                  <a:ext cx="1432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B078FA7-73EF-E5CD-F986-41275A927445}"/>
                    </a:ext>
                  </a:extLst>
                </p14:cNvPr>
                <p14:cNvContentPartPr/>
                <p14:nvPr/>
              </p14:nvContentPartPr>
              <p14:xfrm>
                <a:off x="6928177" y="4223141"/>
                <a:ext cx="115200" cy="146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B078FA7-73EF-E5CD-F986-41275A92744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922057" y="4217021"/>
                  <a:ext cx="1274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351ACE6-54E8-90F3-417F-ACCE53145ECE}"/>
                    </a:ext>
                  </a:extLst>
                </p14:cNvPr>
                <p14:cNvContentPartPr/>
                <p14:nvPr/>
              </p14:nvContentPartPr>
              <p14:xfrm>
                <a:off x="7091617" y="4237181"/>
                <a:ext cx="46800" cy="152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351ACE6-54E8-90F3-417F-ACCE53145EC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085497" y="4231061"/>
                  <a:ext cx="590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08AD8C0-8948-32BD-435C-3C1E70B72397}"/>
                    </a:ext>
                  </a:extLst>
                </p14:cNvPr>
                <p14:cNvContentPartPr/>
                <p14:nvPr/>
              </p14:nvContentPartPr>
              <p14:xfrm>
                <a:off x="7173697" y="4241501"/>
                <a:ext cx="140760" cy="108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08AD8C0-8948-32BD-435C-3C1E70B7239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167577" y="4235381"/>
                  <a:ext cx="1530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9D56F6E-0FC4-81F3-5509-4E4B78DA44AD}"/>
                    </a:ext>
                  </a:extLst>
                </p14:cNvPr>
                <p14:cNvContentPartPr/>
                <p14:nvPr/>
              </p14:nvContentPartPr>
              <p14:xfrm>
                <a:off x="7451257" y="4195421"/>
                <a:ext cx="223560" cy="168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9D56F6E-0FC4-81F3-5509-4E4B78DA44A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445137" y="4189301"/>
                  <a:ext cx="2358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40CDFCF-622C-151B-3B1A-362FC0956F76}"/>
                    </a:ext>
                  </a:extLst>
                </p14:cNvPr>
                <p14:cNvContentPartPr/>
                <p14:nvPr/>
              </p14:nvContentPartPr>
              <p14:xfrm>
                <a:off x="7667617" y="4200461"/>
                <a:ext cx="106200" cy="167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40CDFCF-622C-151B-3B1A-362FC0956F7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661497" y="4194341"/>
                  <a:ext cx="1184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4ED15AD-E758-FBD1-ECD1-06542C61DA9F}"/>
                    </a:ext>
                  </a:extLst>
                </p14:cNvPr>
                <p14:cNvContentPartPr/>
                <p14:nvPr/>
              </p14:nvContentPartPr>
              <p14:xfrm>
                <a:off x="7797217" y="4213781"/>
                <a:ext cx="144000" cy="113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4ED15AD-E758-FBD1-ECD1-06542C61DA9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791097" y="4207661"/>
                  <a:ext cx="156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AD6B860-5F0D-CE70-2496-A7A3C668CC87}"/>
                    </a:ext>
                  </a:extLst>
                </p14:cNvPr>
                <p14:cNvContentPartPr/>
                <p14:nvPr/>
              </p14:nvContentPartPr>
              <p14:xfrm>
                <a:off x="7964977" y="4173101"/>
                <a:ext cx="69120" cy="148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AD6B860-5F0D-CE70-2496-A7A3C668CC8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958857" y="4166981"/>
                  <a:ext cx="813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B01E28A-242C-5A2B-62AF-F4BE3982C046}"/>
                    </a:ext>
                  </a:extLst>
                </p14:cNvPr>
                <p14:cNvContentPartPr/>
                <p14:nvPr/>
              </p14:nvContentPartPr>
              <p14:xfrm>
                <a:off x="8065417" y="4101101"/>
                <a:ext cx="214920" cy="233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B01E28A-242C-5A2B-62AF-F4BE3982C04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059297" y="4094981"/>
                  <a:ext cx="2271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870532A-2010-40BA-A5DC-27E477A8836E}"/>
                    </a:ext>
                  </a:extLst>
                </p14:cNvPr>
                <p14:cNvContentPartPr/>
                <p14:nvPr/>
              </p14:nvContentPartPr>
              <p14:xfrm>
                <a:off x="8374657" y="4089581"/>
                <a:ext cx="27360" cy="220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870532A-2010-40BA-A5DC-27E477A8836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368537" y="4083461"/>
                  <a:ext cx="396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DCB3534-BBFE-99EB-C9CF-568CA2691AC1}"/>
                    </a:ext>
                  </a:extLst>
                </p14:cNvPr>
                <p14:cNvContentPartPr/>
                <p14:nvPr/>
              </p14:nvContentPartPr>
              <p14:xfrm>
                <a:off x="8447017" y="4204421"/>
                <a:ext cx="184320" cy="96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DCB3534-BBFE-99EB-C9CF-568CA2691AC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440897" y="4198301"/>
                  <a:ext cx="1965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974B0A9-0FFB-627F-E89A-D96759C0C199}"/>
                    </a:ext>
                  </a:extLst>
                </p14:cNvPr>
                <p14:cNvContentPartPr/>
                <p14:nvPr/>
              </p14:nvContentPartPr>
              <p14:xfrm>
                <a:off x="8740057" y="4067621"/>
                <a:ext cx="55080" cy="253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974B0A9-0FFB-627F-E89A-D96759C0C19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733937" y="4061501"/>
                  <a:ext cx="673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08439C5-0621-3C4C-E00E-5BA1F9E83965}"/>
                    </a:ext>
                  </a:extLst>
                </p14:cNvPr>
                <p14:cNvContentPartPr/>
                <p14:nvPr/>
              </p14:nvContentPartPr>
              <p14:xfrm>
                <a:off x="8692537" y="4178141"/>
                <a:ext cx="427320" cy="126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08439C5-0621-3C4C-E00E-5BA1F9E8396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686417" y="4172021"/>
                  <a:ext cx="4395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DD7EE15-B315-2376-6529-3AB3AE29264D}"/>
                    </a:ext>
                  </a:extLst>
                </p14:cNvPr>
                <p14:cNvContentPartPr/>
                <p14:nvPr/>
              </p14:nvContentPartPr>
              <p14:xfrm>
                <a:off x="9146857" y="4172021"/>
                <a:ext cx="169200" cy="126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DD7EE15-B315-2376-6529-3AB3AE29264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140737" y="4165901"/>
                  <a:ext cx="181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B3E4193-E645-50FF-691E-DA64285B09D1}"/>
                    </a:ext>
                  </a:extLst>
                </p14:cNvPr>
                <p14:cNvContentPartPr/>
                <p14:nvPr/>
              </p14:nvContentPartPr>
              <p14:xfrm>
                <a:off x="9337297" y="4179581"/>
                <a:ext cx="360" cy="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B3E4193-E645-50FF-691E-DA64285B09D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331177" y="417346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11BA6A2-1ED2-29A3-233F-E8E03893B355}"/>
                    </a:ext>
                  </a:extLst>
                </p14:cNvPr>
                <p14:cNvContentPartPr/>
                <p14:nvPr/>
              </p14:nvContentPartPr>
              <p14:xfrm>
                <a:off x="9311737" y="4168781"/>
                <a:ext cx="9720" cy="110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11BA6A2-1ED2-29A3-233F-E8E03893B35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305617" y="4162661"/>
                  <a:ext cx="219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63B05B9-3169-C6F4-48C4-0E86F502E6C6}"/>
                    </a:ext>
                  </a:extLst>
                </p14:cNvPr>
                <p14:cNvContentPartPr/>
                <p14:nvPr/>
              </p14:nvContentPartPr>
              <p14:xfrm>
                <a:off x="9309217" y="4059701"/>
                <a:ext cx="11520" cy="106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63B05B9-3169-C6F4-48C4-0E86F502E6C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303097" y="4053581"/>
                  <a:ext cx="237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45025A4-E604-A209-8954-E3B17AC69E61}"/>
                    </a:ext>
                  </a:extLst>
                </p14:cNvPr>
                <p14:cNvContentPartPr/>
                <p14:nvPr/>
              </p14:nvContentPartPr>
              <p14:xfrm>
                <a:off x="9387337" y="4208021"/>
                <a:ext cx="124920" cy="52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45025A4-E604-A209-8954-E3B17AC69E6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381217" y="4201901"/>
                  <a:ext cx="1371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AD07604-5211-1AAD-32C5-6E40DEBBF4F1}"/>
                    </a:ext>
                  </a:extLst>
                </p14:cNvPr>
                <p14:cNvContentPartPr/>
                <p14:nvPr/>
              </p14:nvContentPartPr>
              <p14:xfrm>
                <a:off x="9461137" y="4171661"/>
                <a:ext cx="207360" cy="285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AD07604-5211-1AAD-32C5-6E40DEBBF4F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455017" y="4165541"/>
                  <a:ext cx="219600" cy="298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78527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5E261E-CF1B-79D5-D27B-1E1F9B798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43FC1B0-F459-59B0-1F82-CBB3E964471C}"/>
              </a:ext>
            </a:extLst>
          </p:cNvPr>
          <p:cNvGrpSpPr/>
          <p:nvPr/>
        </p:nvGrpSpPr>
        <p:grpSpPr>
          <a:xfrm>
            <a:off x="4245457" y="2707181"/>
            <a:ext cx="1091880" cy="898560"/>
            <a:chOff x="4245457" y="2707181"/>
            <a:chExt cx="1091880" cy="89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BB24FD6-9B0A-FBBD-7DA2-CE46F8DF86D2}"/>
                    </a:ext>
                  </a:extLst>
                </p14:cNvPr>
                <p14:cNvContentPartPr/>
                <p14:nvPr/>
              </p14:nvContentPartPr>
              <p14:xfrm>
                <a:off x="4245457" y="2986901"/>
                <a:ext cx="460080" cy="618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BB24FD6-9B0A-FBBD-7DA2-CE46F8DF86D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239337" y="2980781"/>
                  <a:ext cx="47232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277FD60-D122-68C3-A7B9-B4190B09639E}"/>
                    </a:ext>
                  </a:extLst>
                </p14:cNvPr>
                <p14:cNvContentPartPr/>
                <p14:nvPr/>
              </p14:nvContentPartPr>
              <p14:xfrm>
                <a:off x="5029897" y="2707181"/>
                <a:ext cx="307440" cy="493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277FD60-D122-68C3-A7B9-B4190B09639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23777" y="2701061"/>
                  <a:ext cx="319680" cy="50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9C67A80-9481-3A09-EF27-178CC11B320C}"/>
                  </a:ext>
                </a:extLst>
              </p14:cNvPr>
              <p14:cNvContentPartPr/>
              <p14:nvPr/>
            </p14:nvContentPartPr>
            <p14:xfrm>
              <a:off x="6458377" y="2706461"/>
              <a:ext cx="306000" cy="400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9C67A80-9481-3A09-EF27-178CC11B320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52257" y="2700341"/>
                <a:ext cx="318240" cy="4129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4E21325-5F14-09B7-EB7B-D84AC6ACC6ED}"/>
              </a:ext>
            </a:extLst>
          </p:cNvPr>
          <p:cNvSpPr txBox="1"/>
          <p:nvPr/>
        </p:nvSpPr>
        <p:spPr>
          <a:xfrm>
            <a:off x="2316194" y="5034117"/>
            <a:ext cx="37448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- Electric polls are directly on the road</a:t>
            </a:r>
          </a:p>
          <a:p>
            <a:r>
              <a:rPr lang="en-US" dirty="0">
                <a:highlight>
                  <a:srgbClr val="FFFF00"/>
                </a:highlight>
              </a:rPr>
              <a:t>- Roadside marker faded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80368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F97A28-BCF4-3961-32E9-078BC2302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E5B5ACA-C3DA-276E-D49B-81A1968856E6}"/>
              </a:ext>
            </a:extLst>
          </p:cNvPr>
          <p:cNvGrpSpPr/>
          <p:nvPr/>
        </p:nvGrpSpPr>
        <p:grpSpPr>
          <a:xfrm>
            <a:off x="2149897" y="851021"/>
            <a:ext cx="2541960" cy="2905560"/>
            <a:chOff x="2149897" y="851021"/>
            <a:chExt cx="2541960" cy="290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4C2BF2A-276C-A214-DE19-289626FBB3BB}"/>
                    </a:ext>
                  </a:extLst>
                </p14:cNvPr>
                <p14:cNvContentPartPr/>
                <p14:nvPr/>
              </p14:nvContentPartPr>
              <p14:xfrm>
                <a:off x="2149897" y="851021"/>
                <a:ext cx="1134000" cy="2905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4C2BF2A-276C-A214-DE19-289626FBB3B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43777" y="844901"/>
                  <a:ext cx="1146240" cy="29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01E45D2-3F7B-F79A-A4D6-E302FF3E76B4}"/>
                    </a:ext>
                  </a:extLst>
                </p14:cNvPr>
                <p14:cNvContentPartPr/>
                <p14:nvPr/>
              </p14:nvContentPartPr>
              <p14:xfrm>
                <a:off x="3957097" y="1071701"/>
                <a:ext cx="734760" cy="1721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01E45D2-3F7B-F79A-A4D6-E302FF3E76B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50977" y="1065581"/>
                  <a:ext cx="747000" cy="173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A2DC7BB-B6F6-5995-D0D8-982D32369CA4}"/>
                  </a:ext>
                </a:extLst>
              </p14:cNvPr>
              <p14:cNvContentPartPr/>
              <p14:nvPr/>
            </p14:nvContentPartPr>
            <p14:xfrm>
              <a:off x="8035897" y="1271861"/>
              <a:ext cx="1452240" cy="2898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A2DC7BB-B6F6-5995-D0D8-982D32369CA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29777" y="1265741"/>
                <a:ext cx="1464480" cy="29106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915CFCC-3A1F-40A1-D997-673BC4B9EDA3}"/>
              </a:ext>
            </a:extLst>
          </p:cNvPr>
          <p:cNvSpPr txBox="1"/>
          <p:nvPr/>
        </p:nvSpPr>
        <p:spPr>
          <a:xfrm>
            <a:off x="4336026" y="3903406"/>
            <a:ext cx="4817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- All the electric polls are in bad position, hazard</a:t>
            </a:r>
          </a:p>
          <a:p>
            <a:r>
              <a:rPr lang="en-US" dirty="0">
                <a:highlight>
                  <a:srgbClr val="FFFF00"/>
                </a:highlight>
              </a:rPr>
              <a:t>- Road markers are faded, washed away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3118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39473B-C8A9-EFFA-6C24-A2E85E5C3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335F2F1-3D71-367F-E4F6-C1662C2DE61E}"/>
                  </a:ext>
                </a:extLst>
              </p14:cNvPr>
              <p14:cNvContentPartPr/>
              <p14:nvPr/>
            </p14:nvContentPartPr>
            <p14:xfrm>
              <a:off x="2600257" y="1468781"/>
              <a:ext cx="2041920" cy="3734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335F2F1-3D71-367F-E4F6-C1662C2DE6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94137" y="1462661"/>
                <a:ext cx="2054160" cy="374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F12C8892-4119-6FFE-3AB3-42F5FD097A9F}"/>
              </a:ext>
            </a:extLst>
          </p:cNvPr>
          <p:cNvGrpSpPr/>
          <p:nvPr/>
        </p:nvGrpSpPr>
        <p:grpSpPr>
          <a:xfrm>
            <a:off x="4578097" y="4131701"/>
            <a:ext cx="3173400" cy="500040"/>
            <a:chOff x="4578097" y="4131701"/>
            <a:chExt cx="3173400" cy="50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2C445A2-0947-FFBE-7D29-32B064CB6EB6}"/>
                    </a:ext>
                  </a:extLst>
                </p14:cNvPr>
                <p14:cNvContentPartPr/>
                <p14:nvPr/>
              </p14:nvContentPartPr>
              <p14:xfrm>
                <a:off x="4578097" y="4262021"/>
                <a:ext cx="381600" cy="224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2C445A2-0947-FFBE-7D29-32B064CB6EB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71977" y="4255901"/>
                  <a:ext cx="3938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312AAE2-4527-3B38-E1F7-83434813E191}"/>
                    </a:ext>
                  </a:extLst>
                </p14:cNvPr>
                <p14:cNvContentPartPr/>
                <p14:nvPr/>
              </p14:nvContentPartPr>
              <p14:xfrm>
                <a:off x="4899217" y="4343381"/>
                <a:ext cx="138600" cy="278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312AAE2-4527-3B38-E1F7-83434813E19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893097" y="4337261"/>
                  <a:ext cx="1508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382E759-15AF-7371-12AA-D52F97F37681}"/>
                    </a:ext>
                  </a:extLst>
                </p14:cNvPr>
                <p14:cNvContentPartPr/>
                <p14:nvPr/>
              </p14:nvContentPartPr>
              <p14:xfrm>
                <a:off x="5248057" y="4417181"/>
                <a:ext cx="139320" cy="145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382E759-15AF-7371-12AA-D52F97F3768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41937" y="4411061"/>
                  <a:ext cx="1515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C8677F9-D6E5-23C1-B3FD-A008A741726A}"/>
                    </a:ext>
                  </a:extLst>
                </p14:cNvPr>
                <p14:cNvContentPartPr/>
                <p14:nvPr/>
              </p14:nvContentPartPr>
              <p14:xfrm>
                <a:off x="5411497" y="4436981"/>
                <a:ext cx="139320" cy="88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C8677F9-D6E5-23C1-B3FD-A008A741726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05377" y="4430861"/>
                  <a:ext cx="151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40C5FDA-F602-C95A-EE93-4F46DBAC0A89}"/>
                    </a:ext>
                  </a:extLst>
                </p14:cNvPr>
                <p14:cNvContentPartPr/>
                <p14:nvPr/>
              </p14:nvContentPartPr>
              <p14:xfrm>
                <a:off x="5565937" y="4427981"/>
                <a:ext cx="92880" cy="93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40C5FDA-F602-C95A-EE93-4F46DBAC0A8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59817" y="4421861"/>
                  <a:ext cx="105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14F6932-96C3-B342-AB63-F1B987225721}"/>
                    </a:ext>
                  </a:extLst>
                </p14:cNvPr>
                <p14:cNvContentPartPr/>
                <p14:nvPr/>
              </p14:nvContentPartPr>
              <p14:xfrm>
                <a:off x="5783737" y="4326821"/>
                <a:ext cx="87120" cy="226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14F6932-96C3-B342-AB63-F1B98722572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77617" y="4320701"/>
                  <a:ext cx="993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A7F7690-2C4B-2786-D77E-D85982A2BB9A}"/>
                    </a:ext>
                  </a:extLst>
                </p14:cNvPr>
                <p14:cNvContentPartPr/>
                <p14:nvPr/>
              </p14:nvContentPartPr>
              <p14:xfrm>
                <a:off x="5913337" y="4400981"/>
                <a:ext cx="156960" cy="105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A7F7690-2C4B-2786-D77E-D85982A2BB9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07217" y="4394861"/>
                  <a:ext cx="1692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695B66B-999F-96D1-0647-F820FB620C0E}"/>
                    </a:ext>
                  </a:extLst>
                </p14:cNvPr>
                <p14:cNvContentPartPr/>
                <p14:nvPr/>
              </p14:nvContentPartPr>
              <p14:xfrm>
                <a:off x="6230497" y="4337261"/>
                <a:ext cx="154800" cy="202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695B66B-999F-96D1-0647-F820FB620C0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224377" y="4331141"/>
                  <a:ext cx="1670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41D1AED-C8E9-A406-9197-9FFF7D4DAC82}"/>
                    </a:ext>
                  </a:extLst>
                </p14:cNvPr>
                <p14:cNvContentPartPr/>
                <p14:nvPr/>
              </p14:nvContentPartPr>
              <p14:xfrm>
                <a:off x="6418417" y="4372541"/>
                <a:ext cx="291960" cy="124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41D1AED-C8E9-A406-9197-9FFF7D4DAC8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12297" y="4366421"/>
                  <a:ext cx="3042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885E87A-F560-6CFD-F573-1F6F03675E3C}"/>
                    </a:ext>
                  </a:extLst>
                </p14:cNvPr>
                <p14:cNvContentPartPr/>
                <p14:nvPr/>
              </p14:nvContentPartPr>
              <p14:xfrm>
                <a:off x="6659257" y="4361021"/>
                <a:ext cx="191160" cy="270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885E87A-F560-6CFD-F573-1F6F03675E3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653137" y="4354541"/>
                  <a:ext cx="2034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9FE4EBA-AEA5-4EF4-B490-30079FB2DED3}"/>
                    </a:ext>
                  </a:extLst>
                </p14:cNvPr>
                <p14:cNvContentPartPr/>
                <p14:nvPr/>
              </p14:nvContentPartPr>
              <p14:xfrm>
                <a:off x="6996577" y="4184621"/>
                <a:ext cx="61920" cy="328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9FE4EBA-AEA5-4EF4-B490-30079FB2DED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990457" y="4178501"/>
                  <a:ext cx="7416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E49118A-B311-8FEA-AB0E-CACCB575A12B}"/>
                    </a:ext>
                  </a:extLst>
                </p14:cNvPr>
                <p14:cNvContentPartPr/>
                <p14:nvPr/>
              </p14:nvContentPartPr>
              <p14:xfrm>
                <a:off x="6947977" y="4318541"/>
                <a:ext cx="378360" cy="121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E49118A-B311-8FEA-AB0E-CACCB575A12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941857" y="4312421"/>
                  <a:ext cx="3906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3C9353C-C815-5E9D-F5CF-C833DD8D169A}"/>
                    </a:ext>
                  </a:extLst>
                </p14:cNvPr>
                <p14:cNvContentPartPr/>
                <p14:nvPr/>
              </p14:nvContentPartPr>
              <p14:xfrm>
                <a:off x="7267297" y="4131701"/>
                <a:ext cx="84960" cy="320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3C9353C-C815-5E9D-F5CF-C833DD8D169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61177" y="4125581"/>
                  <a:ext cx="972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7C9B27E-1516-83BE-05A9-261B53D3EE65}"/>
                    </a:ext>
                  </a:extLst>
                </p14:cNvPr>
                <p14:cNvContentPartPr/>
                <p14:nvPr/>
              </p14:nvContentPartPr>
              <p14:xfrm>
                <a:off x="7216177" y="4135301"/>
                <a:ext cx="535320" cy="243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7C9B27E-1516-83BE-05A9-261B53D3EE6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210057" y="4129181"/>
                  <a:ext cx="547560" cy="255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70357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21499D-7A58-CF7A-A331-B4E0BDFA5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6ABD473-F1EE-C3BB-035B-DE4E7F04130D}"/>
                  </a:ext>
                </a:extLst>
              </p14:cNvPr>
              <p14:cNvContentPartPr/>
              <p14:nvPr/>
            </p14:nvContentPartPr>
            <p14:xfrm>
              <a:off x="3949177" y="2786381"/>
              <a:ext cx="1331280" cy="1740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6ABD473-F1EE-C3BB-035B-DE4E7F0413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43057" y="2780261"/>
                <a:ext cx="1343520" cy="175248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CE0C36B-23FF-DCF8-DB34-5E2FFA4A85F1}"/>
              </a:ext>
            </a:extLst>
          </p:cNvPr>
          <p:cNvSpPr txBox="1"/>
          <p:nvPr/>
        </p:nvSpPr>
        <p:spPr>
          <a:xfrm>
            <a:off x="4689987" y="3873910"/>
            <a:ext cx="5318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this road is not visible from a distance, no warning sign</a:t>
            </a:r>
            <a:endParaRPr lang="bn-IN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022A32-59C9-4CC6-6BF9-B568F2C0D7FC}"/>
              </a:ext>
            </a:extLst>
          </p:cNvPr>
          <p:cNvSpPr txBox="1"/>
          <p:nvPr/>
        </p:nvSpPr>
        <p:spPr>
          <a:xfrm>
            <a:off x="2256116" y="5649334"/>
            <a:ext cx="2433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Roadside markers faded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13200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B81F05-EAD6-56A7-6E80-BD5821B17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12EB41-EBE1-063A-362B-A25814036BCB}"/>
                  </a:ext>
                </a:extLst>
              </p14:cNvPr>
              <p14:cNvContentPartPr/>
              <p14:nvPr/>
            </p14:nvContentPartPr>
            <p14:xfrm>
              <a:off x="8354857" y="4286501"/>
              <a:ext cx="2396520" cy="1528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12EB41-EBE1-063A-362B-A25814036B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48737" y="4280381"/>
                <a:ext cx="2408760" cy="154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D148A7C-16C0-0DAF-0A13-27610598E647}"/>
                  </a:ext>
                </a:extLst>
              </p14:cNvPr>
              <p14:cNvContentPartPr/>
              <p14:nvPr/>
            </p14:nvContentPartPr>
            <p14:xfrm>
              <a:off x="2024257" y="5200068"/>
              <a:ext cx="1069560" cy="925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D148A7C-16C0-0DAF-0A13-27610598E64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18137" y="5193948"/>
                <a:ext cx="1081800" cy="9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FB4E2699-B82A-BD61-B9C0-FAC569B27888}"/>
              </a:ext>
            </a:extLst>
          </p:cNvPr>
          <p:cNvGrpSpPr/>
          <p:nvPr/>
        </p:nvGrpSpPr>
        <p:grpSpPr>
          <a:xfrm>
            <a:off x="2958817" y="5773188"/>
            <a:ext cx="2998800" cy="332280"/>
            <a:chOff x="2958817" y="5773188"/>
            <a:chExt cx="299880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12219E0-AD21-B9D6-5B88-67BD3AD6E6AF}"/>
                    </a:ext>
                  </a:extLst>
                </p14:cNvPr>
                <p14:cNvContentPartPr/>
                <p14:nvPr/>
              </p14:nvContentPartPr>
              <p14:xfrm>
                <a:off x="2958817" y="5922588"/>
                <a:ext cx="194400" cy="182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12219E0-AD21-B9D6-5B88-67BD3AD6E6A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52697" y="5916468"/>
                  <a:ext cx="2066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2B739FA-2D05-6070-2F4F-C76339C4CA2B}"/>
                    </a:ext>
                  </a:extLst>
                </p14:cNvPr>
                <p14:cNvContentPartPr/>
                <p14:nvPr/>
              </p14:nvContentPartPr>
              <p14:xfrm>
                <a:off x="3140617" y="5936988"/>
                <a:ext cx="74880" cy="136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2B739FA-2D05-6070-2F4F-C76339C4CA2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134497" y="5930868"/>
                  <a:ext cx="871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2E19DC4-C56A-1B7A-3CE9-2EBAC520A52B}"/>
                    </a:ext>
                  </a:extLst>
                </p14:cNvPr>
                <p14:cNvContentPartPr/>
                <p14:nvPr/>
              </p14:nvContentPartPr>
              <p14:xfrm>
                <a:off x="3222697" y="5953548"/>
                <a:ext cx="116640" cy="142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2E19DC4-C56A-1B7A-3CE9-2EBAC520A52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216577" y="5947428"/>
                  <a:ext cx="1288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84FC1FC-E408-3B40-BC1E-E2C4F73A2865}"/>
                    </a:ext>
                  </a:extLst>
                </p14:cNvPr>
                <p14:cNvContentPartPr/>
                <p14:nvPr/>
              </p14:nvContentPartPr>
              <p14:xfrm>
                <a:off x="3356617" y="5837988"/>
                <a:ext cx="119160" cy="233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84FC1FC-E408-3B40-BC1E-E2C4F73A28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50497" y="5831868"/>
                  <a:ext cx="1314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C89B312-A469-4821-9D4D-6D560892B480}"/>
                    </a:ext>
                  </a:extLst>
                </p14:cNvPr>
                <p14:cNvContentPartPr/>
                <p14:nvPr/>
              </p14:nvContentPartPr>
              <p14:xfrm>
                <a:off x="3462097" y="5945628"/>
                <a:ext cx="57240" cy="136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C89B312-A469-4821-9D4D-6D560892B48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55977" y="5939508"/>
                  <a:ext cx="694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EDD51B0-C284-DAD6-1A97-5844E5B1C5B7}"/>
                    </a:ext>
                  </a:extLst>
                </p14:cNvPr>
                <p14:cNvContentPartPr/>
                <p14:nvPr/>
              </p14:nvContentPartPr>
              <p14:xfrm>
                <a:off x="3539497" y="5876148"/>
                <a:ext cx="46800" cy="190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EDD51B0-C284-DAD6-1A97-5844E5B1C5B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33377" y="5870028"/>
                  <a:ext cx="590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AE924D8-58D6-9B45-040F-F96251778BDA}"/>
                    </a:ext>
                  </a:extLst>
                </p14:cNvPr>
                <p14:cNvContentPartPr/>
                <p14:nvPr/>
              </p14:nvContentPartPr>
              <p14:xfrm>
                <a:off x="3623737" y="5880108"/>
                <a:ext cx="189720" cy="196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AE924D8-58D6-9B45-040F-F96251778BD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17617" y="5873988"/>
                  <a:ext cx="2019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A13B04C-003F-20CB-EA48-C486E90A8A54}"/>
                    </a:ext>
                  </a:extLst>
                </p14:cNvPr>
                <p14:cNvContentPartPr/>
                <p14:nvPr/>
              </p14:nvContentPartPr>
              <p14:xfrm>
                <a:off x="3920377" y="5913588"/>
                <a:ext cx="15120" cy="96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A13B04C-003F-20CB-EA48-C486E90A8A5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914257" y="5907468"/>
                  <a:ext cx="27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6637749-72F7-58CF-9F23-58F55B2D9027}"/>
                    </a:ext>
                  </a:extLst>
                </p14:cNvPr>
                <p14:cNvContentPartPr/>
                <p14:nvPr/>
              </p14:nvContentPartPr>
              <p14:xfrm>
                <a:off x="3933337" y="5850228"/>
                <a:ext cx="15120" cy="12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6637749-72F7-58CF-9F23-58F55B2D902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27217" y="5844108"/>
                  <a:ext cx="27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F1171E7-75A1-D3F9-F18E-3DDBDFB11792}"/>
                    </a:ext>
                  </a:extLst>
                </p14:cNvPr>
                <p14:cNvContentPartPr/>
                <p14:nvPr/>
              </p14:nvContentPartPr>
              <p14:xfrm>
                <a:off x="3992737" y="5913228"/>
                <a:ext cx="75240" cy="122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F1171E7-75A1-D3F9-F18E-3DDBDFB1179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86617" y="5907108"/>
                  <a:ext cx="87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06C6D2B-B904-25C9-62A6-905E77884AF9}"/>
                    </a:ext>
                  </a:extLst>
                </p14:cNvPr>
                <p14:cNvContentPartPr/>
                <p14:nvPr/>
              </p14:nvContentPartPr>
              <p14:xfrm>
                <a:off x="4174897" y="5895588"/>
                <a:ext cx="119160" cy="143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06C6D2B-B904-25C9-62A6-905E77884AF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168777" y="5889468"/>
                  <a:ext cx="131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D6F3262-5A91-E9E7-9EF6-99121DFEF646}"/>
                    </a:ext>
                  </a:extLst>
                </p14:cNvPr>
                <p14:cNvContentPartPr/>
                <p14:nvPr/>
              </p14:nvContentPartPr>
              <p14:xfrm>
                <a:off x="4306657" y="5902068"/>
                <a:ext cx="81360" cy="129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D6F3262-5A91-E9E7-9EF6-99121DFEF64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300537" y="5895588"/>
                  <a:ext cx="936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04C76B0-3DE0-2A45-1974-704B25EBE7AF}"/>
                    </a:ext>
                  </a:extLst>
                </p14:cNvPr>
                <p14:cNvContentPartPr/>
                <p14:nvPr/>
              </p14:nvContentPartPr>
              <p14:xfrm>
                <a:off x="4400617" y="5898828"/>
                <a:ext cx="125640" cy="100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04C76B0-3DE0-2A45-1974-704B25EBE7A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94497" y="5892708"/>
                  <a:ext cx="137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09CD1F8-442B-6CAC-16DA-3CEF5788970B}"/>
                    </a:ext>
                  </a:extLst>
                </p14:cNvPr>
                <p14:cNvContentPartPr/>
                <p14:nvPr/>
              </p14:nvContentPartPr>
              <p14:xfrm>
                <a:off x="4509337" y="5810628"/>
                <a:ext cx="97560" cy="201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09CD1F8-442B-6CAC-16DA-3CEF5788970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503217" y="5804508"/>
                  <a:ext cx="1098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4F06BA0-CD41-98BB-B85B-4D2496CEDE51}"/>
                    </a:ext>
                  </a:extLst>
                </p14:cNvPr>
                <p14:cNvContentPartPr/>
                <p14:nvPr/>
              </p14:nvContentPartPr>
              <p14:xfrm>
                <a:off x="4721377" y="5877948"/>
                <a:ext cx="163440" cy="110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4F06BA0-CD41-98BB-B85B-4D2496CEDE5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715257" y="5871828"/>
                  <a:ext cx="1756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78C30D4-D57E-B3F6-BB9C-79AC3CA99D6E}"/>
                    </a:ext>
                  </a:extLst>
                </p14:cNvPr>
                <p14:cNvContentPartPr/>
                <p14:nvPr/>
              </p14:nvContentPartPr>
              <p14:xfrm>
                <a:off x="4890937" y="5860308"/>
                <a:ext cx="84960" cy="124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78C30D4-D57E-B3F6-BB9C-79AC3CA99D6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884817" y="5854188"/>
                  <a:ext cx="972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B6BAD40-98A5-FD22-B6F8-C0ABBEDAA629}"/>
                    </a:ext>
                  </a:extLst>
                </p14:cNvPr>
                <p14:cNvContentPartPr/>
                <p14:nvPr/>
              </p14:nvContentPartPr>
              <p14:xfrm>
                <a:off x="5098657" y="5773188"/>
                <a:ext cx="115200" cy="202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B6BAD40-98A5-FD22-B6F8-C0ABBEDAA62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092537" y="5767068"/>
                  <a:ext cx="127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C761D20-182C-04F2-946D-7D05C46B91BE}"/>
                    </a:ext>
                  </a:extLst>
                </p14:cNvPr>
                <p14:cNvContentPartPr/>
                <p14:nvPr/>
              </p14:nvContentPartPr>
              <p14:xfrm>
                <a:off x="5237617" y="5873628"/>
                <a:ext cx="119160" cy="117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C761D20-182C-04F2-946D-7D05C46B91B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31497" y="5867508"/>
                  <a:ext cx="131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D14D47A-08B6-6C52-04D9-045317581D68}"/>
                    </a:ext>
                  </a:extLst>
                </p14:cNvPr>
                <p14:cNvContentPartPr/>
                <p14:nvPr/>
              </p14:nvContentPartPr>
              <p14:xfrm>
                <a:off x="5352817" y="5887308"/>
                <a:ext cx="83880" cy="113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D14D47A-08B6-6C52-04D9-045317581D6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346697" y="5881188"/>
                  <a:ext cx="961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3266077-C1F4-D71C-AE30-EF19D3DA5FCA}"/>
                    </a:ext>
                  </a:extLst>
                </p14:cNvPr>
                <p14:cNvContentPartPr/>
                <p14:nvPr/>
              </p14:nvContentPartPr>
              <p14:xfrm>
                <a:off x="5507977" y="5781108"/>
                <a:ext cx="73080" cy="176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3266077-C1F4-D71C-AE30-EF19D3DA5FC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501857" y="5774988"/>
                  <a:ext cx="853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6AF72B4-CA49-49C2-9D3C-8732F3112F02}"/>
                    </a:ext>
                  </a:extLst>
                </p14:cNvPr>
                <p14:cNvContentPartPr/>
                <p14:nvPr/>
              </p14:nvContentPartPr>
              <p14:xfrm>
                <a:off x="5430577" y="5885868"/>
                <a:ext cx="185400" cy="30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6AF72B4-CA49-49C2-9D3C-8732F3112F0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424457" y="5879748"/>
                  <a:ext cx="197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2C975ED-A11A-B1B4-E916-7A00D040C453}"/>
                    </a:ext>
                  </a:extLst>
                </p14:cNvPr>
                <p14:cNvContentPartPr/>
                <p14:nvPr/>
              </p14:nvContentPartPr>
              <p14:xfrm>
                <a:off x="5639737" y="5827548"/>
                <a:ext cx="113040" cy="156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2C975ED-A11A-B1B4-E916-7A00D040C45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633617" y="5821428"/>
                  <a:ext cx="1252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B5B1473-A877-99BC-F040-0EC73343EAE1}"/>
                    </a:ext>
                  </a:extLst>
                </p14:cNvPr>
                <p14:cNvContentPartPr/>
                <p14:nvPr/>
              </p14:nvContentPartPr>
              <p14:xfrm>
                <a:off x="5732617" y="5824668"/>
                <a:ext cx="20880" cy="18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B5B1473-A877-99BC-F040-0EC73343EAE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26497" y="5818548"/>
                  <a:ext cx="331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9F0C46F-F8A7-3FDE-17F7-B76FD2111F53}"/>
                    </a:ext>
                  </a:extLst>
                </p14:cNvPr>
                <p14:cNvContentPartPr/>
                <p14:nvPr/>
              </p14:nvContentPartPr>
              <p14:xfrm>
                <a:off x="5761417" y="5901348"/>
                <a:ext cx="196200" cy="82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9F0C46F-F8A7-3FDE-17F7-B76FD2111F5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755297" y="5895228"/>
                  <a:ext cx="20844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8889405-74B8-9D03-6083-D64584985336}"/>
              </a:ext>
            </a:extLst>
          </p:cNvPr>
          <p:cNvGrpSpPr/>
          <p:nvPr/>
        </p:nvGrpSpPr>
        <p:grpSpPr>
          <a:xfrm>
            <a:off x="8228857" y="5627028"/>
            <a:ext cx="2349720" cy="878400"/>
            <a:chOff x="8228857" y="5627028"/>
            <a:chExt cx="2349720" cy="87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D1637DA-0D61-352A-6792-BDE51CD40F40}"/>
                    </a:ext>
                  </a:extLst>
                </p14:cNvPr>
                <p14:cNvContentPartPr/>
                <p14:nvPr/>
              </p14:nvContentPartPr>
              <p14:xfrm>
                <a:off x="8666617" y="5627028"/>
                <a:ext cx="287280" cy="190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D1637DA-0D61-352A-6792-BDE51CD40F4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660497" y="5620908"/>
                  <a:ext cx="2995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73E183E-57F5-C80D-B65E-D25A1CAE8EC4}"/>
                    </a:ext>
                  </a:extLst>
                </p14:cNvPr>
                <p14:cNvContentPartPr/>
                <p14:nvPr/>
              </p14:nvContentPartPr>
              <p14:xfrm>
                <a:off x="8612617" y="5740428"/>
                <a:ext cx="139680" cy="129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73E183E-57F5-C80D-B65E-D25A1CAE8EC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606497" y="5734308"/>
                  <a:ext cx="1519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59CF38C-5A1A-1280-A580-03065EE69161}"/>
                    </a:ext>
                  </a:extLst>
                </p14:cNvPr>
                <p14:cNvContentPartPr/>
                <p14:nvPr/>
              </p14:nvContentPartPr>
              <p14:xfrm>
                <a:off x="8298697" y="5860668"/>
                <a:ext cx="102600" cy="276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59CF38C-5A1A-1280-A580-03065EE6916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292577" y="5854548"/>
                  <a:ext cx="1148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8F4D850-0554-B3D4-431B-3B60F5DE7042}"/>
                    </a:ext>
                  </a:extLst>
                </p14:cNvPr>
                <p14:cNvContentPartPr/>
                <p14:nvPr/>
              </p14:nvContentPartPr>
              <p14:xfrm>
                <a:off x="8228857" y="5973708"/>
                <a:ext cx="407160" cy="119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8F4D850-0554-B3D4-431B-3B60F5DE704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222737" y="5967588"/>
                  <a:ext cx="4194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F8C1008-B434-99A4-15A6-642CCD8E187A}"/>
                    </a:ext>
                  </a:extLst>
                </p14:cNvPr>
                <p14:cNvContentPartPr/>
                <p14:nvPr/>
              </p14:nvContentPartPr>
              <p14:xfrm>
                <a:off x="8707657" y="5913228"/>
                <a:ext cx="15840" cy="186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F8C1008-B434-99A4-15A6-642CCD8E187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701537" y="5907108"/>
                  <a:ext cx="28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6904A21-371D-3652-7D8D-8C85D3E72D8C}"/>
                    </a:ext>
                  </a:extLst>
                </p14:cNvPr>
                <p14:cNvContentPartPr/>
                <p14:nvPr/>
              </p14:nvContentPartPr>
              <p14:xfrm>
                <a:off x="8631697" y="5993868"/>
                <a:ext cx="134640" cy="15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6904A21-371D-3652-7D8D-8C85D3E72D8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625577" y="5987748"/>
                  <a:ext cx="146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45AEE85-1436-F523-08E4-D7848F8D4025}"/>
                    </a:ext>
                  </a:extLst>
                </p14:cNvPr>
                <p14:cNvContentPartPr/>
                <p14:nvPr/>
              </p14:nvContentPartPr>
              <p14:xfrm>
                <a:off x="8782897" y="5935548"/>
                <a:ext cx="103320" cy="239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45AEE85-1436-F523-08E4-D7848F8D402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776777" y="5929428"/>
                  <a:ext cx="1155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0112CF4-1C46-16CA-4DA9-20660F129912}"/>
                    </a:ext>
                  </a:extLst>
                </p14:cNvPr>
                <p14:cNvContentPartPr/>
                <p14:nvPr/>
              </p14:nvContentPartPr>
              <p14:xfrm>
                <a:off x="8883697" y="5976228"/>
                <a:ext cx="158400" cy="143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0112CF4-1C46-16CA-4DA9-20660F12991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877577" y="5970108"/>
                  <a:ext cx="1706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6A40E91-9FC6-9378-2FD4-700FC55C7458}"/>
                    </a:ext>
                  </a:extLst>
                </p14:cNvPr>
                <p14:cNvContentPartPr/>
                <p14:nvPr/>
              </p14:nvContentPartPr>
              <p14:xfrm>
                <a:off x="9060097" y="5912508"/>
                <a:ext cx="39600" cy="171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6A40E91-9FC6-9378-2FD4-700FC55C745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053977" y="5906388"/>
                  <a:ext cx="51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8F11B06-4B15-EE91-5E7D-BD7C549E6848}"/>
                    </a:ext>
                  </a:extLst>
                </p14:cNvPr>
                <p14:cNvContentPartPr/>
                <p14:nvPr/>
              </p14:nvContentPartPr>
              <p14:xfrm>
                <a:off x="8978377" y="5932668"/>
                <a:ext cx="314280" cy="161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8F11B06-4B15-EE91-5E7D-BD7C549E684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972257" y="5926548"/>
                  <a:ext cx="3265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0CE3A37-C73D-763F-ED79-CAD03D8EF11D}"/>
                    </a:ext>
                  </a:extLst>
                </p14:cNvPr>
                <p14:cNvContentPartPr/>
                <p14:nvPr/>
              </p14:nvContentPartPr>
              <p14:xfrm>
                <a:off x="9389137" y="5911068"/>
                <a:ext cx="39240" cy="142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0CE3A37-C73D-763F-ED79-CAD03D8EF11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383017" y="5904948"/>
                  <a:ext cx="514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A0E7E8F-FEC9-2A53-28F3-B702459E213F}"/>
                    </a:ext>
                  </a:extLst>
                </p14:cNvPr>
                <p14:cNvContentPartPr/>
                <p14:nvPr/>
              </p14:nvContentPartPr>
              <p14:xfrm>
                <a:off x="9434497" y="5983788"/>
                <a:ext cx="96120" cy="135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A0E7E8F-FEC9-2A53-28F3-B702459E213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428377" y="5977668"/>
                  <a:ext cx="1083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C024E71-E807-19EB-3322-EDD63CA34F82}"/>
                    </a:ext>
                  </a:extLst>
                </p14:cNvPr>
                <p14:cNvContentPartPr/>
                <p14:nvPr/>
              </p14:nvContentPartPr>
              <p14:xfrm>
                <a:off x="9627457" y="5967948"/>
                <a:ext cx="235080" cy="157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C024E71-E807-19EB-3322-EDD63CA34F8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621337" y="5961828"/>
                  <a:ext cx="2473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68F4C38-1FA1-28D5-DF36-86269E41F1A6}"/>
                    </a:ext>
                  </a:extLst>
                </p14:cNvPr>
                <p14:cNvContentPartPr/>
                <p14:nvPr/>
              </p14:nvContentPartPr>
              <p14:xfrm>
                <a:off x="9859297" y="5999628"/>
                <a:ext cx="54720" cy="103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68F4C38-1FA1-28D5-DF36-86269E41F1A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853177" y="5993508"/>
                  <a:ext cx="669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1443AEB-E6F8-086D-936D-F072510E0E85}"/>
                    </a:ext>
                  </a:extLst>
                </p14:cNvPr>
                <p14:cNvContentPartPr/>
                <p14:nvPr/>
              </p14:nvContentPartPr>
              <p14:xfrm>
                <a:off x="9986377" y="5899188"/>
                <a:ext cx="23760" cy="190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1443AEB-E6F8-086D-936D-F072510E0E8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980257" y="5893068"/>
                  <a:ext cx="360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8A14B09-9286-C9A2-AA69-CF26390047B8}"/>
                    </a:ext>
                  </a:extLst>
                </p14:cNvPr>
                <p14:cNvContentPartPr/>
                <p14:nvPr/>
              </p14:nvContentPartPr>
              <p14:xfrm>
                <a:off x="9903577" y="6000708"/>
                <a:ext cx="195840" cy="88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8A14B09-9286-C9A2-AA69-CF26390047B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897457" y="5994588"/>
                  <a:ext cx="2080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320C162-44F4-6884-BEB1-D7C549805396}"/>
                    </a:ext>
                  </a:extLst>
                </p14:cNvPr>
                <p14:cNvContentPartPr/>
                <p14:nvPr/>
              </p14:nvContentPartPr>
              <p14:xfrm>
                <a:off x="10122097" y="5933748"/>
                <a:ext cx="37440" cy="135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320C162-44F4-6884-BEB1-D7C54980539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115977" y="5927628"/>
                  <a:ext cx="49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D15194C-B020-F32C-147A-D52A61B4EFED}"/>
                    </a:ext>
                  </a:extLst>
                </p14:cNvPr>
                <p14:cNvContentPartPr/>
                <p14:nvPr/>
              </p14:nvContentPartPr>
              <p14:xfrm>
                <a:off x="10191577" y="5979468"/>
                <a:ext cx="101880" cy="89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D15194C-B020-F32C-147A-D52A61B4EFE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185457" y="5973348"/>
                  <a:ext cx="1141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F741D25-55F6-F5BE-DD47-5B751A828BF5}"/>
                    </a:ext>
                  </a:extLst>
                </p14:cNvPr>
                <p14:cNvContentPartPr/>
                <p14:nvPr/>
              </p14:nvContentPartPr>
              <p14:xfrm>
                <a:off x="10321897" y="5873268"/>
                <a:ext cx="22680" cy="179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F741D25-55F6-F5BE-DD47-5B751A828BF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315777" y="5867148"/>
                  <a:ext cx="349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C737C96-AE54-FA2A-5299-67FB20337A88}"/>
                    </a:ext>
                  </a:extLst>
                </p14:cNvPr>
                <p14:cNvContentPartPr/>
                <p14:nvPr/>
              </p14:nvContentPartPr>
              <p14:xfrm>
                <a:off x="10278337" y="5947068"/>
                <a:ext cx="233640" cy="93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C737C96-AE54-FA2A-5299-67FB20337A8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272217" y="5940948"/>
                  <a:ext cx="2458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B25A884-54B0-ACB8-88E8-D27EEDBD45D5}"/>
                    </a:ext>
                  </a:extLst>
                </p14:cNvPr>
                <p14:cNvContentPartPr/>
                <p14:nvPr/>
              </p14:nvContentPartPr>
              <p14:xfrm>
                <a:off x="10477777" y="5844108"/>
                <a:ext cx="100800" cy="164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B25A884-54B0-ACB8-88E8-D27EEDBD45D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471657" y="5837988"/>
                  <a:ext cx="1130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FCE3285-DC10-1774-A163-2E1F3CFDDE9D}"/>
                    </a:ext>
                  </a:extLst>
                </p14:cNvPr>
                <p14:cNvContentPartPr/>
                <p14:nvPr/>
              </p14:nvContentPartPr>
              <p14:xfrm>
                <a:off x="8354137" y="6206268"/>
                <a:ext cx="41400" cy="189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FCE3285-DC10-1774-A163-2E1F3CFDDE9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348017" y="6200148"/>
                  <a:ext cx="536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F6F8A00-DB75-8312-8CFA-5EA1EBE7B503}"/>
                    </a:ext>
                  </a:extLst>
                </p14:cNvPr>
                <p14:cNvContentPartPr/>
                <p14:nvPr/>
              </p14:nvContentPartPr>
              <p14:xfrm>
                <a:off x="8346577" y="6323268"/>
                <a:ext cx="113040" cy="90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F6F8A00-DB75-8312-8CFA-5EA1EBE7B50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340457" y="6317148"/>
                  <a:ext cx="1252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7FEE693-821F-0A67-C937-58042063076B}"/>
                    </a:ext>
                  </a:extLst>
                </p14:cNvPr>
                <p14:cNvContentPartPr/>
                <p14:nvPr/>
              </p14:nvContentPartPr>
              <p14:xfrm>
                <a:off x="8471857" y="6320028"/>
                <a:ext cx="161280" cy="183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7FEE693-821F-0A67-C937-58042063076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465737" y="6313908"/>
                  <a:ext cx="1735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61605F8-5D71-33C7-5FCF-683020FAE8F7}"/>
                    </a:ext>
                  </a:extLst>
                </p14:cNvPr>
                <p14:cNvContentPartPr/>
                <p14:nvPr/>
              </p14:nvContentPartPr>
              <p14:xfrm>
                <a:off x="8729617" y="6294108"/>
                <a:ext cx="45720" cy="151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61605F8-5D71-33C7-5FCF-683020FAE8F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723497" y="6287988"/>
                  <a:ext cx="579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05A802B-57A1-7BB9-9104-29B9204CF32C}"/>
                    </a:ext>
                  </a:extLst>
                </p14:cNvPr>
                <p14:cNvContentPartPr/>
                <p14:nvPr/>
              </p14:nvContentPartPr>
              <p14:xfrm>
                <a:off x="8830777" y="6295548"/>
                <a:ext cx="18000" cy="115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05A802B-57A1-7BB9-9104-29B9204CF32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824657" y="6289428"/>
                  <a:ext cx="302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962292F-B26D-CBD3-6026-42129FA1F811}"/>
                    </a:ext>
                  </a:extLst>
                </p14:cNvPr>
                <p14:cNvContentPartPr/>
                <p14:nvPr/>
              </p14:nvContentPartPr>
              <p14:xfrm>
                <a:off x="8881537" y="6253788"/>
                <a:ext cx="28440" cy="169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962292F-B26D-CBD3-6026-42129FA1F81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875417" y="6247668"/>
                  <a:ext cx="406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84AF3E9-EAC4-96F8-A7A3-99FD07C8F367}"/>
                    </a:ext>
                  </a:extLst>
                </p14:cNvPr>
                <p14:cNvContentPartPr/>
                <p14:nvPr/>
              </p14:nvContentPartPr>
              <p14:xfrm>
                <a:off x="8934817" y="6306348"/>
                <a:ext cx="127800" cy="103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84AF3E9-EAC4-96F8-A7A3-99FD07C8F36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928697" y="6300228"/>
                  <a:ext cx="1400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5605A99-6529-9D3A-49A8-50501EBF5B18}"/>
                    </a:ext>
                  </a:extLst>
                </p14:cNvPr>
                <p14:cNvContentPartPr/>
                <p14:nvPr/>
              </p14:nvContentPartPr>
              <p14:xfrm>
                <a:off x="9069457" y="6287268"/>
                <a:ext cx="137160" cy="218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5605A99-6529-9D3A-49A8-50501EBF5B1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063337" y="6281148"/>
                  <a:ext cx="1494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B2A96B0-93BE-9381-FC91-14F3D5A1E65B}"/>
                    </a:ext>
                  </a:extLst>
                </p14:cNvPr>
                <p14:cNvContentPartPr/>
                <p14:nvPr/>
              </p14:nvContentPartPr>
              <p14:xfrm>
                <a:off x="9250177" y="6233268"/>
                <a:ext cx="238680" cy="161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B2A96B0-93BE-9381-FC91-14F3D5A1E65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244057" y="6227148"/>
                  <a:ext cx="250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AF0DADD-0988-AB4D-CF0E-2C4DDD5C1DD3}"/>
                    </a:ext>
                  </a:extLst>
                </p14:cNvPr>
                <p14:cNvContentPartPr/>
                <p14:nvPr/>
              </p14:nvContentPartPr>
              <p14:xfrm>
                <a:off x="9584257" y="6266388"/>
                <a:ext cx="107280" cy="119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AF0DADD-0988-AB4D-CF0E-2C4DDD5C1DD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578137" y="6260268"/>
                  <a:ext cx="119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13EA70A-6612-B6D1-6D30-92C897D6A1C8}"/>
                    </a:ext>
                  </a:extLst>
                </p14:cNvPr>
                <p14:cNvContentPartPr/>
                <p14:nvPr/>
              </p14:nvContentPartPr>
              <p14:xfrm>
                <a:off x="9751297" y="6185748"/>
                <a:ext cx="113760" cy="212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13EA70A-6612-B6D1-6D30-92C897D6A1C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745177" y="6179628"/>
                  <a:ext cx="126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7102C91-B8B4-9BE7-531C-BE136FE4BF63}"/>
                    </a:ext>
                  </a:extLst>
                </p14:cNvPr>
                <p14:cNvContentPartPr/>
                <p14:nvPr/>
              </p14:nvContentPartPr>
              <p14:xfrm>
                <a:off x="9906457" y="6275748"/>
                <a:ext cx="70200" cy="95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7102C91-B8B4-9BE7-531C-BE136FE4BF6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900337" y="6269628"/>
                  <a:ext cx="82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52BDCAC-BDA8-16BC-F308-FA05DE148EC8}"/>
                    </a:ext>
                  </a:extLst>
                </p14:cNvPr>
                <p14:cNvContentPartPr/>
                <p14:nvPr/>
              </p14:nvContentPartPr>
              <p14:xfrm>
                <a:off x="10012657" y="6228588"/>
                <a:ext cx="87840" cy="162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52BDCAC-BDA8-16BC-F308-FA05DE148EC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006537" y="6222468"/>
                  <a:ext cx="10008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50A8585-E3CC-AC11-91F9-87B211F99C20}"/>
                  </a:ext>
                </a:extLst>
              </p14:cNvPr>
              <p14:cNvContentPartPr/>
              <p14:nvPr/>
            </p14:nvContentPartPr>
            <p14:xfrm>
              <a:off x="4419337" y="3959148"/>
              <a:ext cx="835560" cy="7959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50A8585-E3CC-AC11-91F9-87B211F99C20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4413217" y="3953028"/>
                <a:ext cx="847800" cy="80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92C9E6B-F20A-B796-7E5F-E41FD1E5F5EE}"/>
                  </a:ext>
                </a:extLst>
              </p14:cNvPr>
              <p14:cNvContentPartPr/>
              <p14:nvPr/>
            </p14:nvContentPartPr>
            <p14:xfrm>
              <a:off x="4916857" y="4706148"/>
              <a:ext cx="206280" cy="2588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92C9E6B-F20A-B796-7E5F-E41FD1E5F5EE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4910737" y="4700028"/>
                <a:ext cx="21852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B881965-251A-DA01-D6D2-6FCD630AC512}"/>
                  </a:ext>
                </a:extLst>
              </p14:cNvPr>
              <p14:cNvContentPartPr/>
              <p14:nvPr/>
            </p14:nvContentPartPr>
            <p14:xfrm>
              <a:off x="5096497" y="4907748"/>
              <a:ext cx="8280" cy="72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B881965-251A-DA01-D6D2-6FCD630AC512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5090377" y="4901628"/>
                <a:ext cx="2052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F6EA3B21-F5B4-5822-79E8-7F010AFD0BDD}"/>
                  </a:ext>
                </a:extLst>
              </p14:cNvPr>
              <p14:cNvContentPartPr/>
              <p14:nvPr/>
            </p14:nvContentPartPr>
            <p14:xfrm>
              <a:off x="5106577" y="4890828"/>
              <a:ext cx="5760" cy="828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F6EA3B21-F5B4-5822-79E8-7F010AFD0BDD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5100457" y="4884708"/>
                <a:ext cx="1800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462A0D4-DEF6-5166-70EA-1A0FEE256B68}"/>
                  </a:ext>
                </a:extLst>
              </p14:cNvPr>
              <p14:cNvContentPartPr/>
              <p14:nvPr/>
            </p14:nvContentPartPr>
            <p14:xfrm>
              <a:off x="5014417" y="4904508"/>
              <a:ext cx="145440" cy="1054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462A0D4-DEF6-5166-70EA-1A0FEE256B68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5008297" y="4898388"/>
                <a:ext cx="15768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47A3A55-D358-002B-20B3-DEF90330D1C9}"/>
                  </a:ext>
                </a:extLst>
              </p14:cNvPr>
              <p14:cNvContentPartPr/>
              <p14:nvPr/>
            </p14:nvContentPartPr>
            <p14:xfrm>
              <a:off x="5184697" y="4991628"/>
              <a:ext cx="96120" cy="2077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47A3A55-D358-002B-20B3-DEF90330D1C9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178577" y="4985508"/>
                <a:ext cx="10836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75B40B9-9C40-9EDE-57CB-01401A143FF3}"/>
                  </a:ext>
                </a:extLst>
              </p14:cNvPr>
              <p14:cNvContentPartPr/>
              <p14:nvPr/>
            </p14:nvContentPartPr>
            <p14:xfrm>
              <a:off x="5180377" y="5144268"/>
              <a:ext cx="105840" cy="1058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75B40B9-9C40-9EDE-57CB-01401A143FF3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5174257" y="5138148"/>
                <a:ext cx="11808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0A554A91-DF95-0896-F02C-50E243AF9A85}"/>
                  </a:ext>
                </a:extLst>
              </p14:cNvPr>
              <p14:cNvContentPartPr/>
              <p14:nvPr/>
            </p14:nvContentPartPr>
            <p14:xfrm>
              <a:off x="5349937" y="5026548"/>
              <a:ext cx="5040" cy="1566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0A554A91-DF95-0896-F02C-50E243AF9A85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5343817" y="5020428"/>
                <a:ext cx="1728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F85F95AC-841D-3298-0734-524FFED79034}"/>
                  </a:ext>
                </a:extLst>
              </p14:cNvPr>
              <p14:cNvContentPartPr/>
              <p14:nvPr/>
            </p14:nvContentPartPr>
            <p14:xfrm>
              <a:off x="5386297" y="5099268"/>
              <a:ext cx="108000" cy="903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F85F95AC-841D-3298-0734-524FFED79034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5380177" y="5093148"/>
                <a:ext cx="12024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26784C28-6258-15BE-6BB0-F93597A5FA86}"/>
                  </a:ext>
                </a:extLst>
              </p14:cNvPr>
              <p14:cNvContentPartPr/>
              <p14:nvPr/>
            </p14:nvContentPartPr>
            <p14:xfrm>
              <a:off x="5509057" y="5107548"/>
              <a:ext cx="119160" cy="961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26784C28-6258-15BE-6BB0-F93597A5FA86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5502937" y="5101428"/>
                <a:ext cx="13140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4AEEFE57-C1FF-D932-419C-EDF524A7B589}"/>
                  </a:ext>
                </a:extLst>
              </p14:cNvPr>
              <p14:cNvContentPartPr/>
              <p14:nvPr/>
            </p14:nvContentPartPr>
            <p14:xfrm>
              <a:off x="5649817" y="4945908"/>
              <a:ext cx="34560" cy="2142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4AEEFE57-C1FF-D932-419C-EDF524A7B589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5643697" y="4939788"/>
                <a:ext cx="468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A917695-202B-1CCB-4F74-15C31A796DC1}"/>
                  </a:ext>
                </a:extLst>
              </p14:cNvPr>
              <p14:cNvContentPartPr/>
              <p14:nvPr/>
            </p14:nvContentPartPr>
            <p14:xfrm>
              <a:off x="5618137" y="5046708"/>
              <a:ext cx="212400" cy="1353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A917695-202B-1CCB-4F74-15C31A796DC1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5612017" y="5040588"/>
                <a:ext cx="22464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F6E894B-4245-AC5D-B6A1-6FA767CD4B2D}"/>
                  </a:ext>
                </a:extLst>
              </p14:cNvPr>
              <p14:cNvContentPartPr/>
              <p14:nvPr/>
            </p14:nvContentPartPr>
            <p14:xfrm>
              <a:off x="5819017" y="5006388"/>
              <a:ext cx="45720" cy="388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F6E894B-4245-AC5D-B6A1-6FA767CD4B2D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5812897" y="5000268"/>
                <a:ext cx="579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19DC1D11-C2A6-4D9F-42A3-BDFEC57D7738}"/>
                  </a:ext>
                </a:extLst>
              </p14:cNvPr>
              <p14:cNvContentPartPr/>
              <p14:nvPr/>
            </p14:nvContentPartPr>
            <p14:xfrm>
              <a:off x="5872297" y="5067588"/>
              <a:ext cx="88920" cy="1051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19DC1D11-C2A6-4D9F-42A3-BDFEC57D7738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5866177" y="5061468"/>
                <a:ext cx="10116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AB79360-4C7F-A673-B819-F5078E64C7DC}"/>
                  </a:ext>
                </a:extLst>
              </p14:cNvPr>
              <p14:cNvContentPartPr/>
              <p14:nvPr/>
            </p14:nvContentPartPr>
            <p14:xfrm>
              <a:off x="6083977" y="5001708"/>
              <a:ext cx="97560" cy="1774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AB79360-4C7F-A673-B819-F5078E64C7DC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6077857" y="4995588"/>
                <a:ext cx="1098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2C5C8F11-2B43-3D22-FCDD-BFBA5F7578E3}"/>
                  </a:ext>
                </a:extLst>
              </p14:cNvPr>
              <p14:cNvContentPartPr/>
              <p14:nvPr/>
            </p14:nvContentPartPr>
            <p14:xfrm>
              <a:off x="6195217" y="5006388"/>
              <a:ext cx="187920" cy="1310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2C5C8F11-2B43-3D22-FCDD-BFBA5F7578E3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189097" y="5000268"/>
                <a:ext cx="2001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5FEAF4E2-5131-2C4E-270D-DECA8004A499}"/>
                  </a:ext>
                </a:extLst>
              </p14:cNvPr>
              <p14:cNvContentPartPr/>
              <p14:nvPr/>
            </p14:nvContentPartPr>
            <p14:xfrm>
              <a:off x="6407257" y="4981188"/>
              <a:ext cx="44280" cy="1332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5FEAF4E2-5131-2C4E-270D-DECA8004A499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401137" y="4975068"/>
                <a:ext cx="56520" cy="14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A03E72EB-94ED-68CA-2AF9-9071875AA261}"/>
              </a:ext>
            </a:extLst>
          </p:cNvPr>
          <p:cNvGrpSpPr/>
          <p:nvPr/>
        </p:nvGrpSpPr>
        <p:grpSpPr>
          <a:xfrm>
            <a:off x="6562057" y="4831068"/>
            <a:ext cx="786240" cy="280440"/>
            <a:chOff x="6562057" y="4831068"/>
            <a:chExt cx="786240" cy="28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BD4E67F-35FD-FD1A-39DB-E5E7865EC576}"/>
                    </a:ext>
                  </a:extLst>
                </p14:cNvPr>
                <p14:cNvContentPartPr/>
                <p14:nvPr/>
              </p14:nvContentPartPr>
              <p14:xfrm>
                <a:off x="6562057" y="5009268"/>
                <a:ext cx="102240" cy="99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BD4E67F-35FD-FD1A-39DB-E5E7865EC57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555937" y="5003148"/>
                  <a:ext cx="1144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01E7117-4AB6-7CB2-54A1-EBCC19901313}"/>
                    </a:ext>
                  </a:extLst>
                </p14:cNvPr>
                <p14:cNvContentPartPr/>
                <p14:nvPr/>
              </p14:nvContentPartPr>
              <p14:xfrm>
                <a:off x="6695257" y="5033388"/>
                <a:ext cx="72000" cy="78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01E7117-4AB6-7CB2-54A1-EBCC1990131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689137" y="5027268"/>
                  <a:ext cx="842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7D35395-4485-85B6-900F-1C2673881073}"/>
                    </a:ext>
                  </a:extLst>
                </p14:cNvPr>
                <p14:cNvContentPartPr/>
                <p14:nvPr/>
              </p14:nvContentPartPr>
              <p14:xfrm>
                <a:off x="6846457" y="4993068"/>
                <a:ext cx="176040" cy="112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7D35395-4485-85B6-900F-1C267388107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840337" y="4986948"/>
                  <a:ext cx="1882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611E9AD-8529-81DB-91FB-F439ED5B8785}"/>
                    </a:ext>
                  </a:extLst>
                </p14:cNvPr>
                <p14:cNvContentPartPr/>
                <p14:nvPr/>
              </p14:nvContentPartPr>
              <p14:xfrm>
                <a:off x="7000177" y="5014668"/>
                <a:ext cx="71640" cy="65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611E9AD-8529-81DB-91FB-F439ED5B878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994057" y="5008548"/>
                  <a:ext cx="838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917EA99-8915-D4EC-3090-EBC09C9B28FD}"/>
                    </a:ext>
                  </a:extLst>
                </p14:cNvPr>
                <p14:cNvContentPartPr/>
                <p14:nvPr/>
              </p14:nvContentPartPr>
              <p14:xfrm>
                <a:off x="7106017" y="5005308"/>
                <a:ext cx="135720" cy="75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917EA99-8915-D4EC-3090-EBC09C9B28F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099897" y="4999188"/>
                  <a:ext cx="1479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66EEAD7-73D8-662B-15AD-18142974EB26}"/>
                    </a:ext>
                  </a:extLst>
                </p14:cNvPr>
                <p14:cNvContentPartPr/>
                <p14:nvPr/>
              </p14:nvContentPartPr>
              <p14:xfrm>
                <a:off x="7234177" y="4831068"/>
                <a:ext cx="114120" cy="227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66EEAD7-73D8-662B-15AD-18142974EB2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228057" y="4824948"/>
                  <a:ext cx="126360" cy="239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58635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E54B85-9B90-3D17-15C7-870AF3B1CB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74D083A-EB9F-A46A-3988-FCE1D4D947CE}"/>
                  </a:ext>
                </a:extLst>
              </p14:cNvPr>
              <p14:cNvContentPartPr/>
              <p14:nvPr/>
            </p14:nvContentPartPr>
            <p14:xfrm>
              <a:off x="6910537" y="2609148"/>
              <a:ext cx="2836080" cy="2820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74D083A-EB9F-A46A-3988-FCE1D4D947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04417" y="2603028"/>
                <a:ext cx="2848320" cy="283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02ED0D4B-1F46-BAC3-EA8D-D8E77E11D782}"/>
              </a:ext>
            </a:extLst>
          </p:cNvPr>
          <p:cNvGrpSpPr/>
          <p:nvPr/>
        </p:nvGrpSpPr>
        <p:grpSpPr>
          <a:xfrm>
            <a:off x="6697777" y="5526588"/>
            <a:ext cx="3366720" cy="787680"/>
            <a:chOff x="6697777" y="5526588"/>
            <a:chExt cx="3366720" cy="78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945FD1B-3FAD-5349-8B5F-EAF6E3EAD1D1}"/>
                    </a:ext>
                  </a:extLst>
                </p14:cNvPr>
                <p14:cNvContentPartPr/>
                <p14:nvPr/>
              </p14:nvContentPartPr>
              <p14:xfrm>
                <a:off x="6697777" y="5724948"/>
                <a:ext cx="18720" cy="203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945FD1B-3FAD-5349-8B5F-EAF6E3EAD1D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91657" y="5718828"/>
                  <a:ext cx="30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B08DEE8-CBF6-D30A-0CC0-34463EE1CFA1}"/>
                    </a:ext>
                  </a:extLst>
                </p14:cNvPr>
                <p14:cNvContentPartPr/>
                <p14:nvPr/>
              </p14:nvContentPartPr>
              <p14:xfrm>
                <a:off x="6698857" y="5602908"/>
                <a:ext cx="59040" cy="25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B08DEE8-CBF6-D30A-0CC0-34463EE1CFA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692737" y="5596788"/>
                  <a:ext cx="71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CE455D7-BAB0-1315-1E28-D5ABC88BAE01}"/>
                    </a:ext>
                  </a:extLst>
                </p14:cNvPr>
                <p14:cNvContentPartPr/>
                <p14:nvPr/>
              </p14:nvContentPartPr>
              <p14:xfrm>
                <a:off x="6796777" y="5774628"/>
                <a:ext cx="102960" cy="101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CE455D7-BAB0-1315-1E28-D5ABC88BAE0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90657" y="5768508"/>
                  <a:ext cx="1152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B4BBDE9-5996-24F6-0B3D-7BC8668A4799}"/>
                    </a:ext>
                  </a:extLst>
                </p14:cNvPr>
                <p14:cNvContentPartPr/>
                <p14:nvPr/>
              </p14:nvContentPartPr>
              <p14:xfrm>
                <a:off x="6942217" y="5627388"/>
                <a:ext cx="36000" cy="231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B4BBDE9-5996-24F6-0B3D-7BC8668A479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936097" y="5621268"/>
                  <a:ext cx="48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090A0D2-2D43-F225-D004-385AADD627DD}"/>
                    </a:ext>
                  </a:extLst>
                </p14:cNvPr>
                <p14:cNvContentPartPr/>
                <p14:nvPr/>
              </p14:nvContentPartPr>
              <p14:xfrm>
                <a:off x="6893977" y="5720988"/>
                <a:ext cx="327240" cy="124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090A0D2-2D43-F225-D004-385AADD627D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887857" y="5714868"/>
                  <a:ext cx="3394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20C14B4-333C-3974-334D-6AB7B5368989}"/>
                    </a:ext>
                  </a:extLst>
                </p14:cNvPr>
                <p14:cNvContentPartPr/>
                <p14:nvPr/>
              </p14:nvContentPartPr>
              <p14:xfrm>
                <a:off x="7280977" y="5684628"/>
                <a:ext cx="76680" cy="164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20C14B4-333C-3974-334D-6AB7B536898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74857" y="5678508"/>
                  <a:ext cx="889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EE23C95-334A-E954-E668-68008E03F636}"/>
                    </a:ext>
                  </a:extLst>
                </p14:cNvPr>
                <p14:cNvContentPartPr/>
                <p14:nvPr/>
              </p14:nvContentPartPr>
              <p14:xfrm>
                <a:off x="7342537" y="5718108"/>
                <a:ext cx="243720" cy="109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EE23C95-334A-E954-E668-68008E03F63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336417" y="5711988"/>
                  <a:ext cx="255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297F6C7-3297-9131-D15D-2BD22B6CE2F3}"/>
                    </a:ext>
                  </a:extLst>
                </p14:cNvPr>
                <p14:cNvContentPartPr/>
                <p14:nvPr/>
              </p14:nvContentPartPr>
              <p14:xfrm>
                <a:off x="7605697" y="5716668"/>
                <a:ext cx="201960" cy="125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297F6C7-3297-9131-D15D-2BD22B6CE2F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599577" y="5710548"/>
                  <a:ext cx="2142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C391DC7-0B68-6DA6-01F6-382850275397}"/>
                    </a:ext>
                  </a:extLst>
                </p14:cNvPr>
                <p14:cNvContentPartPr/>
                <p14:nvPr/>
              </p14:nvContentPartPr>
              <p14:xfrm>
                <a:off x="7783177" y="5607588"/>
                <a:ext cx="161640" cy="240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C391DC7-0B68-6DA6-01F6-38285027539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777057" y="5601468"/>
                  <a:ext cx="1738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7A67F11-F6D6-6C44-F473-7769E5648630}"/>
                    </a:ext>
                  </a:extLst>
                </p14:cNvPr>
                <p14:cNvContentPartPr/>
                <p14:nvPr/>
              </p14:nvContentPartPr>
              <p14:xfrm>
                <a:off x="7948417" y="5604708"/>
                <a:ext cx="147240" cy="213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7A67F11-F6D6-6C44-F473-7769E564863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42297" y="5598588"/>
                  <a:ext cx="159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5151D3-11B2-235E-7E52-6211DF1A3E8F}"/>
                    </a:ext>
                  </a:extLst>
                </p14:cNvPr>
                <p14:cNvContentPartPr/>
                <p14:nvPr/>
              </p14:nvContentPartPr>
              <p14:xfrm>
                <a:off x="8137777" y="5725308"/>
                <a:ext cx="204840" cy="102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5151D3-11B2-235E-7E52-6211DF1A3E8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131657" y="5719188"/>
                  <a:ext cx="2170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16F6E98-7B85-2226-4B3A-353AE54AA59C}"/>
                    </a:ext>
                  </a:extLst>
                </p14:cNvPr>
                <p14:cNvContentPartPr/>
                <p14:nvPr/>
              </p14:nvContentPartPr>
              <p14:xfrm>
                <a:off x="8526217" y="5723148"/>
                <a:ext cx="7920" cy="111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16F6E98-7B85-2226-4B3A-353AE54AA59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520097" y="5717028"/>
                  <a:ext cx="201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29022EF-33E1-B457-9D9E-052969AEB6B3}"/>
                    </a:ext>
                  </a:extLst>
                </p14:cNvPr>
                <p14:cNvContentPartPr/>
                <p14:nvPr/>
              </p14:nvContentPartPr>
              <p14:xfrm>
                <a:off x="8521537" y="5634948"/>
                <a:ext cx="178200" cy="230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29022EF-33E1-B457-9D9E-052969AEB6B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15417" y="5628828"/>
                  <a:ext cx="1904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0CC38CE-F182-991C-4668-C957C140F41D}"/>
                    </a:ext>
                  </a:extLst>
                </p14:cNvPr>
                <p14:cNvContentPartPr/>
                <p14:nvPr/>
              </p14:nvContentPartPr>
              <p14:xfrm>
                <a:off x="8924737" y="5669508"/>
                <a:ext cx="122760" cy="109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0CC38CE-F182-991C-4668-C957C140F41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918617" y="5663388"/>
                  <a:ext cx="1350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1928CA2-B6A1-88DD-F19F-514E7022A372}"/>
                    </a:ext>
                  </a:extLst>
                </p14:cNvPr>
                <p14:cNvContentPartPr/>
                <p14:nvPr/>
              </p14:nvContentPartPr>
              <p14:xfrm>
                <a:off x="9111217" y="5640348"/>
                <a:ext cx="84240" cy="176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1928CA2-B6A1-88DD-F19F-514E7022A37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05097" y="5634228"/>
                  <a:ext cx="964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DFFF883-6A24-9DE1-6EF8-97BE213F68F3}"/>
                    </a:ext>
                  </a:extLst>
                </p14:cNvPr>
                <p14:cNvContentPartPr/>
                <p14:nvPr/>
              </p14:nvContentPartPr>
              <p14:xfrm>
                <a:off x="9197617" y="5675268"/>
                <a:ext cx="189360" cy="102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DFFF883-6A24-9DE1-6EF8-97BE213F68F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191497" y="5669148"/>
                  <a:ext cx="201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9865095-2006-5005-7A76-E262E50D6B3B}"/>
                    </a:ext>
                  </a:extLst>
                </p14:cNvPr>
                <p14:cNvContentPartPr/>
                <p14:nvPr/>
              </p14:nvContentPartPr>
              <p14:xfrm>
                <a:off x="9439537" y="5526588"/>
                <a:ext cx="155520" cy="217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9865095-2006-5005-7A76-E262E50D6B3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433417" y="5520468"/>
                  <a:ext cx="1677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59635CC-FEE6-758F-5AF5-824D424CAF6F}"/>
                    </a:ext>
                  </a:extLst>
                </p14:cNvPr>
                <p14:cNvContentPartPr/>
                <p14:nvPr/>
              </p14:nvContentPartPr>
              <p14:xfrm>
                <a:off x="9720337" y="5593548"/>
                <a:ext cx="197640" cy="116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59635CC-FEE6-758F-5AF5-824D424CAF6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714217" y="5587428"/>
                  <a:ext cx="2098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75B55BB-696E-9635-6B83-98A83CF2B20E}"/>
                    </a:ext>
                  </a:extLst>
                </p14:cNvPr>
                <p14:cNvContentPartPr/>
                <p14:nvPr/>
              </p14:nvContentPartPr>
              <p14:xfrm>
                <a:off x="9912937" y="5539188"/>
                <a:ext cx="151560" cy="215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75B55BB-696E-9635-6B83-98A83CF2B20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906817" y="5533068"/>
                  <a:ext cx="1638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6E776C3-348C-1B91-E9D4-65AC25B2BF7C}"/>
                    </a:ext>
                  </a:extLst>
                </p14:cNvPr>
                <p14:cNvContentPartPr/>
                <p14:nvPr/>
              </p14:nvContentPartPr>
              <p14:xfrm>
                <a:off x="6763657" y="6083868"/>
                <a:ext cx="118440" cy="230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6E776C3-348C-1B91-E9D4-65AC25B2BF7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757537" y="6077748"/>
                  <a:ext cx="1306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DED2915-06DD-751D-CC78-A1D3C7DB7C8F}"/>
                    </a:ext>
                  </a:extLst>
                </p14:cNvPr>
                <p14:cNvContentPartPr/>
                <p14:nvPr/>
              </p14:nvContentPartPr>
              <p14:xfrm>
                <a:off x="6900817" y="6214548"/>
                <a:ext cx="8280" cy="9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DED2915-06DD-751D-CC78-A1D3C7DB7C8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894697" y="6208428"/>
                  <a:ext cx="205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A7D953-45AE-16E2-9849-3CC438FF339B}"/>
                    </a:ext>
                  </a:extLst>
                </p14:cNvPr>
                <p14:cNvContentPartPr/>
                <p14:nvPr/>
              </p14:nvContentPartPr>
              <p14:xfrm>
                <a:off x="6939337" y="6163428"/>
                <a:ext cx="14400" cy="122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A7D953-45AE-16E2-9849-3CC438FF339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933217" y="6157308"/>
                  <a:ext cx="266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ED4E7B5-56B4-2AAE-B600-FF243BA24A53}"/>
                    </a:ext>
                  </a:extLst>
                </p14:cNvPr>
                <p14:cNvContentPartPr/>
                <p14:nvPr/>
              </p14:nvContentPartPr>
              <p14:xfrm>
                <a:off x="6953377" y="6086748"/>
                <a:ext cx="36360" cy="46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ED4E7B5-56B4-2AAE-B600-FF243BA24A5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947257" y="6080628"/>
                  <a:ext cx="486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37C08C1-3E8D-B0E1-2968-222D9105BEBA}"/>
                    </a:ext>
                  </a:extLst>
                </p14:cNvPr>
                <p14:cNvContentPartPr/>
                <p14:nvPr/>
              </p14:nvContentPartPr>
              <p14:xfrm>
                <a:off x="6994057" y="6129948"/>
                <a:ext cx="96480" cy="137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37C08C1-3E8D-B0E1-2968-222D9105BEB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987937" y="6123828"/>
                  <a:ext cx="108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A207003-A0AB-BEA2-D3CF-08E1CA04E039}"/>
                    </a:ext>
                  </a:extLst>
                </p14:cNvPr>
                <p14:cNvContentPartPr/>
                <p14:nvPr/>
              </p14:nvContentPartPr>
              <p14:xfrm>
                <a:off x="7147417" y="6039948"/>
                <a:ext cx="147960" cy="148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A207003-A0AB-BEA2-D3CF-08E1CA04E03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41297" y="6033828"/>
                  <a:ext cx="1602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2CF0A20-A03D-DD0E-A45B-6D18DB28A181}"/>
                    </a:ext>
                  </a:extLst>
                </p14:cNvPr>
                <p14:cNvContentPartPr/>
                <p14:nvPr/>
              </p14:nvContentPartPr>
              <p14:xfrm>
                <a:off x="7341097" y="6076668"/>
                <a:ext cx="118080" cy="126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2CF0A20-A03D-DD0E-A45B-6D18DB28A18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334977" y="6070548"/>
                  <a:ext cx="1303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230A88B-6EE7-0D7E-FC16-92DDE6D820C0}"/>
                    </a:ext>
                  </a:extLst>
                </p14:cNvPr>
                <p14:cNvContentPartPr/>
                <p14:nvPr/>
              </p14:nvContentPartPr>
              <p14:xfrm>
                <a:off x="7499137" y="6049668"/>
                <a:ext cx="123480" cy="232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230A88B-6EE7-0D7E-FC16-92DDE6D820C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493017" y="6043548"/>
                  <a:ext cx="1357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E7FE975-0698-3F3F-6A81-8CADF9D97B97}"/>
                    </a:ext>
                  </a:extLst>
                </p14:cNvPr>
                <p14:cNvContentPartPr/>
                <p14:nvPr/>
              </p14:nvContentPartPr>
              <p14:xfrm>
                <a:off x="7853377" y="6072348"/>
                <a:ext cx="168840" cy="126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E7FE975-0698-3F3F-6A81-8CADF9D97B9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847257" y="6066228"/>
                  <a:ext cx="1810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3DD57EE-17A9-2EBB-54C2-1A4221691F9A}"/>
                    </a:ext>
                  </a:extLst>
                </p14:cNvPr>
                <p14:cNvContentPartPr/>
                <p14:nvPr/>
              </p14:nvContentPartPr>
              <p14:xfrm>
                <a:off x="8061097" y="6074868"/>
                <a:ext cx="208080" cy="80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3DD57EE-17A9-2EBB-54C2-1A4221691F9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054977" y="6068748"/>
                  <a:ext cx="2203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36AF4E7-218F-51AF-F396-F98C867D194F}"/>
                    </a:ext>
                  </a:extLst>
                </p14:cNvPr>
                <p14:cNvContentPartPr/>
                <p14:nvPr/>
              </p14:nvContentPartPr>
              <p14:xfrm>
                <a:off x="8330017" y="5952828"/>
                <a:ext cx="153720" cy="201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36AF4E7-218F-51AF-F396-F98C867D194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323897" y="5946708"/>
                  <a:ext cx="1659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78E2187-FE48-D718-D69D-D72F67C4FDD1}"/>
                    </a:ext>
                  </a:extLst>
                </p14:cNvPr>
                <p14:cNvContentPartPr/>
                <p14:nvPr/>
              </p14:nvContentPartPr>
              <p14:xfrm>
                <a:off x="8673817" y="5943828"/>
                <a:ext cx="470520" cy="228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78E2187-FE48-D718-D69D-D72F67C4FDD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667697" y="5937708"/>
                  <a:ext cx="4827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F33E87C-3883-9385-95F3-9B2DD15053D5}"/>
                    </a:ext>
                  </a:extLst>
                </p14:cNvPr>
                <p14:cNvContentPartPr/>
                <p14:nvPr/>
              </p14:nvContentPartPr>
              <p14:xfrm>
                <a:off x="9208057" y="6007188"/>
                <a:ext cx="129960" cy="173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F33E87C-3883-9385-95F3-9B2DD15053D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201937" y="6001068"/>
                  <a:ext cx="142200" cy="185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65124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625FC2-572B-6892-E1D0-CDE444C89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AFC9B22-8AFB-161E-EFAB-617A971E405B}"/>
                  </a:ext>
                </a:extLst>
              </p14:cNvPr>
              <p14:cNvContentPartPr/>
              <p14:nvPr/>
            </p14:nvContentPartPr>
            <p14:xfrm>
              <a:off x="5409337" y="3627948"/>
              <a:ext cx="419400" cy="308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AFC9B22-8AFB-161E-EFAB-617A971E40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3217" y="3621828"/>
                <a:ext cx="431640" cy="32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1F5BDB90-D3FB-A185-78CA-9FF23B6412FF}"/>
              </a:ext>
            </a:extLst>
          </p:cNvPr>
          <p:cNvGrpSpPr/>
          <p:nvPr/>
        </p:nvGrpSpPr>
        <p:grpSpPr>
          <a:xfrm>
            <a:off x="5405017" y="3614988"/>
            <a:ext cx="377280" cy="337320"/>
            <a:chOff x="5405017" y="3614988"/>
            <a:chExt cx="377280" cy="3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473E0D5-725C-26DB-9637-A9A95A0BABDB}"/>
                    </a:ext>
                  </a:extLst>
                </p14:cNvPr>
                <p14:cNvContentPartPr/>
                <p14:nvPr/>
              </p14:nvContentPartPr>
              <p14:xfrm>
                <a:off x="5405017" y="3653148"/>
                <a:ext cx="372240" cy="299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473E0D5-725C-26DB-9637-A9A95A0BABD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98897" y="3647028"/>
                  <a:ext cx="3844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00D0684-F4C6-986F-5F71-6890C3B803E2}"/>
                    </a:ext>
                  </a:extLst>
                </p14:cNvPr>
                <p14:cNvContentPartPr/>
                <p14:nvPr/>
              </p14:nvContentPartPr>
              <p14:xfrm>
                <a:off x="5436337" y="3614988"/>
                <a:ext cx="345960" cy="336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00D0684-F4C6-986F-5F71-6890C3B803E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430217" y="3608868"/>
                  <a:ext cx="358200" cy="348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8E12DBD-6C87-42B0-F9B1-1B45D27F4229}"/>
              </a:ext>
            </a:extLst>
          </p:cNvPr>
          <p:cNvSpPr txBox="1"/>
          <p:nvPr/>
        </p:nvSpPr>
        <p:spPr>
          <a:xfrm>
            <a:off x="5591137" y="5043202"/>
            <a:ext cx="4536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alignment of the roundabout is not proper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27952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818E9A-BFF6-5335-8174-5AF1E87FA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41543FB-E76F-1AA0-B31A-27E688759426}"/>
                  </a:ext>
                </a:extLst>
              </p14:cNvPr>
              <p14:cNvContentPartPr/>
              <p14:nvPr/>
            </p14:nvContentPartPr>
            <p14:xfrm>
              <a:off x="1582897" y="990948"/>
              <a:ext cx="3137400" cy="1642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41543FB-E76F-1AA0-B31A-27E6887594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76777" y="984828"/>
                <a:ext cx="3149640" cy="165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E63CBE-0A41-C643-0457-03596CA22046}"/>
                  </a:ext>
                </a:extLst>
              </p14:cNvPr>
              <p14:cNvContentPartPr/>
              <p14:nvPr/>
            </p14:nvContentPartPr>
            <p14:xfrm>
              <a:off x="5822977" y="573708"/>
              <a:ext cx="2860920" cy="2828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E63CBE-0A41-C643-0457-03596CA2204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16857" y="567588"/>
                <a:ext cx="2873160" cy="28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6C932C4-E2C0-BD19-70F6-A8C32F4E91BF}"/>
                  </a:ext>
                </a:extLst>
              </p14:cNvPr>
              <p14:cNvContentPartPr/>
              <p14:nvPr/>
            </p14:nvContentPartPr>
            <p14:xfrm>
              <a:off x="1739857" y="3096948"/>
              <a:ext cx="3267000" cy="2707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6C932C4-E2C0-BD19-70F6-A8C32F4E91B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33737" y="3090828"/>
                <a:ext cx="3279240" cy="27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EBB129E-936F-D958-EDC7-0B9DC3B2AB61}"/>
                  </a:ext>
                </a:extLst>
              </p14:cNvPr>
              <p14:cNvContentPartPr/>
              <p14:nvPr/>
            </p14:nvContentPartPr>
            <p14:xfrm>
              <a:off x="6436057" y="4412028"/>
              <a:ext cx="2739240" cy="1989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EBB129E-936F-D958-EDC7-0B9DC3B2AB6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29937" y="4405908"/>
                <a:ext cx="2751480" cy="20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BE14444-F907-D976-0130-73E825832CD1}"/>
                  </a:ext>
                </a:extLst>
              </p14:cNvPr>
              <p14:cNvContentPartPr/>
              <p14:nvPr/>
            </p14:nvContentPartPr>
            <p14:xfrm>
              <a:off x="5105497" y="3063828"/>
              <a:ext cx="644760" cy="599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BE14444-F907-D976-0130-73E825832CD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99377" y="3057708"/>
                <a:ext cx="657000" cy="61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C62CB3E-7111-D70B-D2CA-2E81D732867B}"/>
                  </a:ext>
                </a:extLst>
              </p14:cNvPr>
              <p14:cNvContentPartPr/>
              <p14:nvPr/>
            </p14:nvContentPartPr>
            <p14:xfrm>
              <a:off x="5229337" y="1329348"/>
              <a:ext cx="74880" cy="10897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C62CB3E-7111-D70B-D2CA-2E81D732867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23217" y="1323228"/>
                <a:ext cx="87120" cy="110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BFBC626E-F3CA-8CED-A834-6E8A2AC3C8E9}"/>
              </a:ext>
            </a:extLst>
          </p:cNvPr>
          <p:cNvGrpSpPr/>
          <p:nvPr/>
        </p:nvGrpSpPr>
        <p:grpSpPr>
          <a:xfrm>
            <a:off x="5574577" y="3752868"/>
            <a:ext cx="2283120" cy="1802160"/>
            <a:chOff x="5574577" y="3752868"/>
            <a:chExt cx="2283120" cy="180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C5E1725-9A4F-C777-AB5A-3942A29B0262}"/>
                    </a:ext>
                  </a:extLst>
                </p14:cNvPr>
                <p14:cNvContentPartPr/>
                <p14:nvPr/>
              </p14:nvContentPartPr>
              <p14:xfrm>
                <a:off x="5574577" y="4380348"/>
                <a:ext cx="57960" cy="1174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C5E1725-9A4F-C777-AB5A-3942A29B026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68457" y="4374228"/>
                  <a:ext cx="70200" cy="11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7F2BAF6-EB28-C14F-ADD3-19FC5E982BB7}"/>
                    </a:ext>
                  </a:extLst>
                </p14:cNvPr>
                <p14:cNvContentPartPr/>
                <p14:nvPr/>
              </p14:nvContentPartPr>
              <p14:xfrm>
                <a:off x="6587257" y="3752868"/>
                <a:ext cx="1270440" cy="102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7F2BAF6-EB28-C14F-ADD3-19FC5E982BB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81137" y="3746748"/>
                  <a:ext cx="128268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1AA9415-D2DB-A415-59B0-431D1A443491}"/>
              </a:ext>
            </a:extLst>
          </p:cNvPr>
          <p:cNvGrpSpPr/>
          <p:nvPr/>
        </p:nvGrpSpPr>
        <p:grpSpPr>
          <a:xfrm>
            <a:off x="3426817" y="2259228"/>
            <a:ext cx="1336320" cy="772920"/>
            <a:chOff x="3426817" y="2259228"/>
            <a:chExt cx="1336320" cy="77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C9A6B4B-2C30-2187-F18C-60817A36A275}"/>
                    </a:ext>
                  </a:extLst>
                </p14:cNvPr>
                <p14:cNvContentPartPr/>
                <p14:nvPr/>
              </p14:nvContentPartPr>
              <p14:xfrm>
                <a:off x="3426817" y="2982468"/>
                <a:ext cx="951480" cy="49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C9A6B4B-2C30-2187-F18C-60817A36A27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420697" y="2976348"/>
                  <a:ext cx="963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43DB20A-5DA3-B454-07A4-69C136E7F0C5}"/>
                    </a:ext>
                  </a:extLst>
                </p14:cNvPr>
                <p14:cNvContentPartPr/>
                <p14:nvPr/>
              </p14:nvContentPartPr>
              <p14:xfrm>
                <a:off x="4742257" y="2259228"/>
                <a:ext cx="20880" cy="21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43DB20A-5DA3-B454-07A4-69C136E7F0C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736137" y="2253108"/>
                  <a:ext cx="33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27F00AC-038E-49D1-1A5E-6068272347CE}"/>
                    </a:ext>
                  </a:extLst>
                </p14:cNvPr>
                <p14:cNvContentPartPr/>
                <p14:nvPr/>
              </p14:nvContentPartPr>
              <p14:xfrm>
                <a:off x="4025497" y="2502588"/>
                <a:ext cx="405000" cy="228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27F00AC-038E-49D1-1A5E-6068272347C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019377" y="2496468"/>
                  <a:ext cx="417240" cy="24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0585254-B93B-55F1-03E2-7A9E3B19701C}"/>
                  </a:ext>
                </a:extLst>
              </p14:cNvPr>
              <p14:cNvContentPartPr/>
              <p14:nvPr/>
            </p14:nvContentPartPr>
            <p14:xfrm>
              <a:off x="5804257" y="2412948"/>
              <a:ext cx="266400" cy="3690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0585254-B93B-55F1-03E2-7A9E3B19701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798137" y="2406828"/>
                <a:ext cx="27864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4E69B70-229C-6C9F-2976-B8F45401533F}"/>
                  </a:ext>
                </a:extLst>
              </p14:cNvPr>
              <p14:cNvContentPartPr/>
              <p14:nvPr/>
            </p14:nvContentPartPr>
            <p14:xfrm>
              <a:off x="4997857" y="4188108"/>
              <a:ext cx="212760" cy="6523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4E69B70-229C-6C9F-2976-B8F45401533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991737" y="4181988"/>
                <a:ext cx="225000" cy="66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07F6E3D-9424-A1E2-F5B2-01CDE81E4BAF}"/>
                  </a:ext>
                </a:extLst>
              </p14:cNvPr>
              <p14:cNvContentPartPr/>
              <p14:nvPr/>
            </p14:nvContentPartPr>
            <p14:xfrm>
              <a:off x="6336697" y="4116828"/>
              <a:ext cx="578160" cy="3481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07F6E3D-9424-A1E2-F5B2-01CDE81E4BA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330577" y="4110708"/>
                <a:ext cx="590400" cy="36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9126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19CABF-2C14-17EB-C5B7-20471DB50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0676FE5B-724C-3C2E-2757-3B9EFAB1D0D5}"/>
              </a:ext>
            </a:extLst>
          </p:cNvPr>
          <p:cNvGrpSpPr/>
          <p:nvPr/>
        </p:nvGrpSpPr>
        <p:grpSpPr>
          <a:xfrm>
            <a:off x="3220897" y="2746668"/>
            <a:ext cx="6782400" cy="3600720"/>
            <a:chOff x="3220897" y="2746668"/>
            <a:chExt cx="6782400" cy="360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CB0CD62-F154-AB1F-56D4-CCCBEDF26022}"/>
                    </a:ext>
                  </a:extLst>
                </p14:cNvPr>
                <p14:cNvContentPartPr/>
                <p14:nvPr/>
              </p14:nvContentPartPr>
              <p14:xfrm>
                <a:off x="3220897" y="3723708"/>
                <a:ext cx="743400" cy="1171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CB0CD62-F154-AB1F-56D4-CCCBEDF2602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14777" y="3717588"/>
                  <a:ext cx="755640" cy="11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0154A88-FC68-5B5B-A656-1E8AEC04D06A}"/>
                    </a:ext>
                  </a:extLst>
                </p14:cNvPr>
                <p14:cNvContentPartPr/>
                <p14:nvPr/>
              </p14:nvContentPartPr>
              <p14:xfrm>
                <a:off x="3718777" y="4797948"/>
                <a:ext cx="48600" cy="330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0154A88-FC68-5B5B-A656-1E8AEC04D06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12657" y="4791828"/>
                  <a:ext cx="608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80FE95F-E74A-8C92-F5C5-2A91DC272FD1}"/>
                    </a:ext>
                  </a:extLst>
                </p14:cNvPr>
                <p14:cNvContentPartPr/>
                <p14:nvPr/>
              </p14:nvContentPartPr>
              <p14:xfrm>
                <a:off x="3657217" y="5054268"/>
                <a:ext cx="197280" cy="150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80FE95F-E74A-8C92-F5C5-2A91DC272FD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51097" y="5048148"/>
                  <a:ext cx="2095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006C985-C2F5-810E-0D7B-9DDEA82B8E97}"/>
                    </a:ext>
                  </a:extLst>
                </p14:cNvPr>
                <p14:cNvContentPartPr/>
                <p14:nvPr/>
              </p14:nvContentPartPr>
              <p14:xfrm>
                <a:off x="3611137" y="5345868"/>
                <a:ext cx="136800" cy="150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006C985-C2F5-810E-0D7B-9DDEA82B8E9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605017" y="5339748"/>
                  <a:ext cx="149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232DFEC-EB7A-F0D8-B340-E9A22E35DE6C}"/>
                    </a:ext>
                  </a:extLst>
                </p14:cNvPr>
                <p14:cNvContentPartPr/>
                <p14:nvPr/>
              </p14:nvContentPartPr>
              <p14:xfrm>
                <a:off x="3753697" y="5291868"/>
                <a:ext cx="70920" cy="200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232DFEC-EB7A-F0D8-B340-E9A22E35DE6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747577" y="5285748"/>
                  <a:ext cx="831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2A38A0C-B1FC-6E83-6279-0B621CCF9249}"/>
                    </a:ext>
                  </a:extLst>
                </p14:cNvPr>
                <p14:cNvContentPartPr/>
                <p14:nvPr/>
              </p14:nvContentPartPr>
              <p14:xfrm>
                <a:off x="3816337" y="5359188"/>
                <a:ext cx="125640" cy="103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2A38A0C-B1FC-6E83-6279-0B621CCF924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10217" y="5353068"/>
                  <a:ext cx="1378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4C87545-385F-5B1E-221D-AF816130F2FF}"/>
                    </a:ext>
                  </a:extLst>
                </p14:cNvPr>
                <p14:cNvContentPartPr/>
                <p14:nvPr/>
              </p14:nvContentPartPr>
              <p14:xfrm>
                <a:off x="3947737" y="5348028"/>
                <a:ext cx="136440" cy="131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4C87545-385F-5B1E-221D-AF816130F2F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41617" y="5341908"/>
                  <a:ext cx="1486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BF66866-BD72-74A0-BD93-11CA96B32DE7}"/>
                    </a:ext>
                  </a:extLst>
                </p14:cNvPr>
                <p14:cNvContentPartPr/>
                <p14:nvPr/>
              </p14:nvContentPartPr>
              <p14:xfrm>
                <a:off x="4064017" y="5215548"/>
                <a:ext cx="74880" cy="226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BF66866-BD72-74A0-BD93-11CA96B32DE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057897" y="5209428"/>
                  <a:ext cx="871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BC0A934-161E-8067-F958-7FDE2DF332CF}"/>
                    </a:ext>
                  </a:extLst>
                </p14:cNvPr>
                <p14:cNvContentPartPr/>
                <p14:nvPr/>
              </p14:nvContentPartPr>
              <p14:xfrm>
                <a:off x="4032337" y="5318868"/>
                <a:ext cx="271080" cy="147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BC0A934-161E-8067-F958-7FDE2DF332C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026217" y="5312748"/>
                  <a:ext cx="2833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91E9FBE-CFA5-40E4-84FB-8EA70CF0792B}"/>
                    </a:ext>
                  </a:extLst>
                </p14:cNvPr>
                <p14:cNvContentPartPr/>
                <p14:nvPr/>
              </p14:nvContentPartPr>
              <p14:xfrm>
                <a:off x="4305577" y="5276028"/>
                <a:ext cx="123120" cy="188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91E9FBE-CFA5-40E4-84FB-8EA70CF0792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299457" y="5269908"/>
                  <a:ext cx="1353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6E8B08F-A0AA-8338-2C43-8D7147938396}"/>
                    </a:ext>
                  </a:extLst>
                </p14:cNvPr>
                <p14:cNvContentPartPr/>
                <p14:nvPr/>
              </p14:nvContentPartPr>
              <p14:xfrm>
                <a:off x="4521937" y="5325708"/>
                <a:ext cx="101880" cy="173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6E8B08F-A0AA-8338-2C43-8D714793839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515817" y="5319588"/>
                  <a:ext cx="1141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6EB8C74-EA74-AC73-0B4B-51D8E8AE7DB6}"/>
                    </a:ext>
                  </a:extLst>
                </p14:cNvPr>
                <p14:cNvContentPartPr/>
                <p14:nvPr/>
              </p14:nvContentPartPr>
              <p14:xfrm>
                <a:off x="4608697" y="5333268"/>
                <a:ext cx="95400" cy="109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6EB8C74-EA74-AC73-0B4B-51D8E8AE7DB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602577" y="5327148"/>
                  <a:ext cx="1076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8884A0B-8623-3744-F150-E305477AB152}"/>
                    </a:ext>
                  </a:extLst>
                </p14:cNvPr>
                <p14:cNvContentPartPr/>
                <p14:nvPr/>
              </p14:nvContentPartPr>
              <p14:xfrm>
                <a:off x="4732537" y="5277828"/>
                <a:ext cx="41760" cy="189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8884A0B-8623-3744-F150-E305477AB15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726417" y="5271708"/>
                  <a:ext cx="540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F1F27FF-BAE8-A9D8-7662-48E9D525A191}"/>
                    </a:ext>
                  </a:extLst>
                </p14:cNvPr>
                <p14:cNvContentPartPr/>
                <p14:nvPr/>
              </p14:nvContentPartPr>
              <p14:xfrm>
                <a:off x="4808497" y="5245788"/>
                <a:ext cx="23760" cy="216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F1F27FF-BAE8-A9D8-7662-48E9D525A19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802377" y="5239668"/>
                  <a:ext cx="360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27AAFBC-411D-1674-8240-F91768031447}"/>
                    </a:ext>
                  </a:extLst>
                </p14:cNvPr>
                <p14:cNvContentPartPr/>
                <p14:nvPr/>
              </p14:nvContentPartPr>
              <p14:xfrm>
                <a:off x="4873297" y="5309148"/>
                <a:ext cx="77400" cy="131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27AAFBC-411D-1674-8240-F9176803144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867177" y="5303028"/>
                  <a:ext cx="89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5DC1E5D-42B4-963D-AAAB-FAE411FE0CA9}"/>
                    </a:ext>
                  </a:extLst>
                </p14:cNvPr>
                <p14:cNvContentPartPr/>
                <p14:nvPr/>
              </p14:nvContentPartPr>
              <p14:xfrm>
                <a:off x="5096137" y="5297628"/>
                <a:ext cx="100080" cy="140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5DC1E5D-42B4-963D-AAAB-FAE411FE0CA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090017" y="5291508"/>
                  <a:ext cx="1123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B369E05-ECBF-0B8D-B731-DDA6EDAA176D}"/>
                    </a:ext>
                  </a:extLst>
                </p14:cNvPr>
                <p14:cNvContentPartPr/>
                <p14:nvPr/>
              </p14:nvContentPartPr>
              <p14:xfrm>
                <a:off x="5242657" y="5325348"/>
                <a:ext cx="122400" cy="128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B369E05-ECBF-0B8D-B731-DDA6EDAA176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236537" y="5319228"/>
                  <a:ext cx="1346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B836251-DACD-59EE-EF1B-962276A611D4}"/>
                    </a:ext>
                  </a:extLst>
                </p14:cNvPr>
                <p14:cNvContentPartPr/>
                <p14:nvPr/>
              </p14:nvContentPartPr>
              <p14:xfrm>
                <a:off x="5436337" y="5301228"/>
                <a:ext cx="131400" cy="178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B836251-DACD-59EE-EF1B-962276A611D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430217" y="5295108"/>
                  <a:ext cx="1436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3B8DC80-01EA-067C-727F-BEA4A6259C25}"/>
                    </a:ext>
                  </a:extLst>
                </p14:cNvPr>
                <p14:cNvContentPartPr/>
                <p14:nvPr/>
              </p14:nvContentPartPr>
              <p14:xfrm>
                <a:off x="5588617" y="5328228"/>
                <a:ext cx="77400" cy="91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3B8DC80-01EA-067C-727F-BEA4A6259C2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582497" y="5322108"/>
                  <a:ext cx="89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9923617-0C2D-F86B-787E-7EBFF780D303}"/>
                    </a:ext>
                  </a:extLst>
                </p14:cNvPr>
                <p14:cNvContentPartPr/>
                <p14:nvPr/>
              </p14:nvContentPartPr>
              <p14:xfrm>
                <a:off x="5669617" y="5327508"/>
                <a:ext cx="137520" cy="95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9923617-0C2D-F86B-787E-7EBFF780D30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663497" y="5321388"/>
                  <a:ext cx="1497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E2BF26E-8F5C-0B59-3760-D0A0B11B80E4}"/>
                    </a:ext>
                  </a:extLst>
                </p14:cNvPr>
                <p14:cNvContentPartPr/>
                <p14:nvPr/>
              </p14:nvContentPartPr>
              <p14:xfrm>
                <a:off x="5837017" y="5195748"/>
                <a:ext cx="81000" cy="189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E2BF26E-8F5C-0B59-3760-D0A0B11B80E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830897" y="5189628"/>
                  <a:ext cx="932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9A7B1B4-1021-2C60-F270-A9C72E4EF803}"/>
                    </a:ext>
                  </a:extLst>
                </p14:cNvPr>
                <p14:cNvContentPartPr/>
                <p14:nvPr/>
              </p14:nvContentPartPr>
              <p14:xfrm>
                <a:off x="4132057" y="2852868"/>
                <a:ext cx="676440" cy="642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9A7B1B4-1021-2C60-F270-A9C72E4EF80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125937" y="2846748"/>
                  <a:ext cx="68868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5128E01-9295-8A97-1D0C-C4581BE205BA}"/>
                    </a:ext>
                  </a:extLst>
                </p14:cNvPr>
                <p14:cNvContentPartPr/>
                <p14:nvPr/>
              </p14:nvContentPartPr>
              <p14:xfrm>
                <a:off x="4762417" y="3134388"/>
                <a:ext cx="720720" cy="54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5128E01-9295-8A97-1D0C-C4581BE205B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56297" y="3128268"/>
                  <a:ext cx="732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66815EE-10BC-396F-CD52-EFA926D4775C}"/>
                    </a:ext>
                  </a:extLst>
                </p14:cNvPr>
                <p14:cNvContentPartPr/>
                <p14:nvPr/>
              </p14:nvContentPartPr>
              <p14:xfrm>
                <a:off x="5416897" y="3108828"/>
                <a:ext cx="176760" cy="208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66815EE-10BC-396F-CD52-EFA926D4775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410777" y="3102708"/>
                  <a:ext cx="1890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3B17E7F-4F94-FF7E-41CD-AA51B7CCB384}"/>
                    </a:ext>
                  </a:extLst>
                </p14:cNvPr>
                <p14:cNvContentPartPr/>
                <p14:nvPr/>
              </p14:nvContentPartPr>
              <p14:xfrm>
                <a:off x="5747377" y="2958708"/>
                <a:ext cx="72720" cy="252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3B17E7F-4F94-FF7E-41CD-AA51B7CCB38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41257" y="2952588"/>
                  <a:ext cx="849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D6F23CF-531A-34CD-7B8F-EA5172A6F18C}"/>
                    </a:ext>
                  </a:extLst>
                </p14:cNvPr>
                <p14:cNvContentPartPr/>
                <p14:nvPr/>
              </p14:nvContentPartPr>
              <p14:xfrm>
                <a:off x="5711377" y="3004068"/>
                <a:ext cx="439560" cy="156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D6F23CF-531A-34CD-7B8F-EA5172A6F18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705257" y="2997948"/>
                  <a:ext cx="4518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C33A861-EC96-0376-4CAB-01D4B316BBD2}"/>
                    </a:ext>
                  </a:extLst>
                </p14:cNvPr>
                <p14:cNvContentPartPr/>
                <p14:nvPr/>
              </p14:nvContentPartPr>
              <p14:xfrm>
                <a:off x="6202777" y="2923788"/>
                <a:ext cx="22680" cy="246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C33A861-EC96-0376-4CAB-01D4B316BBD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196657" y="2917668"/>
                  <a:ext cx="349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92FB94A-06C3-8949-21E2-A63F117A5941}"/>
                    </a:ext>
                  </a:extLst>
                </p14:cNvPr>
                <p14:cNvContentPartPr/>
                <p14:nvPr/>
              </p14:nvContentPartPr>
              <p14:xfrm>
                <a:off x="6175777" y="2973108"/>
                <a:ext cx="249120" cy="228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92FB94A-06C3-8949-21E2-A63F117A594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169657" y="2966988"/>
                  <a:ext cx="2613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49F8B43-DB08-F801-CB31-3C15CE95EF16}"/>
                    </a:ext>
                  </a:extLst>
                </p14:cNvPr>
                <p14:cNvContentPartPr/>
                <p14:nvPr/>
              </p14:nvContentPartPr>
              <p14:xfrm>
                <a:off x="6423097" y="2991468"/>
                <a:ext cx="145800" cy="144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49F8B43-DB08-F801-CB31-3C15CE95EF1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416977" y="2985348"/>
                  <a:ext cx="1580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819BFCB-0EEC-0126-5E44-AA53756C6788}"/>
                    </a:ext>
                  </a:extLst>
                </p14:cNvPr>
                <p14:cNvContentPartPr/>
                <p14:nvPr/>
              </p14:nvContentPartPr>
              <p14:xfrm>
                <a:off x="6636577" y="2928468"/>
                <a:ext cx="27360" cy="207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819BFCB-0EEC-0126-5E44-AA53756C678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630457" y="2922348"/>
                  <a:ext cx="39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1816EF1-35FC-B1C4-FF98-E8513755D000}"/>
                    </a:ext>
                  </a:extLst>
                </p14:cNvPr>
                <p14:cNvContentPartPr/>
                <p14:nvPr/>
              </p14:nvContentPartPr>
              <p14:xfrm>
                <a:off x="6543697" y="2914788"/>
                <a:ext cx="355320" cy="201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1816EF1-35FC-B1C4-FF98-E8513755D00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537577" y="2908668"/>
                  <a:ext cx="3675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746C2A2-9EC6-5981-18EF-CE3B23BDC0CD}"/>
                    </a:ext>
                  </a:extLst>
                </p14:cNvPr>
                <p14:cNvContentPartPr/>
                <p14:nvPr/>
              </p14:nvContentPartPr>
              <p14:xfrm>
                <a:off x="6945457" y="2899668"/>
                <a:ext cx="55800" cy="214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746C2A2-9EC6-5981-18EF-CE3B23BDC0C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939337" y="2893548"/>
                  <a:ext cx="680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3DB0BBD-12A7-2C8A-6F9F-175F203C6925}"/>
                    </a:ext>
                  </a:extLst>
                </p14:cNvPr>
                <p14:cNvContentPartPr/>
                <p14:nvPr/>
              </p14:nvContentPartPr>
              <p14:xfrm>
                <a:off x="6999097" y="2986428"/>
                <a:ext cx="76320" cy="175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3DB0BBD-12A7-2C8A-6F9F-175F203C692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992977" y="2980308"/>
                  <a:ext cx="885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B9A099D-3EE2-176A-CF20-BDD76C1028A3}"/>
                    </a:ext>
                  </a:extLst>
                </p14:cNvPr>
                <p14:cNvContentPartPr/>
                <p14:nvPr/>
              </p14:nvContentPartPr>
              <p14:xfrm>
                <a:off x="7085497" y="2921988"/>
                <a:ext cx="76680" cy="251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B9A099D-3EE2-176A-CF20-BDD76C1028A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079377" y="2915868"/>
                  <a:ext cx="889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44B15CC-68D8-5417-F4A1-0B5C6D1F9463}"/>
                    </a:ext>
                  </a:extLst>
                </p14:cNvPr>
                <p14:cNvContentPartPr/>
                <p14:nvPr/>
              </p14:nvContentPartPr>
              <p14:xfrm>
                <a:off x="7206817" y="2927388"/>
                <a:ext cx="26280" cy="197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44B15CC-68D8-5417-F4A1-0B5C6D1F946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200697" y="2921268"/>
                  <a:ext cx="385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B2F75BE-0AA1-8F51-81F8-E6075E082C66}"/>
                    </a:ext>
                  </a:extLst>
                </p14:cNvPr>
                <p14:cNvContentPartPr/>
                <p14:nvPr/>
              </p14:nvContentPartPr>
              <p14:xfrm>
                <a:off x="7260457" y="3012348"/>
                <a:ext cx="68040" cy="82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B2F75BE-0AA1-8F51-81F8-E6075E082C6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254337" y="3006228"/>
                  <a:ext cx="802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D7DC16A-706F-B0FE-D268-0539DA8AF07A}"/>
                    </a:ext>
                  </a:extLst>
                </p14:cNvPr>
                <p14:cNvContentPartPr/>
                <p14:nvPr/>
              </p14:nvContentPartPr>
              <p14:xfrm>
                <a:off x="7300777" y="3000828"/>
                <a:ext cx="113760" cy="105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D7DC16A-706F-B0FE-D268-0539DA8AF07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294657" y="2994708"/>
                  <a:ext cx="1260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CF7A206-EA13-F506-C324-65F49B50F1C3}"/>
                    </a:ext>
                  </a:extLst>
                </p14:cNvPr>
                <p14:cNvContentPartPr/>
                <p14:nvPr/>
              </p14:nvContentPartPr>
              <p14:xfrm>
                <a:off x="7431817" y="2838828"/>
                <a:ext cx="95760" cy="229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CF7A206-EA13-F506-C324-65F49B50F1C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425697" y="2832708"/>
                  <a:ext cx="1080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B033A74-5B47-861F-3F17-D37EC2BBD0EF}"/>
                    </a:ext>
                  </a:extLst>
                </p14:cNvPr>
                <p14:cNvContentPartPr/>
                <p14:nvPr/>
              </p14:nvContentPartPr>
              <p14:xfrm>
                <a:off x="7515337" y="2949708"/>
                <a:ext cx="80280" cy="103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B033A74-5B47-861F-3F17-D37EC2BBD0E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509217" y="2943588"/>
                  <a:ext cx="925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12F038C-DF8A-EBF0-2132-FCFC62A3BBED}"/>
                    </a:ext>
                  </a:extLst>
                </p14:cNvPr>
                <p14:cNvContentPartPr/>
                <p14:nvPr/>
              </p14:nvContentPartPr>
              <p14:xfrm>
                <a:off x="7635937" y="2746668"/>
                <a:ext cx="97560" cy="322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12F038C-DF8A-EBF0-2132-FCFC62A3BBE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629817" y="2740548"/>
                  <a:ext cx="1098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30240FD-8406-7D1F-2741-3C1110BB403F}"/>
                    </a:ext>
                  </a:extLst>
                </p14:cNvPr>
                <p14:cNvContentPartPr/>
                <p14:nvPr/>
              </p14:nvContentPartPr>
              <p14:xfrm>
                <a:off x="7658257" y="3163548"/>
                <a:ext cx="1319400" cy="1088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30240FD-8406-7D1F-2741-3C1110BB403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652137" y="3157428"/>
                  <a:ext cx="1331640" cy="11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CB58AC8-93C3-B437-DD9E-D8BDC8DEB8CC}"/>
                    </a:ext>
                  </a:extLst>
                </p14:cNvPr>
                <p14:cNvContentPartPr/>
                <p14:nvPr/>
              </p14:nvContentPartPr>
              <p14:xfrm>
                <a:off x="8399857" y="4471428"/>
                <a:ext cx="38880" cy="140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CB58AC8-93C3-B437-DD9E-D8BDC8DEB8C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393737" y="4465308"/>
                  <a:ext cx="51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E5CC2D7-FED8-8B14-8E11-B92FCB0DFC47}"/>
                    </a:ext>
                  </a:extLst>
                </p14:cNvPr>
                <p14:cNvContentPartPr/>
                <p14:nvPr/>
              </p14:nvContentPartPr>
              <p14:xfrm>
                <a:off x="8342977" y="4319148"/>
                <a:ext cx="116640" cy="145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E5CC2D7-FED8-8B14-8E11-B92FCB0DFC4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336857" y="4313028"/>
                  <a:ext cx="1288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0C1A2EA-C287-5A8E-B0DE-BCDB51F85EDD}"/>
                    </a:ext>
                  </a:extLst>
                </p14:cNvPr>
                <p14:cNvContentPartPr/>
                <p14:nvPr/>
              </p14:nvContentPartPr>
              <p14:xfrm>
                <a:off x="8484817" y="4346868"/>
                <a:ext cx="113040" cy="87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0C1A2EA-C287-5A8E-B0DE-BCDB51F85ED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478697" y="4340748"/>
                  <a:ext cx="1252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242D9AB-4AAF-57A3-D375-87D3EF1887B8}"/>
                    </a:ext>
                  </a:extLst>
                </p14:cNvPr>
                <p14:cNvContentPartPr/>
                <p14:nvPr/>
              </p14:nvContentPartPr>
              <p14:xfrm>
                <a:off x="8519737" y="4262628"/>
                <a:ext cx="110160" cy="204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242D9AB-4AAF-57A3-D375-87D3EF1887B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13617" y="4256508"/>
                  <a:ext cx="1224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8AAB760-0EC2-D89A-234D-7BB42D2D4970}"/>
                    </a:ext>
                  </a:extLst>
                </p14:cNvPr>
                <p14:cNvContentPartPr/>
                <p14:nvPr/>
              </p14:nvContentPartPr>
              <p14:xfrm>
                <a:off x="8694337" y="4327788"/>
                <a:ext cx="138960" cy="99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8AAB760-0EC2-D89A-234D-7BB42D2D497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688217" y="4321668"/>
                  <a:ext cx="1512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DD3C232-48D1-736B-4854-339240D02C08}"/>
                    </a:ext>
                  </a:extLst>
                </p14:cNvPr>
                <p14:cNvContentPartPr/>
                <p14:nvPr/>
              </p14:nvContentPartPr>
              <p14:xfrm>
                <a:off x="8888737" y="4182708"/>
                <a:ext cx="100440" cy="251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DD3C232-48D1-736B-4854-339240D02C0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882617" y="4176588"/>
                  <a:ext cx="1126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D6107F8-87D6-22F9-1814-BDC57A3FFA73}"/>
                    </a:ext>
                  </a:extLst>
                </p14:cNvPr>
                <p14:cNvContentPartPr/>
                <p14:nvPr/>
              </p14:nvContentPartPr>
              <p14:xfrm>
                <a:off x="8849497" y="4295028"/>
                <a:ext cx="295920" cy="138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D6107F8-87D6-22F9-1814-BDC57A3FFA7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843377" y="4288548"/>
                  <a:ext cx="3081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2DFD47E-A909-1656-382F-7FCC6624F72E}"/>
                    </a:ext>
                  </a:extLst>
                </p14:cNvPr>
                <p14:cNvContentPartPr/>
                <p14:nvPr/>
              </p14:nvContentPartPr>
              <p14:xfrm>
                <a:off x="9166297" y="4194588"/>
                <a:ext cx="18000" cy="33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2DFD47E-A909-1656-382F-7FCC6624F72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160177" y="4188468"/>
                  <a:ext cx="302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E0353A9-9307-31E1-1CA0-680949B803A3}"/>
                    </a:ext>
                  </a:extLst>
                </p14:cNvPr>
                <p14:cNvContentPartPr/>
                <p14:nvPr/>
              </p14:nvContentPartPr>
              <p14:xfrm>
                <a:off x="9171337" y="4321308"/>
                <a:ext cx="105120" cy="96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E0353A9-9307-31E1-1CA0-680949B803A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165217" y="4315188"/>
                  <a:ext cx="117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10C302C-C25B-AFEE-202E-4B82817C811B}"/>
                    </a:ext>
                  </a:extLst>
                </p14:cNvPr>
                <p14:cNvContentPartPr/>
                <p14:nvPr/>
              </p14:nvContentPartPr>
              <p14:xfrm>
                <a:off x="9259897" y="4320228"/>
                <a:ext cx="144360" cy="77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10C302C-C25B-AFEE-202E-4B82817C811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253777" y="4314108"/>
                  <a:ext cx="156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3B14C25-2294-2475-9D94-D9D4E59759AB}"/>
                    </a:ext>
                  </a:extLst>
                </p14:cNvPr>
                <p14:cNvContentPartPr/>
                <p14:nvPr/>
              </p14:nvContentPartPr>
              <p14:xfrm>
                <a:off x="9408577" y="4205028"/>
                <a:ext cx="138960" cy="176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3B14C25-2294-2475-9D94-D9D4E59759A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402457" y="4198908"/>
                  <a:ext cx="151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1BB4E5A-16D3-4BC1-F8FC-62E97851E6BD}"/>
                    </a:ext>
                  </a:extLst>
                </p14:cNvPr>
                <p14:cNvContentPartPr/>
                <p14:nvPr/>
              </p14:nvContentPartPr>
              <p14:xfrm>
                <a:off x="9540697" y="4250388"/>
                <a:ext cx="169920" cy="200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1BB4E5A-16D3-4BC1-F8FC-62E97851E6B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534577" y="4244268"/>
                  <a:ext cx="1821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E65A2F4-2F90-AD9F-799C-E88EA9FA271F}"/>
                    </a:ext>
                  </a:extLst>
                </p14:cNvPr>
                <p14:cNvContentPartPr/>
                <p14:nvPr/>
              </p14:nvContentPartPr>
              <p14:xfrm>
                <a:off x="8888377" y="4582668"/>
                <a:ext cx="57960" cy="212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E65A2F4-2F90-AD9F-799C-E88EA9FA271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882257" y="4576548"/>
                  <a:ext cx="702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F292E90-D2C2-4682-51BD-F361081C7D41}"/>
                    </a:ext>
                  </a:extLst>
                </p14:cNvPr>
                <p14:cNvContentPartPr/>
                <p14:nvPr/>
              </p14:nvContentPartPr>
              <p14:xfrm>
                <a:off x="8865337" y="4600308"/>
                <a:ext cx="383400" cy="123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F292E90-D2C2-4682-51BD-F361081C7D4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859217" y="4594188"/>
                  <a:ext cx="3956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E546019-4693-23EB-734B-9EABBD8259DF}"/>
                    </a:ext>
                  </a:extLst>
                </p14:cNvPr>
                <p14:cNvContentPartPr/>
                <p14:nvPr/>
              </p14:nvContentPartPr>
              <p14:xfrm>
                <a:off x="9347017" y="4521828"/>
                <a:ext cx="24120" cy="166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E546019-4693-23EB-734B-9EABBD8259D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340897" y="4515708"/>
                  <a:ext cx="363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EFF7DE0-424E-3D8E-3E34-A77ED8C99F6D}"/>
                    </a:ext>
                  </a:extLst>
                </p14:cNvPr>
                <p14:cNvContentPartPr/>
                <p14:nvPr/>
              </p14:nvContentPartPr>
              <p14:xfrm>
                <a:off x="9257017" y="4550628"/>
                <a:ext cx="231480" cy="145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EFF7DE0-424E-3D8E-3E34-A77ED8C99F6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250897" y="4544508"/>
                  <a:ext cx="2437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1D7E6EF-C3A5-5F19-85F7-A2A7F3BE6871}"/>
                    </a:ext>
                  </a:extLst>
                </p14:cNvPr>
                <p14:cNvContentPartPr/>
                <p14:nvPr/>
              </p14:nvContentPartPr>
              <p14:xfrm>
                <a:off x="9521617" y="4568268"/>
                <a:ext cx="196560" cy="90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1D7E6EF-C3A5-5F19-85F7-A2A7F3BE687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515497" y="4562148"/>
                  <a:ext cx="208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617734C-ED00-0D34-30D4-5EE8B2452FD6}"/>
                    </a:ext>
                  </a:extLst>
                </p14:cNvPr>
                <p14:cNvContentPartPr/>
                <p14:nvPr/>
              </p14:nvContentPartPr>
              <p14:xfrm>
                <a:off x="9744097" y="4464948"/>
                <a:ext cx="41040" cy="184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617734C-ED00-0D34-30D4-5EE8B2452FD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737977" y="4458828"/>
                  <a:ext cx="532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8C473E1-CAD1-9822-EC15-6986BB72368D}"/>
                    </a:ext>
                  </a:extLst>
                </p14:cNvPr>
                <p14:cNvContentPartPr/>
                <p14:nvPr/>
              </p14:nvContentPartPr>
              <p14:xfrm>
                <a:off x="9678577" y="4429668"/>
                <a:ext cx="324720" cy="160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8C473E1-CAD1-9822-EC15-6986BB72368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672457" y="4423548"/>
                  <a:ext cx="3369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BD31D1A-B0B4-92A5-E8B4-9837B89EBD98}"/>
                    </a:ext>
                  </a:extLst>
                </p14:cNvPr>
                <p14:cNvContentPartPr/>
                <p14:nvPr/>
              </p14:nvContentPartPr>
              <p14:xfrm>
                <a:off x="5963017" y="3238068"/>
                <a:ext cx="723960" cy="3109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BD31D1A-B0B4-92A5-E8B4-9837B89EBD9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956897" y="3231948"/>
                  <a:ext cx="736200" cy="31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D10CA15-DAB9-7DD0-8E7F-0487DB3DE8D4}"/>
                    </a:ext>
                  </a:extLst>
                </p14:cNvPr>
                <p14:cNvContentPartPr/>
                <p14:nvPr/>
              </p14:nvContentPartPr>
              <p14:xfrm>
                <a:off x="6397897" y="4293588"/>
                <a:ext cx="581760" cy="1133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D10CA15-DAB9-7DD0-8E7F-0487DB3DE8D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391777" y="4287468"/>
                  <a:ext cx="594000" cy="11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2D7AD81-3CF8-635F-98E4-409C1EF04325}"/>
              </a:ext>
            </a:extLst>
          </p:cNvPr>
          <p:cNvGrpSpPr/>
          <p:nvPr/>
        </p:nvGrpSpPr>
        <p:grpSpPr>
          <a:xfrm>
            <a:off x="7018537" y="5661948"/>
            <a:ext cx="250560" cy="226800"/>
            <a:chOff x="7018537" y="5661948"/>
            <a:chExt cx="250560" cy="2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C411A54-5751-FA7C-5C41-C4D50E15459F}"/>
                    </a:ext>
                  </a:extLst>
                </p14:cNvPr>
                <p14:cNvContentPartPr/>
                <p14:nvPr/>
              </p14:nvContentPartPr>
              <p14:xfrm>
                <a:off x="7018537" y="5661948"/>
                <a:ext cx="142560" cy="226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C411A54-5751-FA7C-5C41-C4D50E15459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012417" y="5655828"/>
                  <a:ext cx="1548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9A5D264-ADB8-0941-B5DB-D3539772E5AA}"/>
                    </a:ext>
                  </a:extLst>
                </p14:cNvPr>
                <p14:cNvContentPartPr/>
                <p14:nvPr/>
              </p14:nvContentPartPr>
              <p14:xfrm>
                <a:off x="7188097" y="5681028"/>
                <a:ext cx="81000" cy="1540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9A5D264-ADB8-0941-B5DB-D3539772E5A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181977" y="5674908"/>
                  <a:ext cx="9324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86F9086-29E8-7A8E-173E-0C6A6678544F}"/>
              </a:ext>
            </a:extLst>
          </p:cNvPr>
          <p:cNvGrpSpPr/>
          <p:nvPr/>
        </p:nvGrpSpPr>
        <p:grpSpPr>
          <a:xfrm>
            <a:off x="7482937" y="5280708"/>
            <a:ext cx="1726200" cy="899640"/>
            <a:chOff x="7482937" y="5280708"/>
            <a:chExt cx="1726200" cy="89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8969E37-2965-048A-B82E-F8A63BAC76CA}"/>
                    </a:ext>
                  </a:extLst>
                </p14:cNvPr>
                <p14:cNvContentPartPr/>
                <p14:nvPr/>
              </p14:nvContentPartPr>
              <p14:xfrm>
                <a:off x="7482937" y="5633148"/>
                <a:ext cx="199080" cy="146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8969E37-2965-048A-B82E-F8A63BAC76C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476817" y="5627028"/>
                  <a:ext cx="211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EDE579C-1A8F-26CA-14D3-D45BF737E63A}"/>
                    </a:ext>
                  </a:extLst>
                </p14:cNvPr>
                <p14:cNvContentPartPr/>
                <p14:nvPr/>
              </p14:nvContentPartPr>
              <p14:xfrm>
                <a:off x="7725577" y="5609388"/>
                <a:ext cx="80280" cy="113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EDE579C-1A8F-26CA-14D3-D45BF737E63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719457" y="5603268"/>
                  <a:ext cx="925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67B8F69-7A82-E969-A64A-E1B2FCD462BD}"/>
                    </a:ext>
                  </a:extLst>
                </p14:cNvPr>
                <p14:cNvContentPartPr/>
                <p14:nvPr/>
              </p14:nvContentPartPr>
              <p14:xfrm>
                <a:off x="7807657" y="5576628"/>
                <a:ext cx="186480" cy="1645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67B8F69-7A82-E969-A64A-E1B2FCD462B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801537" y="5570508"/>
                  <a:ext cx="1987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0495769-328B-18F6-4E00-3F3ED3C5DB1A}"/>
                    </a:ext>
                  </a:extLst>
                </p14:cNvPr>
                <p14:cNvContentPartPr/>
                <p14:nvPr/>
              </p14:nvContentPartPr>
              <p14:xfrm>
                <a:off x="8004577" y="5440548"/>
                <a:ext cx="128880" cy="270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0495769-328B-18F6-4E00-3F3ED3C5DB1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998457" y="5434428"/>
                  <a:ext cx="1411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36C5B9F-9464-7BBD-5E91-BC440533B7AB}"/>
                    </a:ext>
                  </a:extLst>
                </p14:cNvPr>
                <p14:cNvContentPartPr/>
                <p14:nvPr/>
              </p14:nvContentPartPr>
              <p14:xfrm>
                <a:off x="8260537" y="5474028"/>
                <a:ext cx="229680" cy="1792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36C5B9F-9464-7BBD-5E91-BC440533B7A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254417" y="5467908"/>
                  <a:ext cx="2419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0A1CC82-BDE7-284A-1167-41A00487B7EC}"/>
                    </a:ext>
                  </a:extLst>
                </p14:cNvPr>
                <p14:cNvContentPartPr/>
                <p14:nvPr/>
              </p14:nvContentPartPr>
              <p14:xfrm>
                <a:off x="8509297" y="5429748"/>
                <a:ext cx="136080" cy="135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0A1CC82-BDE7-284A-1167-41A00487B7E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503177" y="5423628"/>
                  <a:ext cx="1483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2F85A4A-3ED6-7D79-71E3-A42A9C54838F}"/>
                    </a:ext>
                  </a:extLst>
                </p14:cNvPr>
                <p14:cNvContentPartPr/>
                <p14:nvPr/>
              </p14:nvContentPartPr>
              <p14:xfrm>
                <a:off x="8688937" y="5288628"/>
                <a:ext cx="142560" cy="226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2F85A4A-3ED6-7D79-71E3-A42A9C54838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682817" y="5282508"/>
                  <a:ext cx="1548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B6EC849-FBDF-AFA8-C478-27118A004523}"/>
                    </a:ext>
                  </a:extLst>
                </p14:cNvPr>
                <p14:cNvContentPartPr/>
                <p14:nvPr/>
              </p14:nvContentPartPr>
              <p14:xfrm>
                <a:off x="8840137" y="5280708"/>
                <a:ext cx="27000" cy="2174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B6EC849-FBDF-AFA8-C478-27118A00452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834017" y="5274588"/>
                  <a:ext cx="392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AF4AA59-6E8C-EC3B-38E6-DD35C20CEA72}"/>
                    </a:ext>
                  </a:extLst>
                </p14:cNvPr>
                <p14:cNvContentPartPr/>
                <p14:nvPr/>
              </p14:nvContentPartPr>
              <p14:xfrm>
                <a:off x="8913577" y="5358828"/>
                <a:ext cx="169200" cy="92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AF4AA59-6E8C-EC3B-38E6-DD35C20CEA7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907457" y="5352708"/>
                  <a:ext cx="181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6AD0E6B-4796-E064-3502-8B38E21AE8F3}"/>
                    </a:ext>
                  </a:extLst>
                </p14:cNvPr>
                <p14:cNvContentPartPr/>
                <p14:nvPr/>
              </p14:nvContentPartPr>
              <p14:xfrm>
                <a:off x="9069457" y="5335068"/>
                <a:ext cx="139680" cy="76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6AD0E6B-4796-E064-3502-8B38E21AE8F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063337" y="5328948"/>
                  <a:ext cx="1519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8774D31-B837-78ED-7E4B-A39F9FA6E04E}"/>
                    </a:ext>
                  </a:extLst>
                </p14:cNvPr>
                <p14:cNvContentPartPr/>
                <p14:nvPr/>
              </p14:nvContentPartPr>
              <p14:xfrm>
                <a:off x="7577977" y="5979468"/>
                <a:ext cx="253800" cy="200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8774D31-B837-78ED-7E4B-A39F9FA6E04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571857" y="5973348"/>
                  <a:ext cx="266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17F03B3-14C7-30CC-7539-2190E62BD8E8}"/>
                    </a:ext>
                  </a:extLst>
                </p14:cNvPr>
                <p14:cNvContentPartPr/>
                <p14:nvPr/>
              </p14:nvContentPartPr>
              <p14:xfrm>
                <a:off x="7855537" y="5922228"/>
                <a:ext cx="295560" cy="1843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17F03B3-14C7-30CC-7539-2190E62BD8E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849417" y="5916108"/>
                  <a:ext cx="3078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CFC5BE0-D37B-3973-CC68-5CE7DCA85B4D}"/>
                    </a:ext>
                  </a:extLst>
                </p14:cNvPr>
                <p14:cNvContentPartPr/>
                <p14:nvPr/>
              </p14:nvContentPartPr>
              <p14:xfrm>
                <a:off x="8169457" y="5799828"/>
                <a:ext cx="256680" cy="1850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CFC5BE0-D37B-3973-CC68-5CE7DCA85B4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163337" y="5793708"/>
                  <a:ext cx="2689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D4B0CEA-67D1-7C37-6D02-6E995476D9DF}"/>
                    </a:ext>
                  </a:extLst>
                </p14:cNvPr>
                <p14:cNvContentPartPr/>
                <p14:nvPr/>
              </p14:nvContentPartPr>
              <p14:xfrm>
                <a:off x="8408137" y="5758788"/>
                <a:ext cx="65160" cy="192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D4B0CEA-67D1-7C37-6D02-6E995476D9D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402017" y="5752668"/>
                  <a:ext cx="774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C9DD4AB-9B8A-8465-1B35-4F80CB9F1054}"/>
                    </a:ext>
                  </a:extLst>
                </p14:cNvPr>
                <p14:cNvContentPartPr/>
                <p14:nvPr/>
              </p14:nvContentPartPr>
              <p14:xfrm>
                <a:off x="8513257" y="5835828"/>
                <a:ext cx="151920" cy="943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C9DD4AB-9B8A-8465-1B35-4F80CB9F105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507137" y="5829708"/>
                  <a:ext cx="164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8246F0B-CA87-4272-32A4-1ACC4045252B}"/>
                    </a:ext>
                  </a:extLst>
                </p14:cNvPr>
                <p14:cNvContentPartPr/>
                <p14:nvPr/>
              </p14:nvContentPartPr>
              <p14:xfrm>
                <a:off x="8650417" y="5786508"/>
                <a:ext cx="285840" cy="300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8246F0B-CA87-4272-32A4-1ACC4045252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644297" y="5780388"/>
                  <a:ext cx="298080" cy="312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047677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54EEDE-8CCA-DC0B-9A63-FA2BC7AEF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7EDA1E-87DC-4ED2-61EA-CDFB9B7BABA1}"/>
              </a:ext>
            </a:extLst>
          </p:cNvPr>
          <p:cNvSpPr txBox="1"/>
          <p:nvPr/>
        </p:nvSpPr>
        <p:spPr>
          <a:xfrm>
            <a:off x="5781367" y="5565058"/>
            <a:ext cx="40127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- road marker are not visible, faded away</a:t>
            </a:r>
          </a:p>
          <a:p>
            <a:r>
              <a:rPr lang="en-US" dirty="0">
                <a:highlight>
                  <a:srgbClr val="FFFF00"/>
                </a:highlight>
              </a:rPr>
              <a:t>- no drainage system exist</a:t>
            </a:r>
            <a:endParaRPr lang="b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215299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4C3518-410C-B6B0-5B88-89A9E45C7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5" y="0"/>
            <a:ext cx="9039069" cy="6858000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ED77DD5D-5AA6-AECF-04F4-96FFC05DB1EE}"/>
              </a:ext>
            </a:extLst>
          </p:cNvPr>
          <p:cNvGrpSpPr/>
          <p:nvPr/>
        </p:nvGrpSpPr>
        <p:grpSpPr>
          <a:xfrm>
            <a:off x="3660097" y="3053501"/>
            <a:ext cx="5794560" cy="3356280"/>
            <a:chOff x="3660097" y="3053501"/>
            <a:chExt cx="5794560" cy="335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6429E6D-946E-43E8-1BBA-37E79A4AC9B2}"/>
                    </a:ext>
                  </a:extLst>
                </p14:cNvPr>
                <p14:cNvContentPartPr/>
                <p14:nvPr/>
              </p14:nvContentPartPr>
              <p14:xfrm>
                <a:off x="3725257" y="3664421"/>
                <a:ext cx="976320" cy="1349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6429E6D-946E-43E8-1BBA-37E79A4AC9B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19137" y="3658301"/>
                  <a:ext cx="988560" cy="13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7CBA5B3-1A79-7A38-D279-94029BEF68F1}"/>
                    </a:ext>
                  </a:extLst>
                </p14:cNvPr>
                <p14:cNvContentPartPr/>
                <p14:nvPr/>
              </p14:nvContentPartPr>
              <p14:xfrm>
                <a:off x="4589257" y="4154381"/>
                <a:ext cx="259560" cy="43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7CBA5B3-1A79-7A38-D279-94029BEF68F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83137" y="4148261"/>
                  <a:ext cx="271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63A0F7F-869C-B568-129B-9473AC552C0E}"/>
                    </a:ext>
                  </a:extLst>
                </p14:cNvPr>
                <p14:cNvContentPartPr/>
                <p14:nvPr/>
              </p14:nvContentPartPr>
              <p14:xfrm>
                <a:off x="4758817" y="4097141"/>
                <a:ext cx="138600" cy="195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63A0F7F-869C-B568-129B-9473AC552C0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52697" y="4091021"/>
                  <a:ext cx="1508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09DF625-496C-5054-2D2D-408A8EB75676}"/>
                    </a:ext>
                  </a:extLst>
                </p14:cNvPr>
                <p14:cNvContentPartPr/>
                <p14:nvPr/>
              </p14:nvContentPartPr>
              <p14:xfrm>
                <a:off x="4930897" y="4083461"/>
                <a:ext cx="171360" cy="122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09DF625-496C-5054-2D2D-408A8EB7567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924777" y="4077341"/>
                  <a:ext cx="1836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F786200-5184-0065-7F70-7FC05AD1B5D1}"/>
                    </a:ext>
                  </a:extLst>
                </p14:cNvPr>
                <p14:cNvContentPartPr/>
                <p14:nvPr/>
              </p14:nvContentPartPr>
              <p14:xfrm>
                <a:off x="5089657" y="4067981"/>
                <a:ext cx="145440" cy="110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F786200-5184-0065-7F70-7FC05AD1B5D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083537" y="4061861"/>
                  <a:ext cx="1576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7A3F539-AFFB-BDEA-7E55-A8A0822F9702}"/>
                    </a:ext>
                  </a:extLst>
                </p14:cNvPr>
                <p14:cNvContentPartPr/>
                <p14:nvPr/>
              </p14:nvContentPartPr>
              <p14:xfrm>
                <a:off x="5271097" y="4021901"/>
                <a:ext cx="169200" cy="124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7A3F539-AFFB-BDEA-7E55-A8A0822F970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64977" y="4015781"/>
                  <a:ext cx="1814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0B18290-92FA-50EE-F393-CADC051D25D3}"/>
                    </a:ext>
                  </a:extLst>
                </p14:cNvPr>
                <p14:cNvContentPartPr/>
                <p14:nvPr/>
              </p14:nvContentPartPr>
              <p14:xfrm>
                <a:off x="5425897" y="3884381"/>
                <a:ext cx="83880" cy="269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0B18290-92FA-50EE-F393-CADC051D25D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419777" y="3878261"/>
                  <a:ext cx="961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AD66208-9EB8-8A53-6CE0-AD82C659D3C4}"/>
                    </a:ext>
                  </a:extLst>
                </p14:cNvPr>
                <p14:cNvContentPartPr/>
                <p14:nvPr/>
              </p14:nvContentPartPr>
              <p14:xfrm>
                <a:off x="5569537" y="3902741"/>
                <a:ext cx="194040" cy="209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AD66208-9EB8-8A53-6CE0-AD82C659D3C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63417" y="3896621"/>
                  <a:ext cx="2062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32DE498-07F4-1A10-550F-DAB01510EB46}"/>
                    </a:ext>
                  </a:extLst>
                </p14:cNvPr>
                <p14:cNvContentPartPr/>
                <p14:nvPr/>
              </p14:nvContentPartPr>
              <p14:xfrm>
                <a:off x="5770417" y="3933341"/>
                <a:ext cx="210600" cy="119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32DE498-07F4-1A10-550F-DAB01510EB4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764297" y="3927221"/>
                  <a:ext cx="222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B40E60-CA98-DED5-A665-55CA9068828A}"/>
                    </a:ext>
                  </a:extLst>
                </p14:cNvPr>
                <p14:cNvContentPartPr/>
                <p14:nvPr/>
              </p14:nvContentPartPr>
              <p14:xfrm>
                <a:off x="5941777" y="3774221"/>
                <a:ext cx="153360" cy="229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B40E60-CA98-DED5-A665-55CA9068828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935657" y="3768101"/>
                  <a:ext cx="165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62A4934-7458-5200-6A59-472F47FCB0CF}"/>
                    </a:ext>
                  </a:extLst>
                </p14:cNvPr>
                <p14:cNvContentPartPr/>
                <p14:nvPr/>
              </p14:nvContentPartPr>
              <p14:xfrm>
                <a:off x="4963657" y="4371821"/>
                <a:ext cx="108000" cy="249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62A4934-7458-5200-6A59-472F47FCB0C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957537" y="4365701"/>
                  <a:ext cx="1202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9D1E70E-411B-DEC9-F935-5F9BAADC3412}"/>
                    </a:ext>
                  </a:extLst>
                </p14:cNvPr>
                <p14:cNvContentPartPr/>
                <p14:nvPr/>
              </p14:nvContentPartPr>
              <p14:xfrm>
                <a:off x="5107297" y="4345181"/>
                <a:ext cx="231840" cy="168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9D1E70E-411B-DEC9-F935-5F9BAADC341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101177" y="4339061"/>
                  <a:ext cx="2440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FA9A872-A8DC-37E3-7A12-4E512AF8E02C}"/>
                    </a:ext>
                  </a:extLst>
                </p14:cNvPr>
                <p14:cNvContentPartPr/>
                <p14:nvPr/>
              </p14:nvContentPartPr>
              <p14:xfrm>
                <a:off x="5393497" y="4288301"/>
                <a:ext cx="180720" cy="139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FA9A872-A8DC-37E3-7A12-4E512AF8E02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387377" y="4282181"/>
                  <a:ext cx="1929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CABB7F6-D051-F0BB-F5DF-6CD715200C30}"/>
                    </a:ext>
                  </a:extLst>
                </p14:cNvPr>
                <p14:cNvContentPartPr/>
                <p14:nvPr/>
              </p14:nvContentPartPr>
              <p14:xfrm>
                <a:off x="5591497" y="4287941"/>
                <a:ext cx="152640" cy="140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CABB7F6-D051-F0BB-F5DF-6CD715200C3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85377" y="4281821"/>
                  <a:ext cx="1648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4697E95-4B86-F087-3930-062B8387DBD4}"/>
                    </a:ext>
                  </a:extLst>
                </p14:cNvPr>
                <p14:cNvContentPartPr/>
                <p14:nvPr/>
              </p14:nvContentPartPr>
              <p14:xfrm>
                <a:off x="5827297" y="4157261"/>
                <a:ext cx="178560" cy="201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4697E95-4B86-F087-3930-062B8387DBD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821177" y="4150781"/>
                  <a:ext cx="1908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D985C52-3791-3305-2F1A-487941723CB6}"/>
                    </a:ext>
                  </a:extLst>
                </p14:cNvPr>
                <p14:cNvContentPartPr/>
                <p14:nvPr/>
              </p14:nvContentPartPr>
              <p14:xfrm>
                <a:off x="5840617" y="4138541"/>
                <a:ext cx="284400" cy="133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D985C52-3791-3305-2F1A-487941723CB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834497" y="4132421"/>
                  <a:ext cx="296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A3BE30B-C4ED-D21A-596B-BE99C391B9F4}"/>
                    </a:ext>
                  </a:extLst>
                </p14:cNvPr>
                <p14:cNvContentPartPr/>
                <p14:nvPr/>
              </p14:nvContentPartPr>
              <p14:xfrm>
                <a:off x="6165697" y="4104701"/>
                <a:ext cx="155520" cy="128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A3BE30B-C4ED-D21A-596B-BE99C391B9F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159577" y="4098581"/>
                  <a:ext cx="167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4D3F867-5ADA-7568-246A-AA99F3103764}"/>
                    </a:ext>
                  </a:extLst>
                </p14:cNvPr>
                <p14:cNvContentPartPr/>
                <p14:nvPr/>
              </p14:nvContentPartPr>
              <p14:xfrm>
                <a:off x="6384937" y="4071581"/>
                <a:ext cx="194400" cy="132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4D3F867-5ADA-7568-246A-AA99F310376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78817" y="4065461"/>
                  <a:ext cx="2066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69C36E8-4306-C49E-643E-AC3915E3E2DF}"/>
                    </a:ext>
                  </a:extLst>
                </p14:cNvPr>
                <p14:cNvContentPartPr/>
                <p14:nvPr/>
              </p14:nvContentPartPr>
              <p14:xfrm>
                <a:off x="7319137" y="3521501"/>
                <a:ext cx="1725840" cy="1782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69C36E8-4306-C49E-643E-AC3915E3E2D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313017" y="3515381"/>
                  <a:ext cx="1738080" cy="179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872039B-041B-E846-4A27-AAB5DC5FA5AA}"/>
                    </a:ext>
                  </a:extLst>
                </p14:cNvPr>
                <p14:cNvContentPartPr/>
                <p14:nvPr/>
              </p14:nvContentPartPr>
              <p14:xfrm>
                <a:off x="8198977" y="5285501"/>
                <a:ext cx="167400" cy="291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872039B-041B-E846-4A27-AAB5DC5FA5A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92857" y="5279381"/>
                  <a:ext cx="179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A811E22-5B35-6F32-5E14-7B84A854A748}"/>
                    </a:ext>
                  </a:extLst>
                </p14:cNvPr>
                <p14:cNvContentPartPr/>
                <p14:nvPr/>
              </p14:nvContentPartPr>
              <p14:xfrm>
                <a:off x="8106097" y="5452181"/>
                <a:ext cx="282240" cy="212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A811E22-5B35-6F32-5E14-7B84A854A74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099977" y="5446061"/>
                  <a:ext cx="2944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AA6AB58-2C5A-5705-1789-5034523ACB59}"/>
                    </a:ext>
                  </a:extLst>
                </p14:cNvPr>
                <p14:cNvContentPartPr/>
                <p14:nvPr/>
              </p14:nvContentPartPr>
              <p14:xfrm>
                <a:off x="7817377" y="5820821"/>
                <a:ext cx="235440" cy="221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AA6AB58-2C5A-5705-1789-5034523ACB5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811257" y="5814701"/>
                  <a:ext cx="2476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8F401D0-1E5D-C8C2-C4D5-7C69F38AB664}"/>
                    </a:ext>
                  </a:extLst>
                </p14:cNvPr>
                <p14:cNvContentPartPr/>
                <p14:nvPr/>
              </p14:nvContentPartPr>
              <p14:xfrm>
                <a:off x="8130217" y="5779061"/>
                <a:ext cx="89640" cy="135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8F401D0-1E5D-C8C2-C4D5-7C69F38AB66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124097" y="5772941"/>
                  <a:ext cx="1018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BFD0C66-FC5A-0132-ABC6-8A9DDF85EADD}"/>
                    </a:ext>
                  </a:extLst>
                </p14:cNvPr>
                <p14:cNvContentPartPr/>
                <p14:nvPr/>
              </p14:nvContentPartPr>
              <p14:xfrm>
                <a:off x="8298697" y="5688341"/>
                <a:ext cx="16200" cy="177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BFD0C66-FC5A-0132-ABC6-8A9DDF85EAD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292577" y="5682221"/>
                  <a:ext cx="284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8DEE1E5-5F77-4A9B-376B-6E7C18630FB1}"/>
                    </a:ext>
                  </a:extLst>
                </p14:cNvPr>
                <p14:cNvContentPartPr/>
                <p14:nvPr/>
              </p14:nvContentPartPr>
              <p14:xfrm>
                <a:off x="8233897" y="5747381"/>
                <a:ext cx="421560" cy="105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8DEE1E5-5F77-4A9B-376B-6E7C18630FB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27777" y="5741261"/>
                  <a:ext cx="4338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AF93C7-1FF9-BB55-5E70-EBC6FACDC616}"/>
                    </a:ext>
                  </a:extLst>
                </p14:cNvPr>
                <p14:cNvContentPartPr/>
                <p14:nvPr/>
              </p14:nvContentPartPr>
              <p14:xfrm>
                <a:off x="8787217" y="5670341"/>
                <a:ext cx="101520" cy="154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AF93C7-1FF9-BB55-5E70-EBC6FACDC61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81097" y="5664221"/>
                  <a:ext cx="1137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E21EF2D-3D07-ABA3-23DE-8D8C5A83607A}"/>
                    </a:ext>
                  </a:extLst>
                </p14:cNvPr>
                <p14:cNvContentPartPr/>
                <p14:nvPr/>
              </p14:nvContentPartPr>
              <p14:xfrm>
                <a:off x="8897737" y="5673221"/>
                <a:ext cx="234360" cy="108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E21EF2D-3D07-ABA3-23DE-8D8C5A83607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891617" y="5667101"/>
                  <a:ext cx="2466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B6D4ADC-FEC8-28A9-B457-3ABCAFD16AF5}"/>
                    </a:ext>
                  </a:extLst>
                </p14:cNvPr>
                <p14:cNvContentPartPr/>
                <p14:nvPr/>
              </p14:nvContentPartPr>
              <p14:xfrm>
                <a:off x="9134617" y="5559461"/>
                <a:ext cx="46800" cy="227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B6D4ADC-FEC8-28A9-B457-3ABCAFD16AF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128497" y="5553341"/>
                  <a:ext cx="590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38FF901-803E-2F2E-583D-425BAA87160E}"/>
                    </a:ext>
                  </a:extLst>
                </p14:cNvPr>
                <p14:cNvContentPartPr/>
                <p14:nvPr/>
              </p14:nvContentPartPr>
              <p14:xfrm>
                <a:off x="9131017" y="5631101"/>
                <a:ext cx="323640" cy="141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38FF901-803E-2F2E-583D-425BAA87160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124897" y="5624981"/>
                  <a:ext cx="3358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98A28CA-D6C1-4C59-0C1D-55C3A3C65346}"/>
                    </a:ext>
                  </a:extLst>
                </p14:cNvPr>
                <p14:cNvContentPartPr/>
                <p14:nvPr/>
              </p14:nvContentPartPr>
              <p14:xfrm>
                <a:off x="8139217" y="6124301"/>
                <a:ext cx="104760" cy="285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98A28CA-D6C1-4C59-0C1D-55C3A3C6534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133097" y="6118181"/>
                  <a:ext cx="117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93D93F4-1A50-B19C-8032-43E28884B222}"/>
                    </a:ext>
                  </a:extLst>
                </p14:cNvPr>
                <p14:cNvContentPartPr/>
                <p14:nvPr/>
              </p14:nvContentPartPr>
              <p14:xfrm>
                <a:off x="8069017" y="6172901"/>
                <a:ext cx="493560" cy="186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93D93F4-1A50-B19C-8032-43E28884B22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062897" y="6166781"/>
                  <a:ext cx="5058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55ACFB5-B564-BB42-AE03-B7E725D1AF84}"/>
                    </a:ext>
                  </a:extLst>
                </p14:cNvPr>
                <p14:cNvContentPartPr/>
                <p14:nvPr/>
              </p14:nvContentPartPr>
              <p14:xfrm>
                <a:off x="8547457" y="6031061"/>
                <a:ext cx="43200" cy="251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55ACFB5-B564-BB42-AE03-B7E725D1AF8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541337" y="6024941"/>
                  <a:ext cx="554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6F19C6C-0C47-642E-DB13-64CB0BD116D6}"/>
                    </a:ext>
                  </a:extLst>
                </p14:cNvPr>
                <p14:cNvContentPartPr/>
                <p14:nvPr/>
              </p14:nvContentPartPr>
              <p14:xfrm>
                <a:off x="8461057" y="6106661"/>
                <a:ext cx="338400" cy="199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6F19C6C-0C47-642E-DB13-64CB0BD116D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454937" y="6100541"/>
                  <a:ext cx="3506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6109CC4-747F-28E6-B1BE-C3178D758CC0}"/>
                    </a:ext>
                  </a:extLst>
                </p14:cNvPr>
                <p14:cNvContentPartPr/>
                <p14:nvPr/>
              </p14:nvContentPartPr>
              <p14:xfrm>
                <a:off x="8863177" y="6102701"/>
                <a:ext cx="196560" cy="100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6109CC4-747F-28E6-B1BE-C3178D758CC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857057" y="6096581"/>
                  <a:ext cx="2088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B8C24DF-4841-301B-F084-5DB48C619277}"/>
                    </a:ext>
                  </a:extLst>
                </p14:cNvPr>
                <p14:cNvContentPartPr/>
                <p14:nvPr/>
              </p14:nvContentPartPr>
              <p14:xfrm>
                <a:off x="9005377" y="5945381"/>
                <a:ext cx="96120" cy="199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B8C24DF-4841-301B-F084-5DB48C61927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999257" y="5939261"/>
                  <a:ext cx="1083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E3730F7-F1F6-07F8-7D87-37837B95F9F5}"/>
                    </a:ext>
                  </a:extLst>
                </p14:cNvPr>
                <p14:cNvContentPartPr/>
                <p14:nvPr/>
              </p14:nvContentPartPr>
              <p14:xfrm>
                <a:off x="8940217" y="6010541"/>
                <a:ext cx="180000" cy="83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E3730F7-F1F6-07F8-7D87-37837B95F9F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934097" y="6004421"/>
                  <a:ext cx="1922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C3AA7A7-64C8-5FDE-87C3-E6B47C818E3E}"/>
                    </a:ext>
                  </a:extLst>
                </p14:cNvPr>
                <p14:cNvContentPartPr/>
                <p14:nvPr/>
              </p14:nvContentPartPr>
              <p14:xfrm>
                <a:off x="9070897" y="5961941"/>
                <a:ext cx="262800" cy="186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C3AA7A7-64C8-5FDE-87C3-E6B47C818E3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064777" y="5955821"/>
                  <a:ext cx="275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1B997D7-8DD1-1EE9-D59A-B2AAB8DB50AE}"/>
                    </a:ext>
                  </a:extLst>
                </p14:cNvPr>
                <p14:cNvContentPartPr/>
                <p14:nvPr/>
              </p14:nvContentPartPr>
              <p14:xfrm>
                <a:off x="3660097" y="3210821"/>
                <a:ext cx="856080" cy="871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1B997D7-8DD1-1EE9-D59A-B2AAB8DB50A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653977" y="3204701"/>
                  <a:ext cx="868320" cy="88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17EF9FE-96E4-BB9B-1564-BBC58494081B}"/>
                    </a:ext>
                  </a:extLst>
                </p14:cNvPr>
                <p14:cNvContentPartPr/>
                <p14:nvPr/>
              </p14:nvContentPartPr>
              <p14:xfrm>
                <a:off x="4617337" y="3400541"/>
                <a:ext cx="319320" cy="111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17EF9FE-96E4-BB9B-1564-BBC58494081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611217" y="3394421"/>
                  <a:ext cx="3315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06454B4-A702-2218-FA99-4614F63861BB}"/>
                    </a:ext>
                  </a:extLst>
                </p14:cNvPr>
                <p14:cNvContentPartPr/>
                <p14:nvPr/>
              </p14:nvContentPartPr>
              <p14:xfrm>
                <a:off x="4759897" y="3331061"/>
                <a:ext cx="194040" cy="226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06454B4-A702-2218-FA99-4614F63861B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753777" y="3324941"/>
                  <a:ext cx="2062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DB964B0-DB03-BF5B-2261-34FF41795F8A}"/>
                    </a:ext>
                  </a:extLst>
                </p14:cNvPr>
                <p14:cNvContentPartPr/>
                <p14:nvPr/>
              </p14:nvContentPartPr>
              <p14:xfrm>
                <a:off x="5001457" y="3362381"/>
                <a:ext cx="52200" cy="119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DB964B0-DB03-BF5B-2261-34FF41795F8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995337" y="3356261"/>
                  <a:ext cx="64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6B9BE7F-2E40-BA86-F3BD-EC8E37CF33FD}"/>
                    </a:ext>
                  </a:extLst>
                </p14:cNvPr>
                <p14:cNvContentPartPr/>
                <p14:nvPr/>
              </p14:nvContentPartPr>
              <p14:xfrm>
                <a:off x="5019097" y="3252221"/>
                <a:ext cx="96840" cy="215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6B9BE7F-2E40-BA86-F3BD-EC8E37CF33F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012977" y="3246101"/>
                  <a:ext cx="1090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3BE4893-574A-F90F-A12B-6BBED050AA68}"/>
                    </a:ext>
                  </a:extLst>
                </p14:cNvPr>
                <p14:cNvContentPartPr/>
                <p14:nvPr/>
              </p14:nvContentPartPr>
              <p14:xfrm>
                <a:off x="5169577" y="3212261"/>
                <a:ext cx="30960" cy="219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3BE4893-574A-F90F-A12B-6BBED050AA6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163457" y="3206141"/>
                  <a:ext cx="432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13C94BD-50D1-57FF-6259-E5F055664733}"/>
                    </a:ext>
                  </a:extLst>
                </p14:cNvPr>
                <p14:cNvContentPartPr/>
                <p14:nvPr/>
              </p14:nvContentPartPr>
              <p14:xfrm>
                <a:off x="5191537" y="3319901"/>
                <a:ext cx="162360" cy="118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13C94BD-50D1-57FF-6259-E5F05566473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185417" y="3313781"/>
                  <a:ext cx="1746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9699563-2E86-7F43-3999-0EC2D4207F6C}"/>
                    </a:ext>
                  </a:extLst>
                </p14:cNvPr>
                <p14:cNvContentPartPr/>
                <p14:nvPr/>
              </p14:nvContentPartPr>
              <p14:xfrm>
                <a:off x="5354617" y="3265901"/>
                <a:ext cx="180720" cy="376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9699563-2E86-7F43-3999-0EC2D4207F6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348497" y="3259781"/>
                  <a:ext cx="1929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4AED71B-B298-DCB8-E4D6-F35A10DE1958}"/>
                    </a:ext>
                  </a:extLst>
                </p14:cNvPr>
                <p14:cNvContentPartPr/>
                <p14:nvPr/>
              </p14:nvContentPartPr>
              <p14:xfrm>
                <a:off x="5539297" y="3173381"/>
                <a:ext cx="328320" cy="273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4AED71B-B298-DCB8-E4D6-F35A10DE195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533177" y="3167261"/>
                  <a:ext cx="3405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B0E9446-26D5-AAF7-84AB-98085FCD22A5}"/>
                    </a:ext>
                  </a:extLst>
                </p14:cNvPr>
                <p14:cNvContentPartPr/>
                <p14:nvPr/>
              </p14:nvContentPartPr>
              <p14:xfrm>
                <a:off x="5875897" y="3185621"/>
                <a:ext cx="145800" cy="249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B0E9446-26D5-AAF7-84AB-98085FCD22A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869777" y="3179501"/>
                  <a:ext cx="1580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52D8387-829B-FD0C-27CF-FD485F157D37}"/>
                    </a:ext>
                  </a:extLst>
                </p14:cNvPr>
                <p14:cNvContentPartPr/>
                <p14:nvPr/>
              </p14:nvContentPartPr>
              <p14:xfrm>
                <a:off x="6072817" y="3146021"/>
                <a:ext cx="278640" cy="179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52D8387-829B-FD0C-27CF-FD485F157D3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066697" y="3139901"/>
                  <a:ext cx="2908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5C256FF-1583-3C28-677E-5B5680C1F664}"/>
                    </a:ext>
                  </a:extLst>
                </p14:cNvPr>
                <p14:cNvContentPartPr/>
                <p14:nvPr/>
              </p14:nvContentPartPr>
              <p14:xfrm>
                <a:off x="6356857" y="3059261"/>
                <a:ext cx="183600" cy="217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5C256FF-1583-3C28-677E-5B5680C1F66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350737" y="3053141"/>
                  <a:ext cx="1958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4C1F571-3441-83D1-8F40-F111485BD335}"/>
                    </a:ext>
                  </a:extLst>
                </p14:cNvPr>
                <p14:cNvContentPartPr/>
                <p14:nvPr/>
              </p14:nvContentPartPr>
              <p14:xfrm>
                <a:off x="6553777" y="3053501"/>
                <a:ext cx="29160" cy="222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4C1F571-3441-83D1-8F40-F111485BD33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547657" y="3047381"/>
                  <a:ext cx="414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094536E-8F45-00E9-A8F7-1A6744E539AE}"/>
                    </a:ext>
                  </a:extLst>
                </p14:cNvPr>
                <p14:cNvContentPartPr/>
                <p14:nvPr/>
              </p14:nvContentPartPr>
              <p14:xfrm>
                <a:off x="6626497" y="3167261"/>
                <a:ext cx="187200" cy="88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094536E-8F45-00E9-A8F7-1A6744E539A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620377" y="3161141"/>
                  <a:ext cx="199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C08AAFC-03F8-FF22-7DF2-7FC24D1F98C0}"/>
                    </a:ext>
                  </a:extLst>
                </p14:cNvPr>
                <p14:cNvContentPartPr/>
                <p14:nvPr/>
              </p14:nvContentPartPr>
              <p14:xfrm>
                <a:off x="6764017" y="3116501"/>
                <a:ext cx="343080" cy="375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C08AAFC-03F8-FF22-7DF2-7FC24D1F98C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757897" y="3110381"/>
                  <a:ext cx="355320" cy="38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09446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181</Words>
  <Application>Microsoft Office PowerPoint</Application>
  <PresentationFormat>Widescreen</PresentationFormat>
  <Paragraphs>22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Arnob Roy</dc:creator>
  <cp:lastModifiedBy>Arnob Roy</cp:lastModifiedBy>
  <cp:revision>5</cp:revision>
  <dcterms:created xsi:type="dcterms:W3CDTF">2025-01-13T12:10:23Z</dcterms:created>
  <dcterms:modified xsi:type="dcterms:W3CDTF">2025-01-13T13:34:46Z</dcterms:modified>
</cp:coreProperties>
</file>